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9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9DDA3A-52E2-D5CB-116C-67B063511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0" y="-22571"/>
            <a:ext cx="12196800" cy="6880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CD4FA-1DD7-44F1-92EE-79F7D5C3F5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9304" y="1612585"/>
            <a:ext cx="7313071" cy="1701105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en-US" dirty="0"/>
              <a:t>[Insert title here]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38753-5618-4399-98B6-641235EA5E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2463" y="3842379"/>
            <a:ext cx="7295783" cy="1415420"/>
          </a:xfrm>
        </p:spPr>
        <p:txBody>
          <a:bodyPr>
            <a:no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[Insert subtitle here]</a:t>
            </a:r>
          </a:p>
        </p:txBody>
      </p:sp>
      <p:grpSp>
        <p:nvGrpSpPr>
          <p:cNvPr id="14" name="Graphic 6">
            <a:extLst>
              <a:ext uri="{FF2B5EF4-FFF2-40B4-BE49-F238E27FC236}">
                <a16:creationId xmlns:a16="http://schemas.microsoft.com/office/drawing/2014/main" id="{6A318EF2-F713-47CA-BFAF-32E41F0D01D9}"/>
              </a:ext>
            </a:extLst>
          </p:cNvPr>
          <p:cNvGrpSpPr/>
          <p:nvPr userDrawn="1"/>
        </p:nvGrpSpPr>
        <p:grpSpPr>
          <a:xfrm>
            <a:off x="335933" y="508051"/>
            <a:ext cx="3130969" cy="644467"/>
            <a:chOff x="335933" y="374658"/>
            <a:chExt cx="3130969" cy="644467"/>
          </a:xfrm>
          <a:solidFill>
            <a:srgbClr val="0D4E96"/>
          </a:solidFill>
        </p:grpSpPr>
        <p:grpSp>
          <p:nvGrpSpPr>
            <p:cNvPr id="15" name="Graphic 6">
              <a:extLst>
                <a:ext uri="{FF2B5EF4-FFF2-40B4-BE49-F238E27FC236}">
                  <a16:creationId xmlns:a16="http://schemas.microsoft.com/office/drawing/2014/main" id="{BFB1FC13-4601-43F1-BD0E-12379D73F080}"/>
                </a:ext>
              </a:extLst>
            </p:cNvPr>
            <p:cNvGrpSpPr/>
            <p:nvPr/>
          </p:nvGrpSpPr>
          <p:grpSpPr>
            <a:xfrm>
              <a:off x="1000369" y="435515"/>
              <a:ext cx="2466533" cy="515146"/>
              <a:chOff x="1000369" y="435515"/>
              <a:chExt cx="2466533" cy="515146"/>
            </a:xfrm>
            <a:solidFill>
              <a:srgbClr val="0D4E96"/>
            </a:solidFill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3C04A37-4BDC-4123-9386-472B0D8D23CE}"/>
                  </a:ext>
                </a:extLst>
              </p:cNvPr>
              <p:cNvSpPr/>
              <p:nvPr/>
            </p:nvSpPr>
            <p:spPr>
              <a:xfrm>
                <a:off x="1000369" y="447876"/>
                <a:ext cx="410191" cy="495771"/>
              </a:xfrm>
              <a:custGeom>
                <a:avLst/>
                <a:gdLst>
                  <a:gd name="connsiteX0" fmla="*/ 410191 w 410191"/>
                  <a:gd name="connsiteY0" fmla="*/ 0 h 495771"/>
                  <a:gd name="connsiteX1" fmla="*/ 0 w 410191"/>
                  <a:gd name="connsiteY1" fmla="*/ 0 h 495771"/>
                  <a:gd name="connsiteX2" fmla="*/ 0 w 410191"/>
                  <a:gd name="connsiteY2" fmla="*/ 75953 h 495771"/>
                  <a:gd name="connsiteX3" fmla="*/ 164980 w 410191"/>
                  <a:gd name="connsiteY3" fmla="*/ 75953 h 495771"/>
                  <a:gd name="connsiteX4" fmla="*/ 164980 w 410191"/>
                  <a:gd name="connsiteY4" fmla="*/ 495772 h 495771"/>
                  <a:gd name="connsiteX5" fmla="*/ 245211 w 410191"/>
                  <a:gd name="connsiteY5" fmla="*/ 495772 h 495771"/>
                  <a:gd name="connsiteX6" fmla="*/ 245211 w 410191"/>
                  <a:gd name="connsiteY6" fmla="*/ 75953 h 495771"/>
                  <a:gd name="connsiteX7" fmla="*/ 410191 w 410191"/>
                  <a:gd name="connsiteY7" fmla="*/ 75953 h 495771"/>
                  <a:gd name="connsiteX8" fmla="*/ 410191 w 410191"/>
                  <a:gd name="connsiteY8" fmla="*/ 0 h 495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0191" h="495771">
                    <a:moveTo>
                      <a:pt x="410191" y="0"/>
                    </a:moveTo>
                    <a:lnTo>
                      <a:pt x="0" y="0"/>
                    </a:lnTo>
                    <a:lnTo>
                      <a:pt x="0" y="75953"/>
                    </a:lnTo>
                    <a:lnTo>
                      <a:pt x="164980" y="75953"/>
                    </a:lnTo>
                    <a:lnTo>
                      <a:pt x="164980" y="495772"/>
                    </a:lnTo>
                    <a:lnTo>
                      <a:pt x="245211" y="495772"/>
                    </a:lnTo>
                    <a:lnTo>
                      <a:pt x="245211" y="75953"/>
                    </a:lnTo>
                    <a:lnTo>
                      <a:pt x="410191" y="75953"/>
                    </a:lnTo>
                    <a:lnTo>
                      <a:pt x="410191" y="0"/>
                    </a:ln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AA0A0D2-4A44-4C24-897B-727048EEF762}"/>
                  </a:ext>
                </a:extLst>
              </p:cNvPr>
              <p:cNvSpPr/>
              <p:nvPr/>
            </p:nvSpPr>
            <p:spPr>
              <a:xfrm>
                <a:off x="1346613" y="569672"/>
                <a:ext cx="215377" cy="373976"/>
              </a:xfrm>
              <a:custGeom>
                <a:avLst/>
                <a:gdLst>
                  <a:gd name="connsiteX0" fmla="*/ 78686 w 215377"/>
                  <a:gd name="connsiteY0" fmla="*/ 49841 h 373976"/>
                  <a:gd name="connsiteX1" fmla="*/ 71317 w 215377"/>
                  <a:gd name="connsiteY1" fmla="*/ 6932 h 373976"/>
                  <a:gd name="connsiteX2" fmla="*/ 0 w 215377"/>
                  <a:gd name="connsiteY2" fmla="*/ 6932 h 373976"/>
                  <a:gd name="connsiteX3" fmla="*/ 0 w 215377"/>
                  <a:gd name="connsiteY3" fmla="*/ 373976 h 373976"/>
                  <a:gd name="connsiteX4" fmla="*/ 80113 w 215377"/>
                  <a:gd name="connsiteY4" fmla="*/ 373976 h 373976"/>
                  <a:gd name="connsiteX5" fmla="*/ 80113 w 215377"/>
                  <a:gd name="connsiteY5" fmla="*/ 131023 h 373976"/>
                  <a:gd name="connsiteX6" fmla="*/ 129678 w 215377"/>
                  <a:gd name="connsiteY6" fmla="*/ 92393 h 373976"/>
                  <a:gd name="connsiteX7" fmla="*/ 200995 w 215377"/>
                  <a:gd name="connsiteY7" fmla="*/ 77417 h 373976"/>
                  <a:gd name="connsiteX8" fmla="*/ 215377 w 215377"/>
                  <a:gd name="connsiteY8" fmla="*/ 77417 h 373976"/>
                  <a:gd name="connsiteX9" fmla="*/ 215377 w 215377"/>
                  <a:gd name="connsiteY9" fmla="*/ 38 h 373976"/>
                  <a:gd name="connsiteX10" fmla="*/ 200995 w 215377"/>
                  <a:gd name="connsiteY10" fmla="*/ 38 h 373976"/>
                  <a:gd name="connsiteX11" fmla="*/ 78686 w 215377"/>
                  <a:gd name="connsiteY11" fmla="*/ 49841 h 373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5377" h="373976">
                    <a:moveTo>
                      <a:pt x="78686" y="49841"/>
                    </a:moveTo>
                    <a:lnTo>
                      <a:pt x="71317" y="6932"/>
                    </a:lnTo>
                    <a:lnTo>
                      <a:pt x="0" y="6932"/>
                    </a:lnTo>
                    <a:lnTo>
                      <a:pt x="0" y="373976"/>
                    </a:lnTo>
                    <a:lnTo>
                      <a:pt x="80113" y="373976"/>
                    </a:lnTo>
                    <a:lnTo>
                      <a:pt x="80113" y="131023"/>
                    </a:lnTo>
                    <a:cubicBezTo>
                      <a:pt x="93045" y="114107"/>
                      <a:pt x="110113" y="100804"/>
                      <a:pt x="129678" y="92393"/>
                    </a:cubicBezTo>
                    <a:cubicBezTo>
                      <a:pt x="152131" y="82423"/>
                      <a:pt x="176426" y="77319"/>
                      <a:pt x="200995" y="77417"/>
                    </a:cubicBezTo>
                    <a:lnTo>
                      <a:pt x="215377" y="77417"/>
                    </a:lnTo>
                    <a:lnTo>
                      <a:pt x="215377" y="38"/>
                    </a:lnTo>
                    <a:lnTo>
                      <a:pt x="200995" y="38"/>
                    </a:lnTo>
                    <a:cubicBezTo>
                      <a:pt x="155103" y="-941"/>
                      <a:pt x="110838" y="17080"/>
                      <a:pt x="78686" y="49841"/>
                    </a:cubicBez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2" name="Graphic 6">
                <a:extLst>
                  <a:ext uri="{FF2B5EF4-FFF2-40B4-BE49-F238E27FC236}">
                    <a16:creationId xmlns:a16="http://schemas.microsoft.com/office/drawing/2014/main" id="{1018E060-F71B-4686-BC0C-CFDA850345EE}"/>
                  </a:ext>
                </a:extLst>
              </p:cNvPr>
              <p:cNvGrpSpPr/>
              <p:nvPr/>
            </p:nvGrpSpPr>
            <p:grpSpPr>
              <a:xfrm>
                <a:off x="1602284" y="435515"/>
                <a:ext cx="84986" cy="508252"/>
                <a:chOff x="1602284" y="435515"/>
                <a:chExt cx="84986" cy="508252"/>
              </a:xfrm>
              <a:solidFill>
                <a:srgbClr val="0D4E96"/>
              </a:solidFill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57C4F79-498B-4B07-B577-A16A2F4357BC}"/>
                    </a:ext>
                  </a:extLst>
                </p:cNvPr>
                <p:cNvSpPr/>
                <p:nvPr/>
              </p:nvSpPr>
              <p:spPr>
                <a:xfrm>
                  <a:off x="1602284" y="435515"/>
                  <a:ext cx="84986" cy="84986"/>
                </a:xfrm>
                <a:custGeom>
                  <a:avLst/>
                  <a:gdLst>
                    <a:gd name="connsiteX0" fmla="*/ 0 w 84986"/>
                    <a:gd name="connsiteY0" fmla="*/ 0 h 84986"/>
                    <a:gd name="connsiteX1" fmla="*/ 84986 w 84986"/>
                    <a:gd name="connsiteY1" fmla="*/ 0 h 84986"/>
                    <a:gd name="connsiteX2" fmla="*/ 84986 w 84986"/>
                    <a:gd name="connsiteY2" fmla="*/ 84986 h 84986"/>
                    <a:gd name="connsiteX3" fmla="*/ 0 w 84986"/>
                    <a:gd name="connsiteY3" fmla="*/ 84986 h 84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986" h="84986">
                      <a:moveTo>
                        <a:pt x="0" y="0"/>
                      </a:moveTo>
                      <a:lnTo>
                        <a:pt x="84986" y="0"/>
                      </a:lnTo>
                      <a:lnTo>
                        <a:pt x="84986" y="84986"/>
                      </a:lnTo>
                      <a:lnTo>
                        <a:pt x="0" y="84986"/>
                      </a:lnTo>
                      <a:close/>
                    </a:path>
                  </a:pathLst>
                </a:custGeom>
                <a:solidFill>
                  <a:srgbClr val="0D4E96"/>
                </a:solidFill>
                <a:ln w="118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179338B-8999-4A5F-90F9-F0003CF78A44}"/>
                    </a:ext>
                  </a:extLst>
                </p:cNvPr>
                <p:cNvSpPr/>
                <p:nvPr/>
              </p:nvSpPr>
              <p:spPr>
                <a:xfrm>
                  <a:off x="1604661" y="576603"/>
                  <a:ext cx="80112" cy="367163"/>
                </a:xfrm>
                <a:custGeom>
                  <a:avLst/>
                  <a:gdLst>
                    <a:gd name="connsiteX0" fmla="*/ 0 w 80112"/>
                    <a:gd name="connsiteY0" fmla="*/ 0 h 367163"/>
                    <a:gd name="connsiteX1" fmla="*/ 80113 w 80112"/>
                    <a:gd name="connsiteY1" fmla="*/ 0 h 367163"/>
                    <a:gd name="connsiteX2" fmla="*/ 80113 w 80112"/>
                    <a:gd name="connsiteY2" fmla="*/ 367163 h 367163"/>
                    <a:gd name="connsiteX3" fmla="*/ 0 w 80112"/>
                    <a:gd name="connsiteY3" fmla="*/ 367163 h 367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112" h="367163">
                      <a:moveTo>
                        <a:pt x="0" y="0"/>
                      </a:moveTo>
                      <a:lnTo>
                        <a:pt x="80113" y="0"/>
                      </a:lnTo>
                      <a:lnTo>
                        <a:pt x="80113" y="367163"/>
                      </a:lnTo>
                      <a:lnTo>
                        <a:pt x="0" y="367163"/>
                      </a:lnTo>
                      <a:close/>
                    </a:path>
                  </a:pathLst>
                </a:custGeom>
                <a:solidFill>
                  <a:srgbClr val="0D4E96"/>
                </a:solidFill>
                <a:ln w="118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AA3860D-2783-4658-87A9-0ACA60EFD0DC}"/>
                  </a:ext>
                </a:extLst>
              </p:cNvPr>
              <p:cNvSpPr/>
              <p:nvPr/>
            </p:nvSpPr>
            <p:spPr>
              <a:xfrm>
                <a:off x="2415654" y="569609"/>
                <a:ext cx="330150" cy="374039"/>
              </a:xfrm>
              <a:custGeom>
                <a:avLst/>
                <a:gdLst>
                  <a:gd name="connsiteX0" fmla="*/ 198737 w 330150"/>
                  <a:gd name="connsiteY0" fmla="*/ 101 h 374039"/>
                  <a:gd name="connsiteX1" fmla="*/ 78924 w 330150"/>
                  <a:gd name="connsiteY1" fmla="*/ 50974 h 374039"/>
                  <a:gd name="connsiteX2" fmla="*/ 71317 w 330150"/>
                  <a:gd name="connsiteY2" fmla="*/ 6995 h 374039"/>
                  <a:gd name="connsiteX3" fmla="*/ 0 w 330150"/>
                  <a:gd name="connsiteY3" fmla="*/ 6995 h 374039"/>
                  <a:gd name="connsiteX4" fmla="*/ 0 w 330150"/>
                  <a:gd name="connsiteY4" fmla="*/ 374039 h 374039"/>
                  <a:gd name="connsiteX5" fmla="*/ 80113 w 330150"/>
                  <a:gd name="connsiteY5" fmla="*/ 374039 h 374039"/>
                  <a:gd name="connsiteX6" fmla="*/ 80113 w 330150"/>
                  <a:gd name="connsiteY6" fmla="*/ 135484 h 374039"/>
                  <a:gd name="connsiteX7" fmla="*/ 183522 w 330150"/>
                  <a:gd name="connsiteY7" fmla="*/ 76053 h 374039"/>
                  <a:gd name="connsiteX8" fmla="*/ 249966 w 330150"/>
                  <a:gd name="connsiteY8" fmla="*/ 150699 h 374039"/>
                  <a:gd name="connsiteX9" fmla="*/ 249966 w 330150"/>
                  <a:gd name="connsiteY9" fmla="*/ 374039 h 374039"/>
                  <a:gd name="connsiteX10" fmla="*/ 330079 w 330150"/>
                  <a:gd name="connsiteY10" fmla="*/ 374039 h 374039"/>
                  <a:gd name="connsiteX11" fmla="*/ 330079 w 330150"/>
                  <a:gd name="connsiteY11" fmla="*/ 143210 h 374039"/>
                  <a:gd name="connsiteX12" fmla="*/ 295133 w 330150"/>
                  <a:gd name="connsiteY12" fmla="*/ 41584 h 374039"/>
                  <a:gd name="connsiteX13" fmla="*/ 198737 w 330150"/>
                  <a:gd name="connsiteY13" fmla="*/ 101 h 374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0150" h="374039">
                    <a:moveTo>
                      <a:pt x="198737" y="101"/>
                    </a:moveTo>
                    <a:cubicBezTo>
                      <a:pt x="153641" y="541"/>
                      <a:pt x="110553" y="18834"/>
                      <a:pt x="78924" y="50974"/>
                    </a:cubicBezTo>
                    <a:lnTo>
                      <a:pt x="71317" y="6995"/>
                    </a:lnTo>
                    <a:lnTo>
                      <a:pt x="0" y="6995"/>
                    </a:lnTo>
                    <a:lnTo>
                      <a:pt x="0" y="374039"/>
                    </a:lnTo>
                    <a:lnTo>
                      <a:pt x="80113" y="374039"/>
                    </a:lnTo>
                    <a:lnTo>
                      <a:pt x="80113" y="135484"/>
                    </a:lnTo>
                    <a:cubicBezTo>
                      <a:pt x="112800" y="95666"/>
                      <a:pt x="147626" y="76053"/>
                      <a:pt x="183522" y="76053"/>
                    </a:cubicBezTo>
                    <a:cubicBezTo>
                      <a:pt x="228928" y="76053"/>
                      <a:pt x="249966" y="99826"/>
                      <a:pt x="249966" y="150699"/>
                    </a:cubicBezTo>
                    <a:lnTo>
                      <a:pt x="249966" y="374039"/>
                    </a:lnTo>
                    <a:lnTo>
                      <a:pt x="330079" y="374039"/>
                    </a:lnTo>
                    <a:lnTo>
                      <a:pt x="330079" y="143210"/>
                    </a:lnTo>
                    <a:cubicBezTo>
                      <a:pt x="331220" y="106205"/>
                      <a:pt x="318799" y="70058"/>
                      <a:pt x="295133" y="41584"/>
                    </a:cubicBezTo>
                    <a:cubicBezTo>
                      <a:pt x="270945" y="13859"/>
                      <a:pt x="235501" y="-1398"/>
                      <a:pt x="198737" y="101"/>
                    </a:cubicBez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4998362-892C-4E01-B0E4-71A06ECB57C8}"/>
                  </a:ext>
                </a:extLst>
              </p:cNvPr>
              <p:cNvSpPr/>
              <p:nvPr/>
            </p:nvSpPr>
            <p:spPr>
              <a:xfrm>
                <a:off x="2765939" y="489002"/>
                <a:ext cx="244854" cy="461658"/>
              </a:xfrm>
              <a:custGeom>
                <a:avLst/>
                <a:gdLst>
                  <a:gd name="connsiteX0" fmla="*/ 145249 w 244854"/>
                  <a:gd name="connsiteY0" fmla="*/ 0 h 461658"/>
                  <a:gd name="connsiteX1" fmla="*/ 0 w 244854"/>
                  <a:gd name="connsiteY1" fmla="*/ 142040 h 461658"/>
                  <a:gd name="connsiteX2" fmla="*/ 0 w 244854"/>
                  <a:gd name="connsiteY2" fmla="*/ 158799 h 461658"/>
                  <a:gd name="connsiteX3" fmla="*/ 65136 w 244854"/>
                  <a:gd name="connsiteY3" fmla="*/ 158799 h 461658"/>
                  <a:gd name="connsiteX4" fmla="*/ 65136 w 244854"/>
                  <a:gd name="connsiteY4" fmla="*/ 362290 h 461658"/>
                  <a:gd name="connsiteX5" fmla="*/ 174014 w 244854"/>
                  <a:gd name="connsiteY5" fmla="*/ 461658 h 461658"/>
                  <a:gd name="connsiteX6" fmla="*/ 239744 w 244854"/>
                  <a:gd name="connsiteY6" fmla="*/ 445493 h 461658"/>
                  <a:gd name="connsiteX7" fmla="*/ 244498 w 244854"/>
                  <a:gd name="connsiteY7" fmla="*/ 442997 h 461658"/>
                  <a:gd name="connsiteX8" fmla="*/ 244498 w 244854"/>
                  <a:gd name="connsiteY8" fmla="*/ 377980 h 461658"/>
                  <a:gd name="connsiteX9" fmla="*/ 228928 w 244854"/>
                  <a:gd name="connsiteY9" fmla="*/ 377980 h 461658"/>
                  <a:gd name="connsiteX10" fmla="*/ 227263 w 244854"/>
                  <a:gd name="connsiteY10" fmla="*/ 378693 h 461658"/>
                  <a:gd name="connsiteX11" fmla="*/ 155946 w 244854"/>
                  <a:gd name="connsiteY11" fmla="*/ 384161 h 461658"/>
                  <a:gd name="connsiteX12" fmla="*/ 145605 w 244854"/>
                  <a:gd name="connsiteY12" fmla="*/ 356704 h 461658"/>
                  <a:gd name="connsiteX13" fmla="*/ 145605 w 244854"/>
                  <a:gd name="connsiteY13" fmla="*/ 158799 h 461658"/>
                  <a:gd name="connsiteX14" fmla="*/ 244855 w 244854"/>
                  <a:gd name="connsiteY14" fmla="*/ 158799 h 461658"/>
                  <a:gd name="connsiteX15" fmla="*/ 244855 w 244854"/>
                  <a:gd name="connsiteY15" fmla="*/ 87482 h 461658"/>
                  <a:gd name="connsiteX16" fmla="*/ 145605 w 244854"/>
                  <a:gd name="connsiteY16" fmla="*/ 87482 h 461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4854" h="461658">
                    <a:moveTo>
                      <a:pt x="145249" y="0"/>
                    </a:moveTo>
                    <a:lnTo>
                      <a:pt x="0" y="142040"/>
                    </a:lnTo>
                    <a:lnTo>
                      <a:pt x="0" y="158799"/>
                    </a:lnTo>
                    <a:lnTo>
                      <a:pt x="65136" y="158799"/>
                    </a:lnTo>
                    <a:lnTo>
                      <a:pt x="65136" y="362290"/>
                    </a:lnTo>
                    <a:cubicBezTo>
                      <a:pt x="65136" y="427307"/>
                      <a:pt x="102696" y="461658"/>
                      <a:pt x="174014" y="461658"/>
                    </a:cubicBezTo>
                    <a:cubicBezTo>
                      <a:pt x="196906" y="461660"/>
                      <a:pt x="219466" y="456114"/>
                      <a:pt x="239744" y="445493"/>
                    </a:cubicBezTo>
                    <a:lnTo>
                      <a:pt x="244498" y="442997"/>
                    </a:lnTo>
                    <a:lnTo>
                      <a:pt x="244498" y="377980"/>
                    </a:lnTo>
                    <a:lnTo>
                      <a:pt x="228928" y="377980"/>
                    </a:lnTo>
                    <a:lnTo>
                      <a:pt x="227263" y="378693"/>
                    </a:lnTo>
                    <a:cubicBezTo>
                      <a:pt x="205155" y="389916"/>
                      <a:pt x="179505" y="391884"/>
                      <a:pt x="155946" y="384161"/>
                    </a:cubicBezTo>
                    <a:cubicBezTo>
                      <a:pt x="149053" y="381189"/>
                      <a:pt x="145605" y="372274"/>
                      <a:pt x="145605" y="356704"/>
                    </a:cubicBezTo>
                    <a:lnTo>
                      <a:pt x="145605" y="158799"/>
                    </a:lnTo>
                    <a:lnTo>
                      <a:pt x="244855" y="158799"/>
                    </a:lnTo>
                    <a:lnTo>
                      <a:pt x="244855" y="87482"/>
                    </a:lnTo>
                    <a:lnTo>
                      <a:pt x="145605" y="87482"/>
                    </a:ln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5" name="Graphic 6">
                <a:extLst>
                  <a:ext uri="{FF2B5EF4-FFF2-40B4-BE49-F238E27FC236}">
                    <a16:creationId xmlns:a16="http://schemas.microsoft.com/office/drawing/2014/main" id="{1205A742-4DC2-4E0C-B1A3-E24779B514B6}"/>
                  </a:ext>
                </a:extLst>
              </p:cNvPr>
              <p:cNvGrpSpPr/>
              <p:nvPr/>
            </p:nvGrpSpPr>
            <p:grpSpPr>
              <a:xfrm>
                <a:off x="3057387" y="435515"/>
                <a:ext cx="84986" cy="508252"/>
                <a:chOff x="3057387" y="435515"/>
                <a:chExt cx="84986" cy="508252"/>
              </a:xfrm>
              <a:solidFill>
                <a:srgbClr val="0D4E96"/>
              </a:solidFill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7E616087-17AA-49A7-B182-82F57DDD6BEC}"/>
                    </a:ext>
                  </a:extLst>
                </p:cNvPr>
                <p:cNvSpPr/>
                <p:nvPr/>
              </p:nvSpPr>
              <p:spPr>
                <a:xfrm>
                  <a:off x="3057387" y="435515"/>
                  <a:ext cx="84986" cy="84986"/>
                </a:xfrm>
                <a:custGeom>
                  <a:avLst/>
                  <a:gdLst>
                    <a:gd name="connsiteX0" fmla="*/ 0 w 84986"/>
                    <a:gd name="connsiteY0" fmla="*/ 0 h 84986"/>
                    <a:gd name="connsiteX1" fmla="*/ 84986 w 84986"/>
                    <a:gd name="connsiteY1" fmla="*/ 0 h 84986"/>
                    <a:gd name="connsiteX2" fmla="*/ 84986 w 84986"/>
                    <a:gd name="connsiteY2" fmla="*/ 84986 h 84986"/>
                    <a:gd name="connsiteX3" fmla="*/ 0 w 84986"/>
                    <a:gd name="connsiteY3" fmla="*/ 84986 h 84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986" h="84986">
                      <a:moveTo>
                        <a:pt x="0" y="0"/>
                      </a:moveTo>
                      <a:lnTo>
                        <a:pt x="84986" y="0"/>
                      </a:lnTo>
                      <a:lnTo>
                        <a:pt x="84986" y="84986"/>
                      </a:lnTo>
                      <a:lnTo>
                        <a:pt x="0" y="84986"/>
                      </a:lnTo>
                      <a:close/>
                    </a:path>
                  </a:pathLst>
                </a:custGeom>
                <a:solidFill>
                  <a:srgbClr val="0D4E96"/>
                </a:solidFill>
                <a:ln w="118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DFBFC36D-C60C-4E33-B8C8-4F5DEC4DCBD9}"/>
                    </a:ext>
                  </a:extLst>
                </p:cNvPr>
                <p:cNvSpPr/>
                <p:nvPr/>
              </p:nvSpPr>
              <p:spPr>
                <a:xfrm>
                  <a:off x="3059883" y="576603"/>
                  <a:ext cx="80112" cy="367163"/>
                </a:xfrm>
                <a:custGeom>
                  <a:avLst/>
                  <a:gdLst>
                    <a:gd name="connsiteX0" fmla="*/ 0 w 80112"/>
                    <a:gd name="connsiteY0" fmla="*/ 0 h 367163"/>
                    <a:gd name="connsiteX1" fmla="*/ 80113 w 80112"/>
                    <a:gd name="connsiteY1" fmla="*/ 0 h 367163"/>
                    <a:gd name="connsiteX2" fmla="*/ 80113 w 80112"/>
                    <a:gd name="connsiteY2" fmla="*/ 367163 h 367163"/>
                    <a:gd name="connsiteX3" fmla="*/ 0 w 80112"/>
                    <a:gd name="connsiteY3" fmla="*/ 367163 h 367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112" h="367163">
                      <a:moveTo>
                        <a:pt x="0" y="0"/>
                      </a:moveTo>
                      <a:lnTo>
                        <a:pt x="80113" y="0"/>
                      </a:lnTo>
                      <a:lnTo>
                        <a:pt x="80113" y="367163"/>
                      </a:lnTo>
                      <a:lnTo>
                        <a:pt x="0" y="367163"/>
                      </a:lnTo>
                      <a:close/>
                    </a:path>
                  </a:pathLst>
                </a:custGeom>
                <a:solidFill>
                  <a:srgbClr val="0D4E96"/>
                </a:solidFill>
                <a:ln w="118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4D68C74-4C66-4EB7-8A72-BCCF51469B2C}"/>
                  </a:ext>
                </a:extLst>
              </p:cNvPr>
              <p:cNvSpPr/>
              <p:nvPr/>
            </p:nvSpPr>
            <p:spPr>
              <a:xfrm>
                <a:off x="3183329" y="569498"/>
                <a:ext cx="283572" cy="381052"/>
              </a:xfrm>
              <a:custGeom>
                <a:avLst/>
                <a:gdLst>
                  <a:gd name="connsiteX0" fmla="*/ 260596 w 283572"/>
                  <a:gd name="connsiteY0" fmla="*/ 201682 h 381052"/>
                  <a:gd name="connsiteX1" fmla="*/ 204969 w 283572"/>
                  <a:gd name="connsiteY1" fmla="*/ 166975 h 381052"/>
                  <a:gd name="connsiteX2" fmla="*/ 144231 w 283572"/>
                  <a:gd name="connsiteY2" fmla="*/ 151047 h 381052"/>
                  <a:gd name="connsiteX3" fmla="*/ 94071 w 283572"/>
                  <a:gd name="connsiteY3" fmla="*/ 133218 h 381052"/>
                  <a:gd name="connsiteX4" fmla="*/ 77431 w 283572"/>
                  <a:gd name="connsiteY4" fmla="*/ 111229 h 381052"/>
                  <a:gd name="connsiteX5" fmla="*/ 94071 w 283572"/>
                  <a:gd name="connsiteY5" fmla="*/ 86386 h 381052"/>
                  <a:gd name="connsiteX6" fmla="*/ 154096 w 283572"/>
                  <a:gd name="connsiteY6" fmla="*/ 74500 h 381052"/>
                  <a:gd name="connsiteX7" fmla="*/ 240390 w 283572"/>
                  <a:gd name="connsiteY7" fmla="*/ 93043 h 381052"/>
                  <a:gd name="connsiteX8" fmla="*/ 242054 w 283572"/>
                  <a:gd name="connsiteY8" fmla="*/ 93756 h 381052"/>
                  <a:gd name="connsiteX9" fmla="*/ 257625 w 283572"/>
                  <a:gd name="connsiteY9" fmla="*/ 93756 h 381052"/>
                  <a:gd name="connsiteX10" fmla="*/ 257625 w 283572"/>
                  <a:gd name="connsiteY10" fmla="*/ 22082 h 381052"/>
                  <a:gd name="connsiteX11" fmla="*/ 251801 w 283572"/>
                  <a:gd name="connsiteY11" fmla="*/ 19943 h 381052"/>
                  <a:gd name="connsiteX12" fmla="*/ 137694 w 283572"/>
                  <a:gd name="connsiteY12" fmla="*/ 212 h 381052"/>
                  <a:gd name="connsiteX13" fmla="*/ 37731 w 283572"/>
                  <a:gd name="connsiteY13" fmla="*/ 32186 h 381052"/>
                  <a:gd name="connsiteX14" fmla="*/ 52 w 283572"/>
                  <a:gd name="connsiteY14" fmla="*/ 117053 h 381052"/>
                  <a:gd name="connsiteX15" fmla="*/ 23824 w 283572"/>
                  <a:gd name="connsiteY15" fmla="*/ 180644 h 381052"/>
                  <a:gd name="connsiteX16" fmla="*/ 79689 w 283572"/>
                  <a:gd name="connsiteY16" fmla="*/ 213925 h 381052"/>
                  <a:gd name="connsiteX17" fmla="*/ 140071 w 283572"/>
                  <a:gd name="connsiteY17" fmla="*/ 230090 h 381052"/>
                  <a:gd name="connsiteX18" fmla="*/ 189517 w 283572"/>
                  <a:gd name="connsiteY18" fmla="*/ 247563 h 381052"/>
                  <a:gd name="connsiteX19" fmla="*/ 205563 w 283572"/>
                  <a:gd name="connsiteY19" fmla="*/ 265273 h 381052"/>
                  <a:gd name="connsiteX20" fmla="*/ 138525 w 283572"/>
                  <a:gd name="connsiteY20" fmla="*/ 305330 h 381052"/>
                  <a:gd name="connsiteX21" fmla="*/ 21209 w 283572"/>
                  <a:gd name="connsiteY21" fmla="*/ 273712 h 381052"/>
                  <a:gd name="connsiteX22" fmla="*/ 19070 w 283572"/>
                  <a:gd name="connsiteY22" fmla="*/ 272405 h 381052"/>
                  <a:gd name="connsiteX23" fmla="*/ 4093 w 283572"/>
                  <a:gd name="connsiteY23" fmla="*/ 272405 h 381052"/>
                  <a:gd name="connsiteX24" fmla="*/ 4093 w 283572"/>
                  <a:gd name="connsiteY24" fmla="*/ 346218 h 381052"/>
                  <a:gd name="connsiteX25" fmla="*/ 8729 w 283572"/>
                  <a:gd name="connsiteY25" fmla="*/ 348714 h 381052"/>
                  <a:gd name="connsiteX26" fmla="*/ 137218 w 283572"/>
                  <a:gd name="connsiteY26" fmla="*/ 381044 h 381052"/>
                  <a:gd name="connsiteX27" fmla="*/ 245620 w 283572"/>
                  <a:gd name="connsiteY27" fmla="*/ 350259 h 381052"/>
                  <a:gd name="connsiteX28" fmla="*/ 283418 w 283572"/>
                  <a:gd name="connsiteY28" fmla="*/ 272999 h 381052"/>
                  <a:gd name="connsiteX29" fmla="*/ 260596 w 283572"/>
                  <a:gd name="connsiteY29" fmla="*/ 201682 h 381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83572" h="381052">
                    <a:moveTo>
                      <a:pt x="260596" y="201682"/>
                    </a:moveTo>
                    <a:cubicBezTo>
                      <a:pt x="246071" y="184666"/>
                      <a:pt x="226638" y="172546"/>
                      <a:pt x="204969" y="166975"/>
                    </a:cubicBezTo>
                    <a:lnTo>
                      <a:pt x="144231" y="151047"/>
                    </a:lnTo>
                    <a:cubicBezTo>
                      <a:pt x="126996" y="146672"/>
                      <a:pt x="110201" y="140703"/>
                      <a:pt x="94071" y="133218"/>
                    </a:cubicBezTo>
                    <a:cubicBezTo>
                      <a:pt x="79213" y="125967"/>
                      <a:pt x="77431" y="117172"/>
                      <a:pt x="77431" y="111229"/>
                    </a:cubicBezTo>
                    <a:cubicBezTo>
                      <a:pt x="78025" y="100532"/>
                      <a:pt x="84408" y="91011"/>
                      <a:pt x="94071" y="86386"/>
                    </a:cubicBezTo>
                    <a:cubicBezTo>
                      <a:pt x="112721" y="77307"/>
                      <a:pt x="133402" y="73211"/>
                      <a:pt x="154096" y="74500"/>
                    </a:cubicBezTo>
                    <a:cubicBezTo>
                      <a:pt x="183800" y="74908"/>
                      <a:pt x="213135" y="81210"/>
                      <a:pt x="240390" y="93043"/>
                    </a:cubicBezTo>
                    <a:lnTo>
                      <a:pt x="242054" y="93756"/>
                    </a:lnTo>
                    <a:lnTo>
                      <a:pt x="257625" y="93756"/>
                    </a:lnTo>
                    <a:lnTo>
                      <a:pt x="257625" y="22082"/>
                    </a:lnTo>
                    <a:lnTo>
                      <a:pt x="251801" y="19943"/>
                    </a:lnTo>
                    <a:cubicBezTo>
                      <a:pt x="215251" y="6610"/>
                      <a:pt x="176597" y="-72"/>
                      <a:pt x="137694" y="212"/>
                    </a:cubicBezTo>
                    <a:cubicBezTo>
                      <a:pt x="101583" y="-1723"/>
                      <a:pt x="66020" y="9653"/>
                      <a:pt x="37731" y="32186"/>
                    </a:cubicBezTo>
                    <a:cubicBezTo>
                      <a:pt x="12912" y="53264"/>
                      <a:pt x="-959" y="84504"/>
                      <a:pt x="52" y="117053"/>
                    </a:cubicBezTo>
                    <a:cubicBezTo>
                      <a:pt x="-662" y="140545"/>
                      <a:pt x="7873" y="163378"/>
                      <a:pt x="23824" y="180644"/>
                    </a:cubicBezTo>
                    <a:cubicBezTo>
                      <a:pt x="38920" y="196795"/>
                      <a:pt x="58294" y="208335"/>
                      <a:pt x="79689" y="213925"/>
                    </a:cubicBezTo>
                    <a:lnTo>
                      <a:pt x="140071" y="230090"/>
                    </a:lnTo>
                    <a:cubicBezTo>
                      <a:pt x="157032" y="234471"/>
                      <a:pt x="173578" y="240318"/>
                      <a:pt x="189517" y="247563"/>
                    </a:cubicBezTo>
                    <a:cubicBezTo>
                      <a:pt x="205563" y="255170"/>
                      <a:pt x="205563" y="262777"/>
                      <a:pt x="205563" y="265273"/>
                    </a:cubicBezTo>
                    <a:cubicBezTo>
                      <a:pt x="205563" y="282508"/>
                      <a:pt x="198670" y="305330"/>
                      <a:pt x="138525" y="305330"/>
                    </a:cubicBezTo>
                    <a:cubicBezTo>
                      <a:pt x="97281" y="305633"/>
                      <a:pt x="56725" y="294703"/>
                      <a:pt x="21209" y="273712"/>
                    </a:cubicBezTo>
                    <a:lnTo>
                      <a:pt x="19070" y="272405"/>
                    </a:lnTo>
                    <a:lnTo>
                      <a:pt x="4093" y="272405"/>
                    </a:lnTo>
                    <a:lnTo>
                      <a:pt x="4093" y="346218"/>
                    </a:lnTo>
                    <a:lnTo>
                      <a:pt x="8729" y="348714"/>
                    </a:lnTo>
                    <a:cubicBezTo>
                      <a:pt x="48107" y="370268"/>
                      <a:pt x="92336" y="381397"/>
                      <a:pt x="137218" y="381044"/>
                    </a:cubicBezTo>
                    <a:cubicBezTo>
                      <a:pt x="184763" y="381044"/>
                      <a:pt x="221134" y="370703"/>
                      <a:pt x="245620" y="350259"/>
                    </a:cubicBezTo>
                    <a:cubicBezTo>
                      <a:pt x="269570" y="331806"/>
                      <a:pt x="283549" y="303236"/>
                      <a:pt x="283418" y="272999"/>
                    </a:cubicBezTo>
                    <a:cubicBezTo>
                      <a:pt x="284820" y="247232"/>
                      <a:pt x="276690" y="221851"/>
                      <a:pt x="260596" y="201682"/>
                    </a:cubicBez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D6B5F87-3EDA-4591-B111-F7D4A1660C58}"/>
                  </a:ext>
                </a:extLst>
              </p:cNvPr>
              <p:cNvSpPr/>
              <p:nvPr/>
            </p:nvSpPr>
            <p:spPr>
              <a:xfrm>
                <a:off x="2036786" y="569709"/>
                <a:ext cx="338916" cy="380888"/>
              </a:xfrm>
              <a:custGeom>
                <a:avLst/>
                <a:gdLst>
                  <a:gd name="connsiteX0" fmla="*/ 174544 w 338916"/>
                  <a:gd name="connsiteY0" fmla="*/ 1 h 380888"/>
                  <a:gd name="connsiteX1" fmla="*/ 110002 w 338916"/>
                  <a:gd name="connsiteY1" fmla="*/ 11887 h 380888"/>
                  <a:gd name="connsiteX2" fmla="*/ 54138 w 338916"/>
                  <a:gd name="connsiteY2" fmla="*/ 47545 h 380888"/>
                  <a:gd name="connsiteX3" fmla="*/ 15151 w 338916"/>
                  <a:gd name="connsiteY3" fmla="*/ 106976 h 380888"/>
                  <a:gd name="connsiteX4" fmla="*/ 56 w 338916"/>
                  <a:gd name="connsiteY4" fmla="*/ 192200 h 380888"/>
                  <a:gd name="connsiteX5" fmla="*/ 11942 w 338916"/>
                  <a:gd name="connsiteY5" fmla="*/ 267558 h 380888"/>
                  <a:gd name="connsiteX6" fmla="*/ 47600 w 338916"/>
                  <a:gd name="connsiteY6" fmla="*/ 326989 h 380888"/>
                  <a:gd name="connsiteX7" fmla="*/ 107031 w 338916"/>
                  <a:gd name="connsiteY7" fmla="*/ 366570 h 380888"/>
                  <a:gd name="connsiteX8" fmla="*/ 193206 w 338916"/>
                  <a:gd name="connsiteY8" fmla="*/ 380833 h 380888"/>
                  <a:gd name="connsiteX9" fmla="*/ 231360 w 338916"/>
                  <a:gd name="connsiteY9" fmla="*/ 378694 h 380888"/>
                  <a:gd name="connsiteX10" fmla="*/ 266305 w 338916"/>
                  <a:gd name="connsiteY10" fmla="*/ 373464 h 380888"/>
                  <a:gd name="connsiteX11" fmla="*/ 295070 w 338916"/>
                  <a:gd name="connsiteY11" fmla="*/ 366570 h 380888"/>
                  <a:gd name="connsiteX12" fmla="*/ 313731 w 338916"/>
                  <a:gd name="connsiteY12" fmla="*/ 359795 h 380888"/>
                  <a:gd name="connsiteX13" fmla="*/ 302677 w 338916"/>
                  <a:gd name="connsiteY13" fmla="*/ 293470 h 380888"/>
                  <a:gd name="connsiteX14" fmla="*/ 262621 w 338916"/>
                  <a:gd name="connsiteY14" fmla="*/ 305356 h 380888"/>
                  <a:gd name="connsiteX15" fmla="*/ 204141 w 338916"/>
                  <a:gd name="connsiteY15" fmla="*/ 311062 h 380888"/>
                  <a:gd name="connsiteX16" fmla="*/ 120938 w 338916"/>
                  <a:gd name="connsiteY16" fmla="*/ 286576 h 380888"/>
                  <a:gd name="connsiteX17" fmla="*/ 88251 w 338916"/>
                  <a:gd name="connsiteY17" fmla="*/ 217399 h 380888"/>
                  <a:gd name="connsiteX18" fmla="*/ 88251 w 338916"/>
                  <a:gd name="connsiteY18" fmla="*/ 215735 h 380888"/>
                  <a:gd name="connsiteX19" fmla="*/ 337860 w 338916"/>
                  <a:gd name="connsiteY19" fmla="*/ 215735 h 380888"/>
                  <a:gd name="connsiteX20" fmla="*/ 338811 w 338916"/>
                  <a:gd name="connsiteY20" fmla="*/ 201471 h 380888"/>
                  <a:gd name="connsiteX21" fmla="*/ 338811 w 338916"/>
                  <a:gd name="connsiteY21" fmla="*/ 185781 h 380888"/>
                  <a:gd name="connsiteX22" fmla="*/ 295427 w 338916"/>
                  <a:gd name="connsiteY22" fmla="*/ 46951 h 380888"/>
                  <a:gd name="connsiteX23" fmla="*/ 174544 w 338916"/>
                  <a:gd name="connsiteY23" fmla="*/ 1 h 380888"/>
                  <a:gd name="connsiteX24" fmla="*/ 254063 w 338916"/>
                  <a:gd name="connsiteY24" fmla="*/ 155947 h 380888"/>
                  <a:gd name="connsiteX25" fmla="*/ 87656 w 338916"/>
                  <a:gd name="connsiteY25" fmla="*/ 155947 h 380888"/>
                  <a:gd name="connsiteX26" fmla="*/ 87656 w 338916"/>
                  <a:gd name="connsiteY26" fmla="*/ 154164 h 380888"/>
                  <a:gd name="connsiteX27" fmla="*/ 95739 w 338916"/>
                  <a:gd name="connsiteY27" fmla="*/ 122428 h 380888"/>
                  <a:gd name="connsiteX28" fmla="*/ 112261 w 338916"/>
                  <a:gd name="connsiteY28" fmla="*/ 94733 h 380888"/>
                  <a:gd name="connsiteX29" fmla="*/ 138410 w 338916"/>
                  <a:gd name="connsiteY29" fmla="*/ 75121 h 380888"/>
                  <a:gd name="connsiteX30" fmla="*/ 174069 w 338916"/>
                  <a:gd name="connsiteY30" fmla="*/ 67633 h 380888"/>
                  <a:gd name="connsiteX31" fmla="*/ 208301 w 338916"/>
                  <a:gd name="connsiteY31" fmla="*/ 74408 h 380888"/>
                  <a:gd name="connsiteX32" fmla="*/ 232073 w 338916"/>
                  <a:gd name="connsiteY32" fmla="*/ 92951 h 380888"/>
                  <a:gd name="connsiteX33" fmla="*/ 247169 w 338916"/>
                  <a:gd name="connsiteY33" fmla="*/ 120764 h 380888"/>
                  <a:gd name="connsiteX34" fmla="*/ 252280 w 338916"/>
                  <a:gd name="connsiteY34" fmla="*/ 154402 h 380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338916" h="380888">
                    <a:moveTo>
                      <a:pt x="174544" y="1"/>
                    </a:moveTo>
                    <a:cubicBezTo>
                      <a:pt x="152484" y="-65"/>
                      <a:pt x="130601" y="3966"/>
                      <a:pt x="110002" y="11887"/>
                    </a:cubicBezTo>
                    <a:cubicBezTo>
                      <a:pt x="89154" y="19848"/>
                      <a:pt x="70136" y="31982"/>
                      <a:pt x="54138" y="47545"/>
                    </a:cubicBezTo>
                    <a:cubicBezTo>
                      <a:pt x="37224" y="64490"/>
                      <a:pt x="23959" y="84715"/>
                      <a:pt x="15151" y="106976"/>
                    </a:cubicBezTo>
                    <a:cubicBezTo>
                      <a:pt x="4525" y="134105"/>
                      <a:pt x="-598" y="163073"/>
                      <a:pt x="56" y="192200"/>
                    </a:cubicBezTo>
                    <a:cubicBezTo>
                      <a:pt x="-63" y="217796"/>
                      <a:pt x="3954" y="243243"/>
                      <a:pt x="11942" y="267558"/>
                    </a:cubicBezTo>
                    <a:cubicBezTo>
                      <a:pt x="19394" y="289714"/>
                      <a:pt x="31554" y="309989"/>
                      <a:pt x="47600" y="326989"/>
                    </a:cubicBezTo>
                    <a:cubicBezTo>
                      <a:pt x="64169" y="344497"/>
                      <a:pt x="84483" y="358030"/>
                      <a:pt x="107031" y="366570"/>
                    </a:cubicBezTo>
                    <a:cubicBezTo>
                      <a:pt x="134619" y="376630"/>
                      <a:pt x="163847" y="381467"/>
                      <a:pt x="193206" y="380833"/>
                    </a:cubicBezTo>
                    <a:cubicBezTo>
                      <a:pt x="205959" y="380842"/>
                      <a:pt x="218689" y="380127"/>
                      <a:pt x="231360" y="378694"/>
                    </a:cubicBezTo>
                    <a:cubicBezTo>
                      <a:pt x="243841" y="377386"/>
                      <a:pt x="255133" y="375603"/>
                      <a:pt x="266305" y="373464"/>
                    </a:cubicBezTo>
                    <a:cubicBezTo>
                      <a:pt x="276005" y="371663"/>
                      <a:pt x="285609" y="369362"/>
                      <a:pt x="295070" y="366570"/>
                    </a:cubicBezTo>
                    <a:cubicBezTo>
                      <a:pt x="301429" y="364710"/>
                      <a:pt x="307657" y="362447"/>
                      <a:pt x="313731" y="359795"/>
                    </a:cubicBezTo>
                    <a:lnTo>
                      <a:pt x="302677" y="293470"/>
                    </a:lnTo>
                    <a:cubicBezTo>
                      <a:pt x="289697" y="298588"/>
                      <a:pt x="276290" y="302565"/>
                      <a:pt x="262621" y="305356"/>
                    </a:cubicBezTo>
                    <a:cubicBezTo>
                      <a:pt x="243389" y="309318"/>
                      <a:pt x="223777" y="311230"/>
                      <a:pt x="204141" y="311062"/>
                    </a:cubicBezTo>
                    <a:cubicBezTo>
                      <a:pt x="167769" y="311062"/>
                      <a:pt x="139718" y="302741"/>
                      <a:pt x="120938" y="286576"/>
                    </a:cubicBezTo>
                    <a:cubicBezTo>
                      <a:pt x="101017" y="268979"/>
                      <a:pt x="89190" y="243967"/>
                      <a:pt x="88251" y="217399"/>
                    </a:cubicBezTo>
                    <a:lnTo>
                      <a:pt x="88251" y="215735"/>
                    </a:lnTo>
                    <a:lnTo>
                      <a:pt x="337860" y="215735"/>
                    </a:lnTo>
                    <a:cubicBezTo>
                      <a:pt x="337860" y="211574"/>
                      <a:pt x="338573" y="206701"/>
                      <a:pt x="338811" y="201471"/>
                    </a:cubicBezTo>
                    <a:cubicBezTo>
                      <a:pt x="339049" y="196241"/>
                      <a:pt x="338811" y="190298"/>
                      <a:pt x="338811" y="185781"/>
                    </a:cubicBezTo>
                    <a:cubicBezTo>
                      <a:pt x="338811" y="124449"/>
                      <a:pt x="324191" y="77736"/>
                      <a:pt x="295427" y="46951"/>
                    </a:cubicBezTo>
                    <a:cubicBezTo>
                      <a:pt x="266662" y="16166"/>
                      <a:pt x="225893" y="1"/>
                      <a:pt x="174544" y="1"/>
                    </a:cubicBezTo>
                    <a:close/>
                    <a:moveTo>
                      <a:pt x="254063" y="155947"/>
                    </a:moveTo>
                    <a:lnTo>
                      <a:pt x="87656" y="155947"/>
                    </a:lnTo>
                    <a:lnTo>
                      <a:pt x="87656" y="154164"/>
                    </a:lnTo>
                    <a:cubicBezTo>
                      <a:pt x="89095" y="143305"/>
                      <a:pt x="91805" y="132654"/>
                      <a:pt x="95739" y="122428"/>
                    </a:cubicBezTo>
                    <a:cubicBezTo>
                      <a:pt x="99448" y="112236"/>
                      <a:pt x="105058" y="102839"/>
                      <a:pt x="112261" y="94733"/>
                    </a:cubicBezTo>
                    <a:cubicBezTo>
                      <a:pt x="119547" y="86476"/>
                      <a:pt x="128438" y="79801"/>
                      <a:pt x="138410" y="75121"/>
                    </a:cubicBezTo>
                    <a:cubicBezTo>
                      <a:pt x="149583" y="69968"/>
                      <a:pt x="161767" y="67407"/>
                      <a:pt x="174069" y="67633"/>
                    </a:cubicBezTo>
                    <a:cubicBezTo>
                      <a:pt x="185836" y="67329"/>
                      <a:pt x="197532" y="69643"/>
                      <a:pt x="208301" y="74408"/>
                    </a:cubicBezTo>
                    <a:cubicBezTo>
                      <a:pt x="217418" y="78888"/>
                      <a:pt x="225512" y="85200"/>
                      <a:pt x="232073" y="92951"/>
                    </a:cubicBezTo>
                    <a:cubicBezTo>
                      <a:pt x="238837" y="101171"/>
                      <a:pt x="243960" y="110612"/>
                      <a:pt x="247169" y="120764"/>
                    </a:cubicBezTo>
                    <a:cubicBezTo>
                      <a:pt x="250580" y="131651"/>
                      <a:pt x="252304" y="142994"/>
                      <a:pt x="252280" y="154402"/>
                    </a:cubicBez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99BF5369-FF6F-435C-A4F3-3CCE8B26A7B6}"/>
                  </a:ext>
                </a:extLst>
              </p:cNvPr>
              <p:cNvSpPr/>
              <p:nvPr/>
            </p:nvSpPr>
            <p:spPr>
              <a:xfrm>
                <a:off x="1727089" y="567131"/>
                <a:ext cx="321639" cy="380398"/>
              </a:xfrm>
              <a:custGeom>
                <a:avLst/>
                <a:gdLst>
                  <a:gd name="connsiteX0" fmla="*/ 209672 w 321639"/>
                  <a:gd name="connsiteY0" fmla="*/ 83 h 380398"/>
                  <a:gd name="connsiteX1" fmla="*/ 0 w 321639"/>
                  <a:gd name="connsiteY1" fmla="*/ 190261 h 380398"/>
                  <a:gd name="connsiteX2" fmla="*/ 0 w 321639"/>
                  <a:gd name="connsiteY2" fmla="*/ 191688 h 380398"/>
                  <a:gd name="connsiteX3" fmla="*/ 208959 w 321639"/>
                  <a:gd name="connsiteY3" fmla="*/ 380321 h 380398"/>
                  <a:gd name="connsiteX4" fmla="*/ 320094 w 321639"/>
                  <a:gd name="connsiteY4" fmla="*/ 354171 h 380398"/>
                  <a:gd name="connsiteX5" fmla="*/ 319262 w 321639"/>
                  <a:gd name="connsiteY5" fmla="*/ 353339 h 380398"/>
                  <a:gd name="connsiteX6" fmla="*/ 315102 w 321639"/>
                  <a:gd name="connsiteY6" fmla="*/ 349417 h 380398"/>
                  <a:gd name="connsiteX7" fmla="*/ 315102 w 321639"/>
                  <a:gd name="connsiteY7" fmla="*/ 349417 h 380398"/>
                  <a:gd name="connsiteX8" fmla="*/ 280632 w 321639"/>
                  <a:gd name="connsiteY8" fmla="*/ 296286 h 380398"/>
                  <a:gd name="connsiteX9" fmla="*/ 213594 w 321639"/>
                  <a:gd name="connsiteY9" fmla="*/ 312926 h 380398"/>
                  <a:gd name="connsiteX10" fmla="*/ 87672 w 321639"/>
                  <a:gd name="connsiteY10" fmla="*/ 195814 h 380398"/>
                  <a:gd name="connsiteX11" fmla="*/ 87601 w 321639"/>
                  <a:gd name="connsiteY11" fmla="*/ 190261 h 380398"/>
                  <a:gd name="connsiteX12" fmla="*/ 87601 w 321639"/>
                  <a:gd name="connsiteY12" fmla="*/ 189073 h 380398"/>
                  <a:gd name="connsiteX13" fmla="*/ 206213 w 321639"/>
                  <a:gd name="connsiteY13" fmla="*/ 67833 h 380398"/>
                  <a:gd name="connsiteX14" fmla="*/ 208959 w 321639"/>
                  <a:gd name="connsiteY14" fmla="*/ 67834 h 380398"/>
                  <a:gd name="connsiteX15" fmla="*/ 281227 w 321639"/>
                  <a:gd name="connsiteY15" fmla="*/ 86852 h 380398"/>
                  <a:gd name="connsiteX16" fmla="*/ 321639 w 321639"/>
                  <a:gd name="connsiteY16" fmla="*/ 25876 h 380398"/>
                  <a:gd name="connsiteX17" fmla="*/ 209672 w 321639"/>
                  <a:gd name="connsiteY17" fmla="*/ 83 h 380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639" h="380398">
                    <a:moveTo>
                      <a:pt x="209672" y="83"/>
                    </a:moveTo>
                    <a:cubicBezTo>
                      <a:pt x="92118" y="83"/>
                      <a:pt x="0" y="83880"/>
                      <a:pt x="0" y="190261"/>
                    </a:cubicBezTo>
                    <a:lnTo>
                      <a:pt x="0" y="191688"/>
                    </a:lnTo>
                    <a:cubicBezTo>
                      <a:pt x="0" y="297474"/>
                      <a:pt x="91761" y="380321"/>
                      <a:pt x="208959" y="380321"/>
                    </a:cubicBezTo>
                    <a:cubicBezTo>
                      <a:pt x="247636" y="381337"/>
                      <a:pt x="285921" y="372329"/>
                      <a:pt x="320094" y="354171"/>
                    </a:cubicBezTo>
                    <a:lnTo>
                      <a:pt x="319262" y="353339"/>
                    </a:lnTo>
                    <a:cubicBezTo>
                      <a:pt x="317836" y="352032"/>
                      <a:pt x="316409" y="350843"/>
                      <a:pt x="315102" y="349417"/>
                    </a:cubicBezTo>
                    <a:lnTo>
                      <a:pt x="315102" y="349417"/>
                    </a:lnTo>
                    <a:cubicBezTo>
                      <a:pt x="300660" y="333807"/>
                      <a:pt x="289000" y="315836"/>
                      <a:pt x="280632" y="296286"/>
                    </a:cubicBezTo>
                    <a:cubicBezTo>
                      <a:pt x="260045" y="307381"/>
                      <a:pt x="236986" y="313106"/>
                      <a:pt x="213594" y="312926"/>
                    </a:cubicBezTo>
                    <a:cubicBezTo>
                      <a:pt x="146485" y="315358"/>
                      <a:pt x="90109" y="262925"/>
                      <a:pt x="87672" y="195814"/>
                    </a:cubicBezTo>
                    <a:cubicBezTo>
                      <a:pt x="87613" y="193964"/>
                      <a:pt x="87589" y="192112"/>
                      <a:pt x="87601" y="190261"/>
                    </a:cubicBezTo>
                    <a:lnTo>
                      <a:pt x="87601" y="189073"/>
                    </a:lnTo>
                    <a:cubicBezTo>
                      <a:pt x="86876" y="122841"/>
                      <a:pt x="139971" y="68559"/>
                      <a:pt x="206213" y="67833"/>
                    </a:cubicBezTo>
                    <a:cubicBezTo>
                      <a:pt x="207128" y="67822"/>
                      <a:pt x="208043" y="67823"/>
                      <a:pt x="208959" y="67834"/>
                    </a:cubicBezTo>
                    <a:cubicBezTo>
                      <a:pt x="234336" y="67418"/>
                      <a:pt x="259344" y="73998"/>
                      <a:pt x="281227" y="86852"/>
                    </a:cubicBezTo>
                    <a:cubicBezTo>
                      <a:pt x="290878" y="64237"/>
                      <a:pt x="304571" y="43573"/>
                      <a:pt x="321639" y="25876"/>
                    </a:cubicBezTo>
                    <a:cubicBezTo>
                      <a:pt x="287110" y="7914"/>
                      <a:pt x="248575" y="-962"/>
                      <a:pt x="209672" y="83"/>
                    </a:cubicBez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6" name="Graphic 6">
              <a:extLst>
                <a:ext uri="{FF2B5EF4-FFF2-40B4-BE49-F238E27FC236}">
                  <a16:creationId xmlns:a16="http://schemas.microsoft.com/office/drawing/2014/main" id="{9C7DBD19-C64B-43A3-BDBB-7235E6983ABE}"/>
                </a:ext>
              </a:extLst>
            </p:cNvPr>
            <p:cNvGrpSpPr/>
            <p:nvPr/>
          </p:nvGrpSpPr>
          <p:grpSpPr>
            <a:xfrm>
              <a:off x="335933" y="374658"/>
              <a:ext cx="521802" cy="644467"/>
              <a:chOff x="335933" y="374658"/>
              <a:chExt cx="521802" cy="644467"/>
            </a:xfrm>
            <a:solidFill>
              <a:srgbClr val="0D4E96"/>
            </a:solidFill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2C8A5CF-E966-4621-9D77-C140E13C4920}"/>
                  </a:ext>
                </a:extLst>
              </p:cNvPr>
              <p:cNvSpPr/>
              <p:nvPr/>
            </p:nvSpPr>
            <p:spPr>
              <a:xfrm>
                <a:off x="335933" y="497560"/>
                <a:ext cx="279800" cy="398899"/>
              </a:xfrm>
              <a:custGeom>
                <a:avLst/>
                <a:gdLst>
                  <a:gd name="connsiteX0" fmla="*/ 79875 w 279800"/>
                  <a:gd name="connsiteY0" fmla="*/ 398900 h 398899"/>
                  <a:gd name="connsiteX1" fmla="*/ 0 w 279800"/>
                  <a:gd name="connsiteY1" fmla="*/ 319025 h 398899"/>
                  <a:gd name="connsiteX2" fmla="*/ 120050 w 279800"/>
                  <a:gd name="connsiteY2" fmla="*/ 198974 h 398899"/>
                  <a:gd name="connsiteX3" fmla="*/ 951 w 279800"/>
                  <a:gd name="connsiteY3" fmla="*/ 79756 h 398899"/>
                  <a:gd name="connsiteX4" fmla="*/ 80707 w 279800"/>
                  <a:gd name="connsiteY4" fmla="*/ 0 h 398899"/>
                  <a:gd name="connsiteX5" fmla="*/ 279800 w 279800"/>
                  <a:gd name="connsiteY5" fmla="*/ 198974 h 398899"/>
                  <a:gd name="connsiteX6" fmla="*/ 79875 w 279800"/>
                  <a:gd name="connsiteY6" fmla="*/ 398900 h 398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800" h="398899">
                    <a:moveTo>
                      <a:pt x="79875" y="398900"/>
                    </a:moveTo>
                    <a:lnTo>
                      <a:pt x="0" y="319025"/>
                    </a:lnTo>
                    <a:lnTo>
                      <a:pt x="120050" y="198974"/>
                    </a:lnTo>
                    <a:lnTo>
                      <a:pt x="951" y="79756"/>
                    </a:lnTo>
                    <a:lnTo>
                      <a:pt x="80707" y="0"/>
                    </a:lnTo>
                    <a:lnTo>
                      <a:pt x="279800" y="198974"/>
                    </a:lnTo>
                    <a:lnTo>
                      <a:pt x="79875" y="398900"/>
                    </a:ln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9C0ECDC-5D8D-401A-B971-09C24D0DE8C6}"/>
                  </a:ext>
                </a:extLst>
              </p:cNvPr>
              <p:cNvSpPr/>
              <p:nvPr/>
            </p:nvSpPr>
            <p:spPr>
              <a:xfrm>
                <a:off x="458598" y="739325"/>
                <a:ext cx="398899" cy="279800"/>
              </a:xfrm>
              <a:custGeom>
                <a:avLst/>
                <a:gdLst>
                  <a:gd name="connsiteX0" fmla="*/ 79875 w 398899"/>
                  <a:gd name="connsiteY0" fmla="*/ 279800 h 279800"/>
                  <a:gd name="connsiteX1" fmla="*/ 0 w 398899"/>
                  <a:gd name="connsiteY1" fmla="*/ 199925 h 279800"/>
                  <a:gd name="connsiteX2" fmla="*/ 199925 w 398899"/>
                  <a:gd name="connsiteY2" fmla="*/ 0 h 279800"/>
                  <a:gd name="connsiteX3" fmla="*/ 398899 w 398899"/>
                  <a:gd name="connsiteY3" fmla="*/ 198974 h 279800"/>
                  <a:gd name="connsiteX4" fmla="*/ 319024 w 398899"/>
                  <a:gd name="connsiteY4" fmla="*/ 278849 h 279800"/>
                  <a:gd name="connsiteX5" fmla="*/ 199925 w 398899"/>
                  <a:gd name="connsiteY5" fmla="*/ 159750 h 279800"/>
                  <a:gd name="connsiteX6" fmla="*/ 79875 w 398899"/>
                  <a:gd name="connsiteY6" fmla="*/ 279800 h 27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8899" h="279800">
                    <a:moveTo>
                      <a:pt x="79875" y="279800"/>
                    </a:moveTo>
                    <a:lnTo>
                      <a:pt x="0" y="199925"/>
                    </a:lnTo>
                    <a:lnTo>
                      <a:pt x="199925" y="0"/>
                    </a:lnTo>
                    <a:lnTo>
                      <a:pt x="398899" y="198974"/>
                    </a:lnTo>
                    <a:lnTo>
                      <a:pt x="319024" y="278849"/>
                    </a:lnTo>
                    <a:lnTo>
                      <a:pt x="199925" y="159750"/>
                    </a:lnTo>
                    <a:lnTo>
                      <a:pt x="79875" y="279800"/>
                    </a:ln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0EEE44F6-B9F7-424A-937C-60100E2506AF}"/>
                  </a:ext>
                </a:extLst>
              </p:cNvPr>
              <p:cNvSpPr/>
              <p:nvPr/>
            </p:nvSpPr>
            <p:spPr>
              <a:xfrm>
                <a:off x="458835" y="374658"/>
                <a:ext cx="398899" cy="279800"/>
              </a:xfrm>
              <a:custGeom>
                <a:avLst/>
                <a:gdLst>
                  <a:gd name="connsiteX0" fmla="*/ 198974 w 398899"/>
                  <a:gd name="connsiteY0" fmla="*/ 279800 h 279800"/>
                  <a:gd name="connsiteX1" fmla="*/ 0 w 398899"/>
                  <a:gd name="connsiteY1" fmla="*/ 80707 h 279800"/>
                  <a:gd name="connsiteX2" fmla="*/ 79756 w 398899"/>
                  <a:gd name="connsiteY2" fmla="*/ 951 h 279800"/>
                  <a:gd name="connsiteX3" fmla="*/ 198974 w 398899"/>
                  <a:gd name="connsiteY3" fmla="*/ 120050 h 279800"/>
                  <a:gd name="connsiteX4" fmla="*/ 319025 w 398899"/>
                  <a:gd name="connsiteY4" fmla="*/ 0 h 279800"/>
                  <a:gd name="connsiteX5" fmla="*/ 398900 w 398899"/>
                  <a:gd name="connsiteY5" fmla="*/ 79875 h 279800"/>
                  <a:gd name="connsiteX6" fmla="*/ 198974 w 398899"/>
                  <a:gd name="connsiteY6" fmla="*/ 279800 h 27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8899" h="279800">
                    <a:moveTo>
                      <a:pt x="198974" y="279800"/>
                    </a:moveTo>
                    <a:lnTo>
                      <a:pt x="0" y="80707"/>
                    </a:lnTo>
                    <a:lnTo>
                      <a:pt x="79756" y="951"/>
                    </a:lnTo>
                    <a:lnTo>
                      <a:pt x="198974" y="120050"/>
                    </a:lnTo>
                    <a:lnTo>
                      <a:pt x="319025" y="0"/>
                    </a:lnTo>
                    <a:lnTo>
                      <a:pt x="398900" y="79875"/>
                    </a:lnTo>
                    <a:lnTo>
                      <a:pt x="198974" y="279800"/>
                    </a:lnTo>
                    <a:close/>
                  </a:path>
                </a:pathLst>
              </a:custGeom>
              <a:solidFill>
                <a:srgbClr val="0D4E96"/>
              </a:solidFill>
              <a:ln w="118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B49A30A-5504-43E8-AA55-1CE3C7B336BB}"/>
              </a:ext>
            </a:extLst>
          </p:cNvPr>
          <p:cNvSpPr txBox="1"/>
          <p:nvPr userDrawn="1"/>
        </p:nvSpPr>
        <p:spPr>
          <a:xfrm>
            <a:off x="557726" y="6064408"/>
            <a:ext cx="214353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100" dirty="0">
                <a:solidFill>
                  <a:schemeClr val="tx2"/>
                </a:solidFill>
              </a:rPr>
              <a:t>© Tricentis.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848950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A679-B921-4324-97D5-866B1C618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4FFAE-AE6E-4CC7-A871-B88CA6A8E5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C7B-4C02-4033-8213-91433B49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6B1-EA8D-4412-B99A-39A38F57D335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28665-73C3-4D49-A03F-4FEE1B76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25344"/>
            <a:ext cx="5345151" cy="318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A72D2-7DA7-4777-86B5-FFB5008F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8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E9C4BF-E8C2-79C7-BA85-BDA347A22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0" y="-7702"/>
            <a:ext cx="12196800" cy="687340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62D6D-41D3-4AF3-9AD8-D37DC1C7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61239"/>
            <a:ext cx="534515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7A7FA-AF7C-4720-AC68-6A86B87A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FAEE6-4B5A-40B3-9DDD-C26F80B58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34E7C-2E82-4D14-B32D-67AF2205DEB0}" type="datetime1">
              <a:rPr lang="en-US" smtClean="0"/>
              <a:t>5/9/2025</a:t>
            </a:fld>
            <a:endParaRPr lang="en-US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27B4B9DE-829D-440A-80B4-3305FF261F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064" t="25850" r="11371" b="26766"/>
          <a:stretch/>
        </p:blipFill>
        <p:spPr>
          <a:xfrm>
            <a:off x="465625" y="6544949"/>
            <a:ext cx="865204" cy="21019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EDDC997-B4BA-2053-97C6-E7712197F7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9304" y="1612585"/>
            <a:ext cx="7313071" cy="1701105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[Insert title here]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0D1C473-F3B2-E875-83CF-1D4BAA3352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2463" y="3842379"/>
            <a:ext cx="7295783" cy="1415420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[Insert subtitle here]</a:t>
            </a:r>
          </a:p>
        </p:txBody>
      </p:sp>
    </p:spTree>
    <p:extLst>
      <p:ext uri="{BB962C8B-B14F-4D97-AF65-F5344CB8AC3E}">
        <p14:creationId xmlns:p14="http://schemas.microsoft.com/office/powerpoint/2010/main" val="2767720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E9607-5688-4616-9516-C2D88F6FE37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2463" y="1295400"/>
            <a:ext cx="5346893" cy="495254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9EF79-3999-486B-B9DA-D5A02C8399B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90539" y="1295473"/>
            <a:ext cx="5349240" cy="495134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A6770-9F47-4BF3-9D52-11ABF5F0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565C-6022-4972-9C02-3749E816C5BE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67A07-C4F9-432B-A5F5-2034EB51C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52E14-7137-48CD-96C1-64758629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89808B-6466-4D38-9F1A-2C5849310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801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9">
          <p15:clr>
            <a:srgbClr val="FBAE40"/>
          </p15:clr>
        </p15:guide>
        <p15:guide id="2" pos="389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9EF79-3999-486B-B9DA-D5A02C8399B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8074" y="1295400"/>
            <a:ext cx="5333365" cy="4951340"/>
          </a:xfrm>
          <a:ln>
            <a:noFill/>
          </a:ln>
        </p:spPr>
        <p:txBody>
          <a:bodyPr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A6770-9F47-4BF3-9D52-11ABF5F0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noFill/>
          </a:ln>
        </p:spPr>
        <p:txBody>
          <a:bodyPr/>
          <a:lstStyle/>
          <a:p>
            <a:fld id="{39BC565C-6022-4972-9C02-3749E816C5BE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67A07-C4F9-432B-A5F5-2034EB51C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52E14-7137-48CD-96C1-64758629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7D2B185-3465-A845-BDCB-56B9CD3C42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2462" y="2438400"/>
            <a:ext cx="4681538" cy="3802222"/>
          </a:xfrm>
          <a:ln>
            <a:noFill/>
          </a:ln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 sz="2000">
                <a:solidFill>
                  <a:schemeClr val="bg1"/>
                </a:solidFill>
                <a:latin typeface="+mj-lt"/>
              </a:defRPr>
            </a:lvl2pPr>
            <a:lvl3pPr>
              <a:defRPr sz="1800">
                <a:solidFill>
                  <a:schemeClr val="bg1"/>
                </a:solidFill>
                <a:latin typeface="+mj-lt"/>
              </a:defRPr>
            </a:lvl3pPr>
            <a:lvl4pPr>
              <a:defRPr sz="1600">
                <a:solidFill>
                  <a:schemeClr val="bg1"/>
                </a:solidFill>
                <a:latin typeface="+mj-lt"/>
              </a:defRPr>
            </a:lvl4pPr>
            <a:lvl5pPr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0EB1A-F962-43F1-A1AF-FF2B30BF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3" y="1295400"/>
            <a:ext cx="4681534" cy="847656"/>
          </a:xfrm>
          <a:ln>
            <a:noFill/>
          </a:ln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95E956-8E6E-ED6B-C891-4A15281F08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" r="2160"/>
          <a:stretch/>
        </p:blipFill>
        <p:spPr>
          <a:xfrm>
            <a:off x="1" y="0"/>
            <a:ext cx="6003926" cy="650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0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9">
          <p15:clr>
            <a:srgbClr val="FBAE40"/>
          </p15:clr>
        </p15:guide>
        <p15:guide id="2" pos="389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4DBDF5-F0FF-4BAB-A542-27C16504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515A7-B4D2-4E5E-8DAA-17B33D9F9E82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A0CDC-2F36-426C-80AA-FE2E1F4F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547B6-87AA-43C9-9E1D-3574C141F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07226BF-68DB-4968-9A5F-34BB3DADA2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BA8063C-7A11-4535-8FA1-2D81C58A0A6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2462" y="1295400"/>
            <a:ext cx="3483864" cy="49514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6BB947E-0A0E-429F-A7E3-CA05D4EC1AC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54068" y="1295400"/>
            <a:ext cx="3483864" cy="49514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36C9D73-3B53-4757-8E5D-A4CC768E6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46149" y="1295400"/>
            <a:ext cx="3483864" cy="49514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9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08">
          <p15:clr>
            <a:srgbClr val="FBAE40"/>
          </p15:clr>
        </p15:guide>
        <p15:guide id="2" pos="4937">
          <p15:clr>
            <a:srgbClr val="FBAE40"/>
          </p15:clr>
        </p15:guide>
        <p15:guide id="3" pos="5070">
          <p15:clr>
            <a:srgbClr val="FBAE40"/>
          </p15:clr>
        </p15:guide>
        <p15:guide id="4" pos="274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s /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DBA6-06C3-4826-B064-BD9DE5C3EB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7CA3A-A27F-4124-85E1-594A0D71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546CB-0F61-4FCE-99A7-14F4BDF4FC3C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0F987-64A7-458D-A758-EE38E047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AAF2C-4243-4267-812B-2FD3CB47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E4A3EE-B55E-4F19-9274-53585DFCB8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2462" y="1295399"/>
            <a:ext cx="7186845" cy="49514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E6E3ED-07DA-441B-829A-B7763032645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046149" y="1295351"/>
            <a:ext cx="3483864" cy="495220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036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8">
          <p15:clr>
            <a:srgbClr val="FBAE40"/>
          </p15:clr>
        </p15:guide>
        <p15:guide id="2" pos="506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/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DBA6-06C3-4826-B064-BD9DE5C3EB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7CA3A-A27F-4124-85E1-594A0D71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3CCC0-C904-4168-BB5F-4772BB4E689E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0F987-64A7-458D-A758-EE38E047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AAF2C-4243-4267-812B-2FD3CB47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E4A3EE-B55E-4F19-9274-53585DFCB8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2463" y="1295449"/>
            <a:ext cx="3486796" cy="495062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E6E3ED-07DA-441B-829A-B7763032645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43400" y="1295400"/>
            <a:ext cx="7192963" cy="49514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2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07">
          <p15:clr>
            <a:srgbClr val="FBAE40"/>
          </p15:clr>
        </p15:guide>
        <p15:guide id="2" pos="273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DBA6-06C3-4826-B064-BD9DE5C3EB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7CA3A-A27F-4124-85E1-594A0D71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562D-FDBA-495B-A293-B4FB4F8F52B2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0F987-64A7-458D-A758-EE38E047F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AAF2C-4243-4267-812B-2FD3CB47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E6E3ED-07DA-441B-829A-B7763032645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43400" y="1295400"/>
            <a:ext cx="7192963" cy="49514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26942A-CD52-45AB-BD2A-DBEE06603B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2463" y="1295400"/>
            <a:ext cx="3486150" cy="94615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Insert logo here (remove placeholder and place logo manually if needed)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EA4789-3E51-4DF8-8A2E-5BFC9BF41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3" y="2743200"/>
            <a:ext cx="3486150" cy="35036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509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07">
          <p15:clr>
            <a:srgbClr val="FBAE40"/>
          </p15:clr>
        </p15:guide>
        <p15:guide id="2" pos="2733">
          <p15:clr>
            <a:srgbClr val="FBAE40"/>
          </p15:clr>
        </p15:guide>
        <p15:guide id="3" orient="horz" pos="1637">
          <p15:clr>
            <a:srgbClr val="FBAE40"/>
          </p15:clr>
        </p15:guide>
        <p15:guide id="4" orient="horz" pos="151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C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B79D80-3156-174C-F6CD-16BFF670B4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00"/>
            <a:ext cx="12196800" cy="6860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5AFA45-B9BF-4380-84CD-DFA217CB98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5865"/>
            <a:ext cx="10244137" cy="71473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64E92C-14A1-452F-8B24-642609FE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D7F9-E6F4-47D4-A8CB-79597FB729E9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0ED78-D602-45AF-BF79-714C6A446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2DED5-87D9-42BE-9CCA-B218AF01A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B79197-F6AF-4224-A0F2-CBBD948435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463" y="1295400"/>
            <a:ext cx="7272337" cy="4951413"/>
          </a:xfrm>
        </p:spPr>
        <p:txBody>
          <a:bodyPr/>
          <a:lstStyle>
            <a:lvl1pPr marL="457200" indent="-457200">
              <a:buFont typeface="+mj-lt"/>
              <a:buAutoNum type="arabicPeriod"/>
              <a:defRPr/>
            </a:lvl1pPr>
            <a:lvl2pPr marL="685800" indent="-457200">
              <a:buFont typeface="+mj-lt"/>
              <a:buAutoNum type="arabicPeriod"/>
              <a:defRPr/>
            </a:lvl2pPr>
            <a:lvl3pPr marL="800100" indent="-342900">
              <a:buFont typeface="+mj-lt"/>
              <a:buAutoNum type="arabicPeriod"/>
              <a:defRPr/>
            </a:lvl3pPr>
            <a:lvl4pPr marL="1028700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E9B052AD-1F28-433B-A218-AD5B2ADDA1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064" t="25850" r="11371" b="26766"/>
          <a:stretch/>
        </p:blipFill>
        <p:spPr>
          <a:xfrm>
            <a:off x="465625" y="6544949"/>
            <a:ext cx="865204" cy="2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1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8C7CC3D-4C46-4591-A1A8-76BE4DEA28B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6391176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icon to insert image]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19B01-1931-459E-A1BC-29BC08696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275" y="2057400"/>
            <a:ext cx="10877550" cy="71473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[Insert title and change font color to white as needed]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C94C9-78BB-4EA4-8967-2FA80631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75E78-1951-44F0-9FAF-A3CBA03937F9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26733-F592-46E8-9FA3-EC6FC5C6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69422-B90B-41D6-A93A-926C3241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81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C78D-46EF-4E59-AF5C-1B55CBC36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9FF86-ABF9-4337-BDBB-FDCE34B04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B921-E751-4D26-8FAF-7199D7BC2E16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0281F-7451-4996-BC5D-20EED4D8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15467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1C23C-18C0-40DE-9F00-AD32EBC5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DCE28D9-AC23-4E31-9484-082689437A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463" y="1292232"/>
            <a:ext cx="3181350" cy="310896"/>
          </a:xfrm>
          <a:custGeom>
            <a:avLst/>
            <a:gdLst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2878017 w 3181350"/>
              <a:gd name="connsiteY2" fmla="*/ 310895 h 310896"/>
              <a:gd name="connsiteX3" fmla="*/ 3181350 w 3181350"/>
              <a:gd name="connsiteY3" fmla="*/ 310895 h 310896"/>
              <a:gd name="connsiteX4" fmla="*/ 3181350 w 3181350"/>
              <a:gd name="connsiteY4" fmla="*/ 310896 h 310896"/>
              <a:gd name="connsiteX5" fmla="*/ 0 w 3181350"/>
              <a:gd name="connsiteY5" fmla="*/ 310896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2878017 w 3181350"/>
              <a:gd name="connsiteY2" fmla="*/ 310895 h 310896"/>
              <a:gd name="connsiteX3" fmla="*/ 3181350 w 3181350"/>
              <a:gd name="connsiteY3" fmla="*/ 310895 h 310896"/>
              <a:gd name="connsiteX4" fmla="*/ 0 w 3181350"/>
              <a:gd name="connsiteY4" fmla="*/ 310896 h 310896"/>
              <a:gd name="connsiteX5" fmla="*/ 0 w 3181350"/>
              <a:gd name="connsiteY5" fmla="*/ 0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2878017 w 3181350"/>
              <a:gd name="connsiteY2" fmla="*/ 310895 h 310896"/>
              <a:gd name="connsiteX3" fmla="*/ 0 w 3181350"/>
              <a:gd name="connsiteY3" fmla="*/ 310896 h 310896"/>
              <a:gd name="connsiteX4" fmla="*/ 0 w 3181350"/>
              <a:gd name="connsiteY4" fmla="*/ 0 h 31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1350" h="310896">
                <a:moveTo>
                  <a:pt x="0" y="0"/>
                </a:moveTo>
                <a:lnTo>
                  <a:pt x="3181350" y="0"/>
                </a:lnTo>
                <a:lnTo>
                  <a:pt x="2878017" y="310895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1440" tIns="0" rIns="0" bIns="0" anchor="ctr">
            <a:noAutofit/>
          </a:bodyPr>
          <a:lstStyle>
            <a:lvl1pPr>
              <a:defRPr sz="1600">
                <a:solidFill>
                  <a:srgbClr val="D3D755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6791866A-12A6-46F1-B35B-04C5F6A2FE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0225" y="1292232"/>
            <a:ext cx="3181350" cy="310896"/>
          </a:xfrm>
          <a:custGeom>
            <a:avLst/>
            <a:gdLst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5259 h 310896"/>
              <a:gd name="connsiteX3" fmla="*/ 2883146 w 3181350"/>
              <a:gd name="connsiteY3" fmla="*/ 310896 h 310896"/>
              <a:gd name="connsiteX4" fmla="*/ 0 w 3181350"/>
              <a:gd name="connsiteY4" fmla="*/ 310896 h 31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1350" h="310896">
                <a:moveTo>
                  <a:pt x="0" y="0"/>
                </a:moveTo>
                <a:lnTo>
                  <a:pt x="3181350" y="0"/>
                </a:lnTo>
                <a:lnTo>
                  <a:pt x="3181350" y="5259"/>
                </a:lnTo>
                <a:lnTo>
                  <a:pt x="2883146" y="310896"/>
                </a:lnTo>
                <a:lnTo>
                  <a:pt x="0" y="31089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1440" tIns="0" rIns="0" bIns="0" anchor="ctr">
            <a:noAutofit/>
          </a:bodyPr>
          <a:lstStyle>
            <a:lvl1pPr>
              <a:defRPr sz="1600">
                <a:solidFill>
                  <a:srgbClr val="D3D755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D0481DA2-ADBB-45C2-BDB1-E3F0E09739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46149" y="1292232"/>
            <a:ext cx="3181350" cy="310896"/>
          </a:xfrm>
          <a:custGeom>
            <a:avLst/>
            <a:gdLst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5261 h 310896"/>
              <a:gd name="connsiteX3" fmla="*/ 2883148 w 3181350"/>
              <a:gd name="connsiteY3" fmla="*/ 310896 h 310896"/>
              <a:gd name="connsiteX4" fmla="*/ 0 w 3181350"/>
              <a:gd name="connsiteY4" fmla="*/ 310896 h 31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1350" h="310896">
                <a:moveTo>
                  <a:pt x="0" y="0"/>
                </a:moveTo>
                <a:lnTo>
                  <a:pt x="3181350" y="0"/>
                </a:lnTo>
                <a:lnTo>
                  <a:pt x="3181350" y="5261"/>
                </a:lnTo>
                <a:lnTo>
                  <a:pt x="2883148" y="310896"/>
                </a:lnTo>
                <a:lnTo>
                  <a:pt x="0" y="31089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1440" tIns="0" rIns="0" bIns="0" anchor="ctr">
            <a:noAutofit/>
          </a:bodyPr>
          <a:lstStyle>
            <a:lvl1pPr>
              <a:defRPr sz="1600">
                <a:solidFill>
                  <a:srgbClr val="D3D755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65EF6C1-F268-4E40-AF42-E8F7390097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2463" y="2828176"/>
            <a:ext cx="3181350" cy="310896"/>
          </a:xfrm>
          <a:custGeom>
            <a:avLst/>
            <a:gdLst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4570 h 310896"/>
              <a:gd name="connsiteX3" fmla="*/ 2882476 w 3181350"/>
              <a:gd name="connsiteY3" fmla="*/ 310895 h 310896"/>
              <a:gd name="connsiteX4" fmla="*/ 3181350 w 3181350"/>
              <a:gd name="connsiteY4" fmla="*/ 310895 h 310896"/>
              <a:gd name="connsiteX5" fmla="*/ 3181350 w 3181350"/>
              <a:gd name="connsiteY5" fmla="*/ 310896 h 310896"/>
              <a:gd name="connsiteX6" fmla="*/ 0 w 3181350"/>
              <a:gd name="connsiteY6" fmla="*/ 310896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4570 h 310896"/>
              <a:gd name="connsiteX3" fmla="*/ 2882476 w 3181350"/>
              <a:gd name="connsiteY3" fmla="*/ 310895 h 310896"/>
              <a:gd name="connsiteX4" fmla="*/ 3181350 w 3181350"/>
              <a:gd name="connsiteY4" fmla="*/ 310895 h 310896"/>
              <a:gd name="connsiteX5" fmla="*/ 0 w 3181350"/>
              <a:gd name="connsiteY5" fmla="*/ 310896 h 310896"/>
              <a:gd name="connsiteX6" fmla="*/ 0 w 3181350"/>
              <a:gd name="connsiteY6" fmla="*/ 0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4570 h 310896"/>
              <a:gd name="connsiteX3" fmla="*/ 2882476 w 3181350"/>
              <a:gd name="connsiteY3" fmla="*/ 310895 h 310896"/>
              <a:gd name="connsiteX4" fmla="*/ 0 w 3181350"/>
              <a:gd name="connsiteY4" fmla="*/ 310896 h 310896"/>
              <a:gd name="connsiteX5" fmla="*/ 0 w 3181350"/>
              <a:gd name="connsiteY5" fmla="*/ 0 h 31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1350" h="310896">
                <a:moveTo>
                  <a:pt x="0" y="0"/>
                </a:moveTo>
                <a:lnTo>
                  <a:pt x="3181350" y="0"/>
                </a:lnTo>
                <a:lnTo>
                  <a:pt x="3181350" y="4570"/>
                </a:lnTo>
                <a:lnTo>
                  <a:pt x="2882476" y="310895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1440" tIns="0" rIns="0" bIns="0" anchor="ctr">
            <a:noAutofit/>
          </a:bodyPr>
          <a:lstStyle>
            <a:lvl1pPr>
              <a:defRPr sz="1600">
                <a:solidFill>
                  <a:srgbClr val="D3D755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2A1221E-E83A-4BF8-B8DE-FA5240885D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0225" y="2828176"/>
            <a:ext cx="3181350" cy="310896"/>
          </a:xfrm>
          <a:custGeom>
            <a:avLst/>
            <a:gdLst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5 h 310896"/>
              <a:gd name="connsiteX3" fmla="*/ 2880246 w 3181350"/>
              <a:gd name="connsiteY3" fmla="*/ 310895 h 310896"/>
              <a:gd name="connsiteX4" fmla="*/ 3181350 w 3181350"/>
              <a:gd name="connsiteY4" fmla="*/ 310895 h 310896"/>
              <a:gd name="connsiteX5" fmla="*/ 3181350 w 3181350"/>
              <a:gd name="connsiteY5" fmla="*/ 310896 h 310896"/>
              <a:gd name="connsiteX6" fmla="*/ 0 w 3181350"/>
              <a:gd name="connsiteY6" fmla="*/ 310896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5 h 310896"/>
              <a:gd name="connsiteX3" fmla="*/ 2880246 w 3181350"/>
              <a:gd name="connsiteY3" fmla="*/ 310895 h 310896"/>
              <a:gd name="connsiteX4" fmla="*/ 3181350 w 3181350"/>
              <a:gd name="connsiteY4" fmla="*/ 310895 h 310896"/>
              <a:gd name="connsiteX5" fmla="*/ 0 w 3181350"/>
              <a:gd name="connsiteY5" fmla="*/ 310896 h 310896"/>
              <a:gd name="connsiteX6" fmla="*/ 0 w 3181350"/>
              <a:gd name="connsiteY6" fmla="*/ 0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5 h 310896"/>
              <a:gd name="connsiteX3" fmla="*/ 2880246 w 3181350"/>
              <a:gd name="connsiteY3" fmla="*/ 310895 h 310896"/>
              <a:gd name="connsiteX4" fmla="*/ 0 w 3181350"/>
              <a:gd name="connsiteY4" fmla="*/ 310896 h 310896"/>
              <a:gd name="connsiteX5" fmla="*/ 0 w 3181350"/>
              <a:gd name="connsiteY5" fmla="*/ 0 h 31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1350" h="310896">
                <a:moveTo>
                  <a:pt x="0" y="0"/>
                </a:moveTo>
                <a:lnTo>
                  <a:pt x="3181350" y="0"/>
                </a:lnTo>
                <a:lnTo>
                  <a:pt x="3181350" y="2285"/>
                </a:lnTo>
                <a:lnTo>
                  <a:pt x="2880246" y="310895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1440" tIns="0" rIns="0" bIns="0" anchor="ctr">
            <a:noAutofit/>
          </a:bodyPr>
          <a:lstStyle>
            <a:lvl1pPr>
              <a:defRPr sz="1600">
                <a:solidFill>
                  <a:srgbClr val="D3D755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032F926-1D38-404D-B09D-F794CA91F9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6149" y="2828176"/>
            <a:ext cx="3181350" cy="310896"/>
          </a:xfrm>
          <a:custGeom>
            <a:avLst/>
            <a:gdLst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6 h 310896"/>
              <a:gd name="connsiteX3" fmla="*/ 2880247 w 3181350"/>
              <a:gd name="connsiteY3" fmla="*/ 310895 h 310896"/>
              <a:gd name="connsiteX4" fmla="*/ 3181350 w 3181350"/>
              <a:gd name="connsiteY4" fmla="*/ 310895 h 310896"/>
              <a:gd name="connsiteX5" fmla="*/ 3181350 w 3181350"/>
              <a:gd name="connsiteY5" fmla="*/ 310896 h 310896"/>
              <a:gd name="connsiteX6" fmla="*/ 0 w 3181350"/>
              <a:gd name="connsiteY6" fmla="*/ 310896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6 h 310896"/>
              <a:gd name="connsiteX3" fmla="*/ 2880247 w 3181350"/>
              <a:gd name="connsiteY3" fmla="*/ 310895 h 310896"/>
              <a:gd name="connsiteX4" fmla="*/ 3181350 w 3181350"/>
              <a:gd name="connsiteY4" fmla="*/ 310895 h 310896"/>
              <a:gd name="connsiteX5" fmla="*/ 0 w 3181350"/>
              <a:gd name="connsiteY5" fmla="*/ 310896 h 310896"/>
              <a:gd name="connsiteX6" fmla="*/ 0 w 3181350"/>
              <a:gd name="connsiteY6" fmla="*/ 0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6 h 310896"/>
              <a:gd name="connsiteX3" fmla="*/ 2880247 w 3181350"/>
              <a:gd name="connsiteY3" fmla="*/ 310895 h 310896"/>
              <a:gd name="connsiteX4" fmla="*/ 0 w 3181350"/>
              <a:gd name="connsiteY4" fmla="*/ 310896 h 310896"/>
              <a:gd name="connsiteX5" fmla="*/ 0 w 3181350"/>
              <a:gd name="connsiteY5" fmla="*/ 0 h 31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1350" h="310896">
                <a:moveTo>
                  <a:pt x="0" y="0"/>
                </a:moveTo>
                <a:lnTo>
                  <a:pt x="3181350" y="0"/>
                </a:lnTo>
                <a:lnTo>
                  <a:pt x="3181350" y="2286"/>
                </a:lnTo>
                <a:lnTo>
                  <a:pt x="2880247" y="310895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1440" tIns="0" rIns="0" bIns="0" anchor="ctr">
            <a:noAutofit/>
          </a:bodyPr>
          <a:lstStyle>
            <a:lvl1pPr>
              <a:defRPr sz="1600">
                <a:solidFill>
                  <a:srgbClr val="D3D755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788EC05-5918-48E0-99FC-B5ED16550A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3" y="4375000"/>
            <a:ext cx="3181350" cy="310896"/>
          </a:xfrm>
          <a:custGeom>
            <a:avLst/>
            <a:gdLst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4570 h 310896"/>
              <a:gd name="connsiteX3" fmla="*/ 2882476 w 3181350"/>
              <a:gd name="connsiteY3" fmla="*/ 310895 h 310896"/>
              <a:gd name="connsiteX4" fmla="*/ 3181350 w 3181350"/>
              <a:gd name="connsiteY4" fmla="*/ 310895 h 310896"/>
              <a:gd name="connsiteX5" fmla="*/ 3181350 w 3181350"/>
              <a:gd name="connsiteY5" fmla="*/ 310896 h 310896"/>
              <a:gd name="connsiteX6" fmla="*/ 0 w 3181350"/>
              <a:gd name="connsiteY6" fmla="*/ 310896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4570 h 310896"/>
              <a:gd name="connsiteX3" fmla="*/ 2882476 w 3181350"/>
              <a:gd name="connsiteY3" fmla="*/ 310895 h 310896"/>
              <a:gd name="connsiteX4" fmla="*/ 3181350 w 3181350"/>
              <a:gd name="connsiteY4" fmla="*/ 310895 h 310896"/>
              <a:gd name="connsiteX5" fmla="*/ 0 w 3181350"/>
              <a:gd name="connsiteY5" fmla="*/ 310896 h 310896"/>
              <a:gd name="connsiteX6" fmla="*/ 0 w 3181350"/>
              <a:gd name="connsiteY6" fmla="*/ 0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4570 h 310896"/>
              <a:gd name="connsiteX3" fmla="*/ 2882476 w 3181350"/>
              <a:gd name="connsiteY3" fmla="*/ 310895 h 310896"/>
              <a:gd name="connsiteX4" fmla="*/ 0 w 3181350"/>
              <a:gd name="connsiteY4" fmla="*/ 310896 h 310896"/>
              <a:gd name="connsiteX5" fmla="*/ 0 w 3181350"/>
              <a:gd name="connsiteY5" fmla="*/ 0 h 31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1350" h="310896">
                <a:moveTo>
                  <a:pt x="0" y="0"/>
                </a:moveTo>
                <a:lnTo>
                  <a:pt x="3181350" y="0"/>
                </a:lnTo>
                <a:lnTo>
                  <a:pt x="3181350" y="4570"/>
                </a:lnTo>
                <a:lnTo>
                  <a:pt x="2882476" y="310895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1440" tIns="0" rIns="0" bIns="0" anchor="ctr">
            <a:noAutofit/>
          </a:bodyPr>
          <a:lstStyle>
            <a:lvl1pPr>
              <a:defRPr sz="1600">
                <a:solidFill>
                  <a:srgbClr val="D3D755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2E642F3-886C-4D6D-978D-7CE2950BA7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40225" y="4375000"/>
            <a:ext cx="3181350" cy="310896"/>
          </a:xfrm>
          <a:custGeom>
            <a:avLst/>
            <a:gdLst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5 h 310896"/>
              <a:gd name="connsiteX3" fmla="*/ 2880246 w 3181350"/>
              <a:gd name="connsiteY3" fmla="*/ 310895 h 310896"/>
              <a:gd name="connsiteX4" fmla="*/ 3181350 w 3181350"/>
              <a:gd name="connsiteY4" fmla="*/ 310895 h 310896"/>
              <a:gd name="connsiteX5" fmla="*/ 3181350 w 3181350"/>
              <a:gd name="connsiteY5" fmla="*/ 310896 h 310896"/>
              <a:gd name="connsiteX6" fmla="*/ 0 w 3181350"/>
              <a:gd name="connsiteY6" fmla="*/ 310896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5 h 310896"/>
              <a:gd name="connsiteX3" fmla="*/ 2880246 w 3181350"/>
              <a:gd name="connsiteY3" fmla="*/ 310895 h 310896"/>
              <a:gd name="connsiteX4" fmla="*/ 3181350 w 3181350"/>
              <a:gd name="connsiteY4" fmla="*/ 310895 h 310896"/>
              <a:gd name="connsiteX5" fmla="*/ 0 w 3181350"/>
              <a:gd name="connsiteY5" fmla="*/ 310896 h 310896"/>
              <a:gd name="connsiteX6" fmla="*/ 0 w 3181350"/>
              <a:gd name="connsiteY6" fmla="*/ 0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5 h 310896"/>
              <a:gd name="connsiteX3" fmla="*/ 2880246 w 3181350"/>
              <a:gd name="connsiteY3" fmla="*/ 310895 h 310896"/>
              <a:gd name="connsiteX4" fmla="*/ 0 w 3181350"/>
              <a:gd name="connsiteY4" fmla="*/ 310896 h 310896"/>
              <a:gd name="connsiteX5" fmla="*/ 0 w 3181350"/>
              <a:gd name="connsiteY5" fmla="*/ 0 h 31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1350" h="310896">
                <a:moveTo>
                  <a:pt x="0" y="0"/>
                </a:moveTo>
                <a:lnTo>
                  <a:pt x="3181350" y="0"/>
                </a:lnTo>
                <a:lnTo>
                  <a:pt x="3181350" y="2285"/>
                </a:lnTo>
                <a:lnTo>
                  <a:pt x="2880246" y="310895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1440" tIns="0" rIns="0" bIns="0" anchor="ctr">
            <a:noAutofit/>
          </a:bodyPr>
          <a:lstStyle>
            <a:lvl1pPr>
              <a:defRPr sz="1600">
                <a:solidFill>
                  <a:srgbClr val="D3D755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09B01AC-4063-4659-AF62-D588C2F33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46149" y="4375000"/>
            <a:ext cx="3181350" cy="310896"/>
          </a:xfrm>
          <a:custGeom>
            <a:avLst/>
            <a:gdLst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6 h 310896"/>
              <a:gd name="connsiteX3" fmla="*/ 2880247 w 3181350"/>
              <a:gd name="connsiteY3" fmla="*/ 310895 h 310896"/>
              <a:gd name="connsiteX4" fmla="*/ 3181350 w 3181350"/>
              <a:gd name="connsiteY4" fmla="*/ 310895 h 310896"/>
              <a:gd name="connsiteX5" fmla="*/ 3181350 w 3181350"/>
              <a:gd name="connsiteY5" fmla="*/ 310896 h 310896"/>
              <a:gd name="connsiteX6" fmla="*/ 0 w 3181350"/>
              <a:gd name="connsiteY6" fmla="*/ 310896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6 h 310896"/>
              <a:gd name="connsiteX3" fmla="*/ 2880247 w 3181350"/>
              <a:gd name="connsiteY3" fmla="*/ 310895 h 310896"/>
              <a:gd name="connsiteX4" fmla="*/ 3181350 w 3181350"/>
              <a:gd name="connsiteY4" fmla="*/ 310895 h 310896"/>
              <a:gd name="connsiteX5" fmla="*/ 0 w 3181350"/>
              <a:gd name="connsiteY5" fmla="*/ 310896 h 310896"/>
              <a:gd name="connsiteX6" fmla="*/ 0 w 3181350"/>
              <a:gd name="connsiteY6" fmla="*/ 0 h 310896"/>
              <a:gd name="connsiteX0" fmla="*/ 0 w 3181350"/>
              <a:gd name="connsiteY0" fmla="*/ 0 h 310896"/>
              <a:gd name="connsiteX1" fmla="*/ 3181350 w 3181350"/>
              <a:gd name="connsiteY1" fmla="*/ 0 h 310896"/>
              <a:gd name="connsiteX2" fmla="*/ 3181350 w 3181350"/>
              <a:gd name="connsiteY2" fmla="*/ 2286 h 310896"/>
              <a:gd name="connsiteX3" fmla="*/ 2880247 w 3181350"/>
              <a:gd name="connsiteY3" fmla="*/ 310895 h 310896"/>
              <a:gd name="connsiteX4" fmla="*/ 0 w 3181350"/>
              <a:gd name="connsiteY4" fmla="*/ 310896 h 310896"/>
              <a:gd name="connsiteX5" fmla="*/ 0 w 3181350"/>
              <a:gd name="connsiteY5" fmla="*/ 0 h 31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1350" h="310896">
                <a:moveTo>
                  <a:pt x="0" y="0"/>
                </a:moveTo>
                <a:lnTo>
                  <a:pt x="3181350" y="0"/>
                </a:lnTo>
                <a:lnTo>
                  <a:pt x="3181350" y="2286"/>
                </a:lnTo>
                <a:lnTo>
                  <a:pt x="2880247" y="310895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91440" tIns="0" rIns="0" bIns="0" anchor="ctr">
            <a:noAutofit/>
          </a:bodyPr>
          <a:lstStyle>
            <a:lvl1pPr>
              <a:defRPr sz="1600">
                <a:solidFill>
                  <a:srgbClr val="D3D755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</p:spTree>
    <p:extLst>
      <p:ext uri="{BB962C8B-B14F-4D97-AF65-F5344CB8AC3E}">
        <p14:creationId xmlns:p14="http://schemas.microsoft.com/office/powerpoint/2010/main" val="1366023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4">
          <p15:clr>
            <a:srgbClr val="FBAE40"/>
          </p15:clr>
        </p15:guide>
        <p15:guide id="2" pos="2611">
          <p15:clr>
            <a:srgbClr val="FBAE40"/>
          </p15:clr>
        </p15:guide>
        <p15:guide id="3" pos="4940">
          <p15:clr>
            <a:srgbClr val="FBAE40"/>
          </p15:clr>
        </p15:guide>
        <p15:guide id="4" pos="505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C78D-46EF-4E59-AF5C-1B55CBC36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9FF86-ABF9-4337-BDBB-FDCE34B04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7101-D00B-427C-8887-46EA07F03CB7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0281F-7451-4996-BC5D-20EED4D8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1C23C-18C0-40DE-9F00-AD32EBC5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DCE28D9-AC23-4E31-9484-082689437A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463" y="1613262"/>
            <a:ext cx="1862137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6791866A-12A6-46F1-B35B-04C5F6A2FE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76" y="4016956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D0481DA2-ADBB-45C2-BDB1-E3F0E09739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82287" y="4016956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65EF6C1-F268-4E40-AF42-E8F7390097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42" y="1613262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2A1221E-E83A-4BF8-B8DE-FA5240885D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63340" y="1613262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032F926-1D38-404D-B09D-F794CA91F9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30042" y="4016956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788EC05-5918-48E0-99FC-B5ED16550A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6576" y="1613262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2E642F3-886C-4D6D-978D-7CE2950BA7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82287" y="1613262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09B01AC-4063-4659-AF62-D588C2F33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463" y="4016956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671D35-7C29-423D-B542-0F586763C790}"/>
              </a:ext>
            </a:extLst>
          </p:cNvPr>
          <p:cNvCxnSpPr>
            <a:cxnSpLocks/>
          </p:cNvCxnSpPr>
          <p:nvPr userDrawn="1"/>
        </p:nvCxnSpPr>
        <p:spPr>
          <a:xfrm>
            <a:off x="652463" y="3657600"/>
            <a:ext cx="108839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4C6647-B079-446B-AA8D-5B4DFB5940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63340" y="4016956"/>
            <a:ext cx="1865022" cy="1386512"/>
          </a:xfrm>
        </p:spPr>
        <p:txBody>
          <a:bodyPr anchor="t">
            <a:noAutofit/>
          </a:bodyPr>
          <a:lstStyle>
            <a:lvl1pPr>
              <a:defRPr sz="1400"/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11D1857-A729-4929-8734-503DD3D681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2463" y="3272241"/>
            <a:ext cx="1865376" cy="365760"/>
          </a:xfrm>
          <a:prstGeom prst="rect">
            <a:avLst/>
          </a:prstGeom>
          <a:ln>
            <a:noFill/>
            <a:bevel/>
            <a:headEnd type="none" w="med" len="med"/>
            <a:tailEnd type="none" w="med" len="med"/>
          </a:ln>
        </p:spPr>
        <p:txBody>
          <a:bodyPr l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[Year]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80E44C-4A2D-4661-AD22-BB24C15D3DF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30042" y="3272241"/>
            <a:ext cx="1865376" cy="365760"/>
          </a:xfrm>
        </p:spPr>
        <p:txBody>
          <a:bodyPr l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[Year]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CB43FDB-A6F2-4060-91A6-8E96774AD2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16575" y="3272241"/>
            <a:ext cx="1865376" cy="365760"/>
          </a:xfrm>
        </p:spPr>
        <p:txBody>
          <a:bodyPr l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[Year]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F1F0739-9660-4447-B3E7-73C480F032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82286" y="3272241"/>
            <a:ext cx="1865376" cy="365760"/>
          </a:xfrm>
        </p:spPr>
        <p:txBody>
          <a:bodyPr l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[Year]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BB6C881-9C1D-4D94-AE7C-212446E928B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63339" y="3272241"/>
            <a:ext cx="1865376" cy="365760"/>
          </a:xfrm>
        </p:spPr>
        <p:txBody>
          <a:bodyPr l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[Year]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4469A45-AC07-4939-BD36-B7C8309EBD6D}"/>
              </a:ext>
            </a:extLst>
          </p:cNvPr>
          <p:cNvCxnSpPr>
            <a:cxnSpLocks/>
          </p:cNvCxnSpPr>
          <p:nvPr userDrawn="1"/>
        </p:nvCxnSpPr>
        <p:spPr>
          <a:xfrm>
            <a:off x="652463" y="3048000"/>
            <a:ext cx="0" cy="920167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A1CD60C-6072-4BF3-98B8-99C49F48F12B}"/>
              </a:ext>
            </a:extLst>
          </p:cNvPr>
          <p:cNvCxnSpPr>
            <a:cxnSpLocks/>
          </p:cNvCxnSpPr>
          <p:nvPr userDrawn="1"/>
        </p:nvCxnSpPr>
        <p:spPr>
          <a:xfrm>
            <a:off x="2830042" y="3048000"/>
            <a:ext cx="0" cy="920167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BA9941D-6D6D-462F-B0C7-FDE8FB232F17}"/>
              </a:ext>
            </a:extLst>
          </p:cNvPr>
          <p:cNvCxnSpPr>
            <a:cxnSpLocks/>
          </p:cNvCxnSpPr>
          <p:nvPr userDrawn="1"/>
        </p:nvCxnSpPr>
        <p:spPr>
          <a:xfrm>
            <a:off x="5010150" y="3048000"/>
            <a:ext cx="0" cy="920167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AEC5B3-F4A2-434A-A88D-D6EB5EEFD11C}"/>
              </a:ext>
            </a:extLst>
          </p:cNvPr>
          <p:cNvCxnSpPr>
            <a:cxnSpLocks/>
          </p:cNvCxnSpPr>
          <p:nvPr userDrawn="1"/>
        </p:nvCxnSpPr>
        <p:spPr>
          <a:xfrm>
            <a:off x="7178675" y="3048000"/>
            <a:ext cx="0" cy="920167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D0FF1AE-B051-43C4-B478-25C9FF963716}"/>
              </a:ext>
            </a:extLst>
          </p:cNvPr>
          <p:cNvCxnSpPr>
            <a:cxnSpLocks/>
          </p:cNvCxnSpPr>
          <p:nvPr userDrawn="1"/>
        </p:nvCxnSpPr>
        <p:spPr>
          <a:xfrm>
            <a:off x="9359900" y="3048000"/>
            <a:ext cx="0" cy="920167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4347A8D-8D3D-470C-B3AF-EE5654AD31C2}"/>
              </a:ext>
            </a:extLst>
          </p:cNvPr>
          <p:cNvSpPr/>
          <p:nvPr userDrawn="1"/>
        </p:nvSpPr>
        <p:spPr>
          <a:xfrm>
            <a:off x="9321800" y="3619500"/>
            <a:ext cx="76200" cy="76200"/>
          </a:xfrm>
          <a:prstGeom prst="rect">
            <a:avLst/>
          </a:prstGeom>
          <a:solidFill>
            <a:srgbClr val="F36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066184E-51B6-47D7-AE97-17999DAFCC5E}"/>
              </a:ext>
            </a:extLst>
          </p:cNvPr>
          <p:cNvSpPr/>
          <p:nvPr userDrawn="1"/>
        </p:nvSpPr>
        <p:spPr>
          <a:xfrm>
            <a:off x="7140575" y="3619500"/>
            <a:ext cx="76200" cy="76200"/>
          </a:xfrm>
          <a:prstGeom prst="rect">
            <a:avLst/>
          </a:prstGeom>
          <a:solidFill>
            <a:srgbClr val="F36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6C33653-7B96-48E2-A96C-A8941F5EA7CB}"/>
              </a:ext>
            </a:extLst>
          </p:cNvPr>
          <p:cNvSpPr/>
          <p:nvPr userDrawn="1"/>
        </p:nvSpPr>
        <p:spPr>
          <a:xfrm>
            <a:off x="4972050" y="3619500"/>
            <a:ext cx="76200" cy="76200"/>
          </a:xfrm>
          <a:prstGeom prst="rect">
            <a:avLst/>
          </a:prstGeom>
          <a:solidFill>
            <a:srgbClr val="F36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F5A9EBB-AD97-432E-B603-644FB25C4F7B}"/>
              </a:ext>
            </a:extLst>
          </p:cNvPr>
          <p:cNvSpPr/>
          <p:nvPr userDrawn="1"/>
        </p:nvSpPr>
        <p:spPr>
          <a:xfrm>
            <a:off x="2794799" y="3619500"/>
            <a:ext cx="76200" cy="76200"/>
          </a:xfrm>
          <a:prstGeom prst="rect">
            <a:avLst/>
          </a:prstGeom>
          <a:solidFill>
            <a:srgbClr val="F36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D0AD25-E239-4962-BC9B-8F79D23F7F92}"/>
              </a:ext>
            </a:extLst>
          </p:cNvPr>
          <p:cNvSpPr/>
          <p:nvPr userDrawn="1"/>
        </p:nvSpPr>
        <p:spPr>
          <a:xfrm>
            <a:off x="614363" y="3619500"/>
            <a:ext cx="76200" cy="76200"/>
          </a:xfrm>
          <a:prstGeom prst="rect">
            <a:avLst/>
          </a:prstGeom>
          <a:solidFill>
            <a:srgbClr val="F36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4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56">
          <p15:clr>
            <a:srgbClr val="FBAE40"/>
          </p15:clr>
        </p15:guide>
        <p15:guide id="2" pos="1781">
          <p15:clr>
            <a:srgbClr val="FBAE40"/>
          </p15:clr>
        </p15:guide>
        <p15:guide id="3" pos="4522">
          <p15:clr>
            <a:srgbClr val="FBAE40"/>
          </p15:clr>
        </p15:guide>
        <p15:guide id="4" pos="589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Mov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C78D-46EF-4E59-AF5C-1B55CBC36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9FF86-ABF9-4337-BDBB-FDCE34B04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9AB1E-B120-4CDD-929A-156C9EC0B20E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0281F-7451-4996-BC5D-20EED4D8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1C23C-18C0-40DE-9F00-AD32EBC5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DCE28D9-AC23-4E31-9484-082689437A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463" y="1613262"/>
            <a:ext cx="1862137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6791866A-12A6-46F1-B35B-04C5F6A2FE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76" y="4023688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D0481DA2-ADBB-45C2-BDB1-E3F0E09739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82287" y="4023688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65EF6C1-F268-4E40-AF42-E8F7390097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42" y="1613262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2A1221E-E83A-4BF8-B8DE-FA5240885D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63340" y="1613262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032F926-1D38-404D-B09D-F794CA91F9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30042" y="4023688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788EC05-5918-48E0-99FC-B5ED16550A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6576" y="1613262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2E642F3-886C-4D6D-978D-7CE2950BA7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82287" y="1613262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b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09B01AC-4063-4659-AF62-D588C2F33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463" y="4023688"/>
            <a:ext cx="1865022" cy="1386512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0"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[Insert text]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671D35-7C29-423D-B542-0F586763C790}"/>
              </a:ext>
            </a:extLst>
          </p:cNvPr>
          <p:cNvCxnSpPr>
            <a:cxnSpLocks/>
          </p:cNvCxnSpPr>
          <p:nvPr userDrawn="1"/>
        </p:nvCxnSpPr>
        <p:spPr>
          <a:xfrm>
            <a:off x="652463" y="3657600"/>
            <a:ext cx="108839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4C6647-B079-446B-AA8D-5B4DFB5940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63340" y="4023688"/>
            <a:ext cx="1865022" cy="1386512"/>
          </a:xfrm>
        </p:spPr>
        <p:txBody>
          <a:bodyPr anchor="t">
            <a:noAutofit/>
          </a:bodyPr>
          <a:lstStyle>
            <a:lvl1pPr>
              <a:defRPr sz="1400"/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[Insert text]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11D1857-A729-4929-8734-503DD3D681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2463" y="3048000"/>
            <a:ext cx="1865376" cy="918487"/>
          </a:xfrm>
          <a:prstGeom prst="accentCallout1">
            <a:avLst>
              <a:gd name="adj1" fmla="val 65508"/>
              <a:gd name="adj2" fmla="val 86"/>
              <a:gd name="adj3" fmla="val 65889"/>
              <a:gd name="adj4" fmla="val -61"/>
            </a:avLst>
          </a:prstGeom>
          <a:ln cap="rnd">
            <a:solidFill>
              <a:schemeClr val="accent1"/>
            </a:solidFill>
            <a:bevel/>
            <a:headEnd type="oval" w="med" len="med"/>
            <a:tailEnd type="oval" w="med" len="med"/>
          </a:ln>
        </p:spPr>
        <p:txBody>
          <a:bodyPr lIns="91440" b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80E44C-4A2D-4661-AD22-BB24C15D3DF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30041" y="3047999"/>
            <a:ext cx="1865376" cy="917575"/>
          </a:xfrm>
          <a:prstGeom prst="accentCallout1">
            <a:avLst>
              <a:gd name="adj1" fmla="val 65924"/>
              <a:gd name="adj2" fmla="val -252"/>
              <a:gd name="adj3" fmla="val 63269"/>
              <a:gd name="adj4" fmla="val -404"/>
            </a:avLst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txBody>
          <a:bodyPr lIns="91440" b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CB43FDB-A6F2-4060-91A6-8E96774AD2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16575" y="3048000"/>
            <a:ext cx="1865376" cy="917574"/>
          </a:xfrm>
          <a:prstGeom prst="accentCallout1">
            <a:avLst>
              <a:gd name="adj1" fmla="val 66674"/>
              <a:gd name="adj2" fmla="val -622"/>
              <a:gd name="adj3" fmla="val 69055"/>
              <a:gd name="adj4" fmla="val 222"/>
            </a:avLst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txBody>
          <a:bodyPr lIns="91440" b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F1F0739-9660-4447-B3E7-73C480F032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82286" y="3047999"/>
            <a:ext cx="1865376" cy="917575"/>
          </a:xfrm>
          <a:prstGeom prst="accentCallout1">
            <a:avLst>
              <a:gd name="adj1" fmla="val 66450"/>
              <a:gd name="adj2" fmla="val -401"/>
              <a:gd name="adj3" fmla="val 65696"/>
              <a:gd name="adj4" fmla="val -329"/>
            </a:avLst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txBody>
          <a:bodyPr lIns="91440" b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BB6C881-9C1D-4D94-AE7C-212446E928B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63339" y="3047999"/>
            <a:ext cx="1865376" cy="917575"/>
          </a:xfrm>
          <a:prstGeom prst="accentCallout1">
            <a:avLst>
              <a:gd name="adj1" fmla="val 65415"/>
              <a:gd name="adj2" fmla="val -292"/>
              <a:gd name="adj3" fmla="val 65781"/>
              <a:gd name="adj4" fmla="val -464"/>
            </a:avLst>
          </a:prstGeom>
          <a:ln>
            <a:solidFill>
              <a:schemeClr val="accent1"/>
            </a:solidFill>
            <a:headEnd type="oval" w="med" len="med"/>
            <a:tailEnd type="oval" w="med" len="med"/>
          </a:ln>
        </p:spPr>
        <p:txBody>
          <a:bodyPr lIns="91440" bIns="91440"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842794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56">
          <p15:clr>
            <a:srgbClr val="FBAE40"/>
          </p15:clr>
        </p15:guide>
        <p15:guide id="2" pos="1781">
          <p15:clr>
            <a:srgbClr val="FBAE40"/>
          </p15:clr>
        </p15:guide>
        <p15:guide id="3" pos="4522">
          <p15:clr>
            <a:srgbClr val="FBAE40"/>
          </p15:clr>
        </p15:guide>
        <p15:guide id="4" pos="589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3D075-2D2A-432B-A997-D5993EB1794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2464" y="1300213"/>
            <a:ext cx="5346892" cy="411180"/>
          </a:xfrm>
        </p:spPr>
        <p:txBody>
          <a:bodyPr tIns="0" bIns="0" anchor="t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82A4-080D-41BF-B4A7-7E4FACCED81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2464" y="1905000"/>
            <a:ext cx="5346892" cy="43418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B3100-2FB8-47F1-8100-0FBAE4AEF7D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1651" y="1300213"/>
            <a:ext cx="5349240" cy="411180"/>
          </a:xfrm>
        </p:spPr>
        <p:txBody>
          <a:bodyPr tIns="0" bIns="0" anchor="t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8BA0B-4EA0-48FF-8698-F2CB788CC4F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91650" y="1905000"/>
            <a:ext cx="5349240" cy="43418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2F647-FBD3-4D46-9714-C0D779A8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6AF70-7C68-4319-AF4B-345D23F475EF}" type="datetime1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60753-8345-48D3-823E-E7799D85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B99D5-02A7-45F0-B534-B6581DF5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5A8E38F-F454-4E0C-98DB-2A7A7146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580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98">
          <p15:clr>
            <a:srgbClr val="FBAE40"/>
          </p15:clr>
        </p15:guide>
        <p15:guide id="2" pos="377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3D075-2D2A-432B-A997-D5993EB1794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2463" y="1300213"/>
            <a:ext cx="10877549" cy="411180"/>
          </a:xfrm>
        </p:spPr>
        <p:txBody>
          <a:bodyPr tIns="0" bIns="0" anchor="t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82A4-080D-41BF-B4A7-7E4FACCED81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2464" y="1905000"/>
            <a:ext cx="5346892" cy="43418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8BA0B-4EA0-48FF-8698-F2CB788CC4F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91650" y="1905000"/>
            <a:ext cx="5349240" cy="43418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2F647-FBD3-4D46-9714-C0D779A8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6AF70-7C68-4319-AF4B-345D23F475EF}" type="datetime1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60753-8345-48D3-823E-E7799D85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B99D5-02A7-45F0-B534-B6581DF5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5A8E38F-F454-4E0C-98DB-2A7A7146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78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98">
          <p15:clr>
            <a:srgbClr val="FBAE40"/>
          </p15:clr>
        </p15:guide>
        <p15:guide id="2" pos="377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3D075-2D2A-432B-A997-D5993EB1794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2463" y="1300213"/>
            <a:ext cx="10877549" cy="411180"/>
          </a:xfrm>
        </p:spPr>
        <p:txBody>
          <a:bodyPr tIns="0" bIns="0" anchor="t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82A4-080D-41BF-B4A7-7E4FACCED81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2464" y="1905000"/>
            <a:ext cx="10877548" cy="434181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2F647-FBD3-4D46-9714-C0D779A8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6AF70-7C68-4319-AF4B-345D23F475EF}" type="datetime1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60753-8345-48D3-823E-E7799D85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B99D5-02A7-45F0-B534-B6581DF5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5A8E38F-F454-4E0C-98DB-2A7A7146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025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98">
          <p15:clr>
            <a:srgbClr val="FBAE40"/>
          </p15:clr>
        </p15:guide>
        <p15:guide id="2" pos="377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9177-7015-4A49-8BC8-19EBA7FA0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11BDC-FBFB-4E6B-85D8-50672F62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BCA-0219-4609-BCAA-F9B407977B87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351E5-FCF4-4BB9-847A-04873875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F9528-8E12-4DE8-A972-12DB9586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701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D0E95-6493-46FB-AF34-EA94C065B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D536-BC70-44DD-A9ED-888FC9634950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3F9C0-4038-4555-936D-C20E8B3F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BBFE0-4186-4F2B-9BA3-81016EB0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61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916F4-C38C-43B6-B235-3D502D1227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2463" y="1299411"/>
            <a:ext cx="7281862" cy="494740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59137-F3DC-4BFD-A914-BD2F07479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15299" y="1299411"/>
            <a:ext cx="3424237" cy="49474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41241-AD4B-40FC-B359-5F905A3F5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5DDF-78C3-4D24-8288-F1F973E8CFAC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CE36F-6757-4C81-8D75-C1BA7445B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39E91-7C9F-4996-8A46-74B61923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A4749DF-7520-4440-97E4-23F09CDEB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064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98">
          <p15:clr>
            <a:srgbClr val="FBAE40"/>
          </p15:clr>
        </p15:guide>
        <p15:guide id="2" pos="511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79EB3B-AD57-4FF5-A996-C5EBDB21A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7200" y="1299411"/>
            <a:ext cx="7272336" cy="4947402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BA5EB-F56B-47B9-BCFC-3B0559DDC69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2464" y="1299411"/>
            <a:ext cx="3412156" cy="49474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60082-1007-4952-8649-24426F4D2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DC134-1212-4245-BDD2-2A024EDC0806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71AC9-0212-4534-A51A-C4628007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508001"/>
            <a:ext cx="5345151" cy="3499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692D0-CA86-4657-B84A-59748B83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C9FD-F0BE-4343-88E6-11D806760E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2191005-C272-4DA5-8C75-888452C14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0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>
          <p15:clr>
            <a:srgbClr val="FBAE40"/>
          </p15:clr>
        </p15:guide>
        <p15:guide id="2" pos="268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~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1E3B62-6B93-4CD8-A0FD-73045DF01E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Do Not Use Slide Layouts After This</a:t>
            </a:r>
          </a:p>
        </p:txBody>
      </p:sp>
    </p:spTree>
    <p:extLst>
      <p:ext uri="{BB962C8B-B14F-4D97-AF65-F5344CB8AC3E}">
        <p14:creationId xmlns:p14="http://schemas.microsoft.com/office/powerpoint/2010/main" val="35162577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jpeg"/><Relationship Id="rId25" Type="http://schemas.openxmlformats.org/officeDocument/2006/relationships/image" Target="../media/image2.png"/><Relationship Id="rId26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5FA72F0-4BED-F339-CDB2-0E0B1B5B03F5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00" y="6495989"/>
            <a:ext cx="12200400" cy="362011"/>
          </a:xfrm>
          <a:prstGeom prst="rect">
            <a:avLst/>
          </a:prstGeom>
        </p:spPr>
      </p:pic>
      <p:grpSp>
        <p:nvGrpSpPr>
          <p:cNvPr id="13" name="Group 12" hidden="1">
            <a:extLst>
              <a:ext uri="{FF2B5EF4-FFF2-40B4-BE49-F238E27FC236}">
                <a16:creationId xmlns:a16="http://schemas.microsoft.com/office/drawing/2014/main" id="{B49CC672-C64F-47FA-92E7-3CA95B9FFBCC}"/>
              </a:ext>
            </a:extLst>
          </p:cNvPr>
          <p:cNvGrpSpPr/>
          <p:nvPr/>
        </p:nvGrpSpPr>
        <p:grpSpPr>
          <a:xfrm>
            <a:off x="4143639" y="-383196"/>
            <a:ext cx="3892639" cy="384717"/>
            <a:chOff x="4143639" y="-383196"/>
            <a:chExt cx="3892639" cy="38471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ABD84C-1053-4903-99C6-DB42A37EC3AD}"/>
                </a:ext>
              </a:extLst>
            </p:cNvPr>
            <p:cNvSpPr/>
            <p:nvPr userDrawn="1"/>
          </p:nvSpPr>
          <p:spPr>
            <a:xfrm>
              <a:off x="4143639" y="-383196"/>
              <a:ext cx="199707" cy="3847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C5CE6E5-A6B5-45C3-BF37-C51129ED31F2}"/>
                </a:ext>
              </a:extLst>
            </p:cNvPr>
            <p:cNvSpPr/>
            <p:nvPr userDrawn="1"/>
          </p:nvSpPr>
          <p:spPr>
            <a:xfrm>
              <a:off x="5264238" y="-383196"/>
              <a:ext cx="199707" cy="3847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C80C763-ED8A-4014-80B4-53844DAE4571}"/>
                </a:ext>
              </a:extLst>
            </p:cNvPr>
            <p:cNvSpPr/>
            <p:nvPr userDrawn="1"/>
          </p:nvSpPr>
          <p:spPr>
            <a:xfrm>
              <a:off x="5994398" y="-383196"/>
              <a:ext cx="199707" cy="3847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C7C2FBF-BFD0-45A0-B380-74B05AFC2538}"/>
                </a:ext>
              </a:extLst>
            </p:cNvPr>
            <p:cNvSpPr/>
            <p:nvPr userDrawn="1"/>
          </p:nvSpPr>
          <p:spPr>
            <a:xfrm>
              <a:off x="6730937" y="-383196"/>
              <a:ext cx="199707" cy="3847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9482447-E03F-4041-99E7-672360BB900B}"/>
                </a:ext>
              </a:extLst>
            </p:cNvPr>
            <p:cNvSpPr/>
            <p:nvPr userDrawn="1"/>
          </p:nvSpPr>
          <p:spPr>
            <a:xfrm>
              <a:off x="7836571" y="-383196"/>
              <a:ext cx="199707" cy="3847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B8FEC4-229F-4ABD-A99D-F43B745A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3" y="202130"/>
            <a:ext cx="10877550" cy="71449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69EAB-0ED6-424B-82E0-E3807DAE9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464" y="1295400"/>
            <a:ext cx="10877549" cy="49513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3DB56-6734-4844-934F-ABB4E8010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2743200" cy="195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12061-5B3B-4D83-B4CE-40429F6CC7E7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DBFE2-706E-4B75-8B72-1A1D8087D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1238" y="6529947"/>
            <a:ext cx="5345151" cy="306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C9DDA-931A-4383-A30D-B2F78CD3D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7268" y="6508001"/>
            <a:ext cx="506116" cy="3499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507CC9FD-F0BE-4343-88E6-11D806760E4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A27B62E7-3B26-4913-A667-99C90CE04A7C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1064" t="25850" r="11371" b="26766"/>
          <a:stretch/>
        </p:blipFill>
        <p:spPr>
          <a:xfrm>
            <a:off x="465625" y="6571893"/>
            <a:ext cx="865204" cy="2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3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82" r:id="rId16"/>
    <p:sldLayoutId id="2147483681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35">
          <p15:clr>
            <a:srgbClr val="F26B43"/>
          </p15:clr>
        </p15:guide>
        <p15:guide id="2" pos="3840">
          <p15:clr>
            <a:srgbClr val="A4A3A4"/>
          </p15:clr>
        </p15:guide>
        <p15:guide id="3" pos="411">
          <p15:clr>
            <a:srgbClr val="F26B43"/>
          </p15:clr>
        </p15:guide>
        <p15:guide id="4" pos="7267">
          <p15:clr>
            <a:srgbClr val="F26B43"/>
          </p15:clr>
        </p15:guide>
        <p15:guide id="5" orient="horz" pos="816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Tricentis Theme">
  <a:themeElements>
    <a:clrScheme name="Tricentis 2023">
      <a:dk1>
        <a:srgbClr val="181816"/>
      </a:dk1>
      <a:lt1>
        <a:srgbClr val="FFFFFF"/>
      </a:lt1>
      <a:dk2>
        <a:srgbClr val="4E4F51"/>
      </a:dk2>
      <a:lt2>
        <a:srgbClr val="898D8D"/>
      </a:lt2>
      <a:accent1>
        <a:srgbClr val="004C97"/>
      </a:accent1>
      <a:accent2>
        <a:srgbClr val="1C375D"/>
      </a:accent2>
      <a:accent3>
        <a:srgbClr val="007FFD"/>
      </a:accent3>
      <a:accent4>
        <a:srgbClr val="0E88AE"/>
      </a:accent4>
      <a:accent5>
        <a:srgbClr val="5BC9E6"/>
      </a:accent5>
      <a:accent6>
        <a:srgbClr val="D2D755"/>
      </a:accent6>
      <a:hlink>
        <a:srgbClr val="0E88AE"/>
      </a:hlink>
      <a:folHlink>
        <a:srgbClr val="5BC9E6"/>
      </a:folHlink>
    </a:clrScheme>
    <a:fontScheme name="Tricentis Font Theme">
      <a:majorFont>
        <a:latin typeface="Open Sans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ccelerate">
      <a:srgbClr val="FF6C0E"/>
    </a:custClr>
    <a:custClr name="Fusion">
      <a:srgbClr val="FFB400"/>
    </a:custClr>
    <a:custClr name="Chestnut">
      <a:srgbClr val="988078"/>
    </a:custClr>
  </a:custClrLst>
  <a:extLst>
    <a:ext uri="{05A4C25C-085E-4340-85A3-A5531E510DB2}">
      <thm15:themeFamily xmlns:thm15="http://schemas.microsoft.com/office/thememl/2012/main" name="00. TRI_Master 2023_ A_Left justified" id="{1DF7233C-37B4-0442-B6B4-D31D7D0EA779}" vid="{8E2B58B7-BF77-4E47-969E-90B0CCE0BA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0</Slides>
  <Notes>0</Not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2024-01-31T03:52:49Z</dcterms:created>
  <dcterms:modified xsi:type="dcterms:W3CDTF">2025-05-09T04:06:35Z</dcterms:modified>
  <dc:subject/>
  <cp:keywords/>
</cp:coreProperties>
</file>