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media/image3.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Lst>
  <p:sldIdLst>
    <p:sldId id="256" r:id="rId7"/>
    <p:sldId id="257" r:id="rId6"/>
    <p:sldId id="258" r:id="rId9"/>
    <p:sldId id="259" r:id="rId10"/>
    <p:sldId id="260" r:id="rId11"/>
    <p:sldId id="261" r:id="rId12"/>
    <p:sldId id="262" r:id="rId13"/>
    <p:sldId id="263" r:id="rId14"/>
    <p:sldId id="264" r:id="rId5"/>
    <p:sldId id="265" r:id="rId4"/>
    <p:sldId id="266" r:id="rId3"/>
    <p:sldId id="267" r:id="rId2"/>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987" autoAdjust="0"/>
    <p:restoredTop sz="94660"/>
  </p:normalViewPr>
  <p:slideViewPr>
    <p:cSldViewPr snapToGrid="0">
      <p:cViewPr varScale="1">
        <p:scale>
          <a:sx n="155" d="100"/>
          <a:sy n="155" d="100"/>
        </p:scale>
        <p:origin x="390" y="150"/>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2.xml"/><Relationship Id="rId3" Type="http://schemas.openxmlformats.org/officeDocument/2006/relationships/slide" Target="slides/slide11.xml"/><Relationship Id="rId4" Type="http://schemas.openxmlformats.org/officeDocument/2006/relationships/slide" Target="slides/slide10.xml"/><Relationship Id="rId5" Type="http://schemas.openxmlformats.org/officeDocument/2006/relationships/slide" Target="slides/slide9.xml"/><Relationship Id="rId6" Type="http://schemas.openxmlformats.org/officeDocument/2006/relationships/slide" Target="slides/slide2.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과정 소개. 오늘은 Tosca Commander에 들어 있는 MCP Server를 써서, AI 어시스턴트에게 말로 요청해 테스트케이스를 만드는 방법을 배운다. 기준 버전은 Commander 2026.1 LTS Patch 1 이상이고, Tricentis가 공개한 commander-mcp 스킬팩 1.2.1 내용을 기준으로 했다. Tosca를 많이 안 써 본 분도 따라올 수 있게 용어부터 짚고 간다.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오늘 목표는 세 가지다. MCP Server가 Commander와 AI 사이에서 무엇을 하는지 설명할 수 있고, 기존 모듈로 테스트케이스를 만들어 ScratchBook에서 검증할 수 있고, 프롬프트를 네 가지 요소로 써서 템플릿을 업무에 맞게 고칠 수 있으면 된다. 오늘 실습에서 만든 테스트케이스와 프롬프트는 그대로 가져가서 쓴다.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전체 3시간 20분 중 절반 가까이가 실습이다. 이론은 실습에 필요한 만큼만 다룬다. 실습은 Lab 0부터 Lab 5까지 순서대로 진행하는데, 앞 Lab에서 만든 결과를 뒤 Lab에서 쓰기 때문에 건너뛰지 않는다. 휴식은 Lab 3가 끝난 뒤 10분. 그 전까지 95분이므로 Lab 사이사이 진행 상황을 확인한다.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AI가 돌려주는 답에는 Tosca 용어가 그대로 나온다. 용어를 모르면 결과가 맞는지 판단할 수 없다. 8개만 기억하면 오늘 실습은 충분하다. 특히 ActionMode의 Input과 Verify 차이, ScratchBook과 ExecutionList 차이는 실습에서 계속 나오니 짚어 준다.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Tosca 테스트는 화면을 스캔해 모듈을 만들고, 모듈을 조합해 테스트케이스를 만들고, 실행해서 결과를 보는 순서로 만들어진다. MCP로 AI가 도와줄 수 있는 구간은 2번부터 5번까지다. 2번은 이미 있는 모듈을 찾아 쓰는 것까지다. 1번 화면 스캔은 XScan 화면에서 사람이 해야 하고, AI는 화면을 스캔해 UI 모듈을 만들 수 없다. 그래서 실습용 모듈은 미리 준비해 두었다. 참고로 API 모듈은 MCP 도구로 만들 수 있다.</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Part 1은 25분. MCP 자체를 깊게 파지는 않는다. 오늘 실습을 이해하는 데 필요한 정도, 그리고 AI에게 맡기면 안 되는 일이 무엇인지까지가 목표다.</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MCP는 Model Context Protocol의 약자다. AI 앱이 외부 프로그램의 기능을 도구처럼 불러 쓸 수 있게 해 주는 공개 규격이다. 예전에는 AI 앱과 프로그램을 잇는 연동을 조합마다 따로 만들어야 했다. MCP가 생긴 뒤로는 각자 규격 하나만 맞추면 된다. Tosca 입장에서는 서버 하나만 만들면 Copilot, Cursor, Claude 어디서든 붙는다는 뜻이다. 2024년 11월 Anthropic이 공개했고, 2025년 12월 Linux Foundation 산하 Agentic AI Foundation으로 넘어갔다.</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Host는 우리가 직접 쓰는 AI 앱이다. VS Code, Cursor, Claude Desktop 같은 것. Client는 Host 안에 들어 있어서 MCP 서버와 통신을 맡는다. 사용자가 따로 신경 쓸 일은 없다. Server는 기능을 도구 형태로 내놓는 쪽이고, 오늘은 Tosca MCP Server가 여기에 해당한다.</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다섯 단계 흐름을 실습 내내 보게 된다. 특히 2번, AI가 어떤 도구를 쓸지와 도구에 넣을 값을 스스로 고른다는 점이 중요하다. 그래서 프롬프트가 구체적이어야 한다. 도구가 여러 개 필요한 요청이면 2번에서 4번까지를 여러 번 반복한다.</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Tosca MCP Server는 별도 프로그램이 아니라 Commander에 들어 있는 애드인이다. 2026.1 LTS Patch 1부터 들어갔고, Patch 2부터는 기본으로 켜져 있다. Commander가 실행되는 동안 내 PC 안에서만 접속되는 주소로 열린다. 그래서 Commander와 워크스페이스가 열려 있어야만 쓸 수 있다. AI는 워크스페이스를 연 사람의 권한으로 움직이고, 멀티 유저라면 체크아웃 체크인 규칙도 똑같이 지켜야 한다. AI 어시스턴트가 쓰는 모델은 대부분 클라우드에서 돌기 때문에, 요청과 결과 일부가 모델 쪽으로 전달된다. 사내 AI 사용 정책을 확인하고 쓰자.</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로그인 테스트케이스 하나를 만든다고 해 보자. 직접 하면 폴더 만들고, 모듈을 끌어다 놓고, 값을 하나씩 넣고, ActionMode를 바꾸고, 실행하고, 고치는 일을 전부 클릭으로 한다. MCP를 쓰면 사람이 하는 일은 요청하고, 계획을 확인하고, 결과를 검토하는 세 가지로 줄어든다. 단, 검토를 건너뛰면 안 된다. AI가 고른 모듈이나 값이 틀릴 수 있다.</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Tosca MCP Server가 내놓는 도구는 스킬팩 1.2.1 기준 32개다. 외울 필요는 없다. AI가 알아서 고른다. 다만 어떤 묶음이 있는지 알면 무엇을 시킬 수 있는지 감이 온다. 실습에서 주로 쓰는 것은 조회, 작성, 실행 묶음이다. 실제 목록은 Commander 패치에 따라 조금 다를 수 있으니, Lab 0에서 AI에게 도구 목록을 직접 물어본다.</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AI에게 맡기지 않을 일도 미리 정해 둔다. 화면 스캔은 AI가 못 한다. UI 모듈은 사람이 XScan으로 만든다. 비밀번호 같은 민감 정보는 사람이 넣는다. Data Integrity 연결을 AI가 만들면 Allow AI queries 옵션이 꺼진 채로 만들어지고, 켜는 건 사람이 Connection Manager에서 한다. 삭제는 되돌릴 수 없으니 목록 확인 후 따로 승인한다. 실패가 진짜 결함인지 판단하는 것도 사람 몫이다. 테스트를 고쳐서 결함을 덮으면 안 된다.</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실습 전에 이 네 가지가 준비돼 있어야 한다. Commander는 2026.1 LTS Patch 1 이상이어야 하고, Patch 1이라면 MCP Server 애드인을 직접 켜야 한다. AI 클라이언트는 Tricentis가 테스트했다고 밝힌 네 가지 중 하나를 쓴다. 스킬팩은 Tricentis 문서가 함께 쓰라고 권하고, 스킬팩 안내서에는 MCP 연결과 스킬팩이 둘 다 필요하다고 되어 있다. 이 과정은 설치를 전제로 한다.</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설정은 서버 주소 한 줄이 전부다. 클라이언트마다 등록하는 곳만 다르다. 오른쪽은 VS Code 예시이고, 나머지 클라이언트 설정은 워크북 2장에 그대로 있다. VS Code는 Copilot Chat을 Agent 모드로 바꿔야 도구가 보인다는 점을 꼭 짚는다.</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이제 실습. 워크북 3장을 펴게 한다. 각 Lab마다 입력할 프롬프트가 워크북에 그대로 있으니 복사해서 쓰면 된다. [내 이름] 같은 대괄호 부분만 바꾼다. 막히면 Lab 끝의 '막히면' 칸부터 보게 한다. 실습은 처음부터 끝까지 한 대화창에서 이어서 한다.</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실습 대상은 Tricentis가 공개한 연습용 쇼핑몰 Demo Web Shop이다. 시나리오는 로그인하고, 계정 이메일이 맞게 보이는지 검증하고, 로그아웃하는 것. 모듈은 미리 XScan으로 스캔해서 워크스페이스에 넣어 두었다. AI는 화면을 스캔해 모듈을 만들 수 없기 때문이다. 실습 계정 이메일은 따로 나눠 주고, 비밀번호는 TCP로 넣어 두었다. 사내 앱으로 바꿔도 흐름은 똑같다.</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되돌리기 쉬운 작업부터 한다. Lab 0과 Lab 1은 조회만 하므로 아무것도 바뀌지 않는다. Lab 2와 Lab 3에서 테스트케이스를 만들고, 여기까지 하고 10분 쉰다. Lab 4에서 값을 바꿔 가며 실행하고, Lab 5에서 정리한다. 테스트케이스는 만들 때 바로 저장되므로, 저장을 따로 신경 쓸 곳은 Lab 4의 값 수정이다.</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먼저 Commander를 켜고 실습 워크스페이스를 연다. 그다음 AI 클라이언트에서 tosca-commander 서버가 켜져 있는지 본다. 첫 번째 프롬프트로 도구 목록을 받아 보고, 두 번째로 워크스페이스 정보를 받는다. 모드가 single인지 multi인지 기록해 둔다. Lab 5에서 저장 방법이 달라진다.</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응답 위에 get_workspace_info 같은 도구 이름이 보이면 MCP로 실제 Commander를 읽은 것이다. 도구 목록이 안 보이면 클라이언트에서 서버가 켜져 있는지, VS Code라면 Agent 모드인지부터 확인한다.</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이번 Lab은 조회만 한다. 첫 번째 프롬프트로 TestCases 구조를 보고, 두 번째로 실습 모듈과 속성을 확인한다. 결과에 긴 ID가 나와도 신경 쓰지 않는다. 사람은 경로로 이야기하면 된다. Login 모듈에 Email, Password, Log in이 있는지 꼭 확인한다. Lab 3에서 이 속성들을 쓴다.</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결과는 오른쪽처럼 트리나 표로 돌아온다. 모양은 달라도 Header, Login 모듈과 속성 이름만 맞으면 된다. 폴더가 없다고 하면 Commander 트리에 보이는 이름 그대로 경로를 다시 적게 한다.</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글로 된 수동 테스트 절차를 그대로 붙여 넣어 Tosca 수동 테스트케이스로 만든다. 프롬프트 마지막 줄 '만들기 전에 순서를 먼저 보여줘'가 중요하다. 작업 상태는 반드시 속성 변경으로 바꾸게 한다. 메뉴 작업으로 바꾸면 대화상자가 떠서 Commander가 멈춘다. 결과는 Commander에서 직접 열어 확인한다.</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프롬프트 2-1은 글로 된 테스트 절차를 그대로 옮긴 것이다. AI가 작업 순서를 보여 주면 읽어 보고 2-2로 승인한다. 오른쪽처럼 테스트케이스 아래에 수동 스텝 세 개가 생기면 된다.</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자동화 테스트케이스는 처음부터 만들게 하지 않는다. 먼저 계획만 받는다. 프롬프트에 모듈을 찾을 범위를 정해 주고, 새로 스캔하지 말라고 적는다. 비밀번호는 프롬프트에 쓰지 않고 TCP 참조로 넣는다. 클라우드 모델로 넘어가지 않게 하기 위해서다. 두세 번 고쳐도 안 되면 강사가 준비한 완성본을 복사해 Lab 4로 넘어간다.</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프롬프트를 천천히 읽어 준다. 대상(폴더), 작업(자동화 테스트케이스), 조건(모듈 범위, 스캔 금지), 확인(계획을 표로)이 다 들어 있다는 점을 짚는다. Part 3에서 이 네 가지를 다시 다룬다.</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왼쪽처럼 스텝마다 모듈, 속성, 값, ActionMode가 나온 표를 받으면 하나씩 확인한다. 4번 Account 스텝이 Verify인지, Password가 참조로 들어갔는지, 못 찾은 모듈이 없는지가 핵심이다. 맞으면 3-2로 승인한다. 만든 뒤에는 Commander에서 직접 열어 본다. 여기까지 끝나면 10분 휴식.</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10분 쉰다. 쉬는 동안 Lab 3이 끝나지 않은 사람은 강사가 완성본 복사를 도와준다. Commander와 AI 대화창은 닫지 않고 그대로 둔다.</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만든 테스트케이스를 ScratchBook에서 검증 실행한다. 실행은 저장된 상태로 돌기 때문에, 값을 바꾸면 꼭 저장하고 실행하게 한다. 한 번 통과하면 일부러 Verify 값을 틀리게 바꿔서 실패를 만든다. 그리고 AI에게 원인만 설명하라고 한다. 고치라고 바로 시키지 않는 게 포인트다.</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네 개의 프롬프트를 순서대로 입력한다. 브라우저가 열리면 끝날 때까지 손을 뗀다. 4-3에서 '아직 고치지는 마'라고 적는 이유를 설명한다. 분석과 수정을 나눠야 실제 결함을 테스트 수정으로 덮는 일을 막을 수 있다.</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마지막으로 오늘 만든 것을 정리하고 저장한다. 테스트케이스는 만들 때 이미 저장됐으니, 여기서 저장하는 건 Lab 4처럼 값을 바꾼 것이다. 싱글 유저는 저장으로 끝이다. 멀티 유저라면 시작할 때 update_all로 최신 내용을 받고, 고칠 객체를 체크아웃하고, 끝에 저장과 체크인을 한다.</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체크인은 내가 체크아웃한 객체 전부에 적용된다. 그래서 체크인 전에는 바뀐 객체 목록을 먼저 보는 습관을 들인다. 오른쪽 표는 싱글 유저와 멀티 유저에서 작업 시작과 끝에 할 일이다.</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실습에서 자주 막히는 지점이다. 대부분 Commander가 닫혀 있거나, 경로가 틀렸거나, 저장을 안 한 경우다. 그래도 안 되면 AI 응답을 그대로 복사해 보여 달라고 한다. 어떤 도구가 어떤 오류를 냈는지가 가장 빠른 단서다.</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실습에서 손으로 해 봤으니, 이제 실제 업무에 어디에 쓸지와 프롬프트를 어떻게 써야 원하는 결과가 나오는지 정리한다.</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공식 워크플로와 도구를 기준으로 업무에 바로 적용해 볼 수 있는 쓰임새를 여섯 가지로 묶었다. 오늘 실습은 1번과 2번이었다. 4번 실패 원인 분석은 야간 실행 결과를 볼 때 쓸모가 크다. 6번 중 API 모듈 만들기는 대응하는 공식 워크플로가 없어 템플릿이 없으므로 네 요소로 직접 쓴다. Data Integrity는 라이선스와 권한 설정이 필요하다.</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AI는 프롬프트를 읽고 도구에 넣을 값을 뽑아낸다. 경로를 적으면 create_test_cases의 path가 되고, 모듈 범위를 적으면 list_assets의 검색 범위가 된다. 반대로 프롬프트에 없는 정보는 AI가 추측하거나 다시 묻는다. 추측이 틀리면 엉뚱한 폴더에 테스트케이스가 생긴다.</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Tricentis는 MCP 프롬프트를 쓸 때 구체적으로 쓰고, 맥락을 주고, 단계를 나눠 요청하라고 권한다. 이걸 실무에서 바로 쓰기 좋게 대상, 작업, 조건, 확인 네 가지로 정리했다. 아래 예시처럼 네 가지가 다 들어가면 AI가 추측할 여지가 거의 없다.</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왼쪽은 실제로 자주 보는 요청이다. 짧고 편하지만 AI가 추측해야 할 게 많다. 가운데는 같은 의도를 네 요소로 고쳐 쓴 것이다. 두 번째와 세 번째 예시는 특히 위험한 경우다. 분석과 수정을 한 번에 시키면 결함을 테스트 수정으로 덮을 수 있고, 정리해 달라는 말은 삭제로 이어질 수 있다.</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일곱 가지 중 가장 중요한 것은 세 번째, 바꾸는 일은 계획부터다. 계획을 보면 AI가 무엇을 오해했는지 실행 전에 알 수 있다. 나머지는 계획을 더 정확하게 만들기 위한 요령이다. 공통 머리말 템플릿 T00에 이 요령들을 규칙으로 넣어 두었다.</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마지막 파트. 지금 바로 쓸 수 있는 템플릿을 소개한다. 전체 문구는 워크북 5장에 있으니 슬라이드에서는 구성과 쓰는 법만 본다.</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먼저 구분할 것이 있다. Tricentis가 공개한 commander-mcp 스킬팩 1.2.1에 들어 있는 것은 AI가 따라 하는 작업 순서, 즉 워크플로 템플릿 18종이다. 이건 AI용이고 Tricentis가 제공한다. 사람이 입력하는 프롬프트 템플릿 T00~T18은 이 과정에서 그 18종에 하나씩 맞춰 만든 것이다. 번호는 대응 관계를 찾기 쉽게 공식 목록 순서를 따랐다.</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T00은 앞에서 본 작성 요령을 규칙으로 바꾼 것이다. 대화를 시작할 때 한 번 붙여 넣으면 이후 요청에 계속 적용된다. 5번 규칙은 Commander가 대화상자 때문에 멈추는 일을 막는다. 스킬팩이 없는 클라이언트에서는 특히 중요하다.</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템플릿마다 같은 구성이다. 언제 쓰는지, 프롬프트 본문, 작성 예시, AI가 주로 쓰는 도구, 확인할 점. 본문의 대괄호 부분만 바꿔 쓰면 된다. T06은 Lab 3에서 쓴 프롬프트를 일반화한 것이다. 대응하는 공식 워크플로는 author-automated-test-case다.</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실제로 쓸 때는 이 순서를 따른다. 대화를 시작하면 T00 머리말을 먼저 붙여 넣는다. 하려는 일에 맞는 템플릿을 고르고, 대괄호를 채운다. AI가 계획을 보여주면 확인하고 승인한다. 결과를 검토하고 저장한다. 그리고 써 보니 잘 된 프롬프트는 팀 템플릿에 추가해서 같이 쓴다.</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오늘 내용을 세 줄로 정리한다. 다음 단계로 사내 앱에 바로 적용해 보길 권한다. 모듈이 준비되지 않은 앱은 MCP로 할 수 있는 게 거의 없으니, 모듈 준비가 첫 번째다. 질문 받는다.</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자료 출처다. 도구 목록과 워크플로 이름은 2026년 10월 기준 commander-mcp 스킬팩 1.2.1을 따랐다. 스킬팩이 갱신되면 템플릿 목록도 함께 고친다.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jpe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jpeg"/><Relationship Id="rId3" Type="http://schemas.openxmlformats.org/officeDocument/2006/relationships/image" Target="../media/image2.png"/><Relationship Id="rId4" Type="http://schemas.openxmlformats.org/officeDocument/2006/relationships/image" Target="../media/image3.sv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jpe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jpeg"/><Relationship Id="rId3" Type="http://schemas.openxmlformats.org/officeDocument/2006/relationships/image" Target="../media/image2.png"/><Relationship Id="rId4" Type="http://schemas.openxmlformats.org/officeDocument/2006/relationships/image" Target="../media/image3.sv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Slide">
    <p:spTree>
      <p:nvGrpSpPr>
        <p:cNvPr id="1" name=""/>
        <p:cNvGrpSpPr/>
        <p:nvPr/>
      </p:nvGrpSpPr>
      <p:grpSpPr>
        <a:xfrm>
          <a:off x="0" y="0"/>
          <a:ext cx="0" cy="0"/>
          <a:chOff x="0" y="0"/>
          <a:chExt cx="0" cy="0"/>
        </a:xfrm>
      </p:grpSpPr>
      <p:pic>
        <p:nvPicPr>
          <p:cNvPr id="7" name="Picture 6">
            <a:extLst>
              <a:ext uri="{FF2B5EF4-FFF2-40B4-BE49-F238E27FC236}">
                <a16:creationId xmlns:a16="http://schemas.microsoft.com/office/drawing/2014/main" id="{7A9DDA3A-52E2-D5CB-116C-67B063511538}"/>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2400" y="-22571"/>
            <a:ext cx="12196800" cy="6880571"/>
          </a:xfrm>
          <a:prstGeom prst="rect">
            <a:avLst/>
          </a:prstGeom>
        </p:spPr>
      </p:pic>
      <p:sp>
        <p:nvSpPr>
          <p:cNvPr id="2" name="Title 1">
            <a:extLst>
              <a:ext uri="{FF2B5EF4-FFF2-40B4-BE49-F238E27FC236}">
                <a16:creationId xmlns:a16="http://schemas.microsoft.com/office/drawing/2014/main" id="{C2BCD4FA-1DD7-44F1-92EE-79F7D5C3F582}"/>
              </a:ext>
            </a:extLst>
          </p:cNvPr>
          <p:cNvSpPr>
            <a:spLocks noGrp="1"/>
          </p:cNvSpPr>
          <p:nvPr>
            <p:ph type="ctrTitle" hasCustomPrompt="1"/>
          </p:nvPr>
        </p:nvSpPr>
        <p:spPr>
          <a:xfrm>
            <a:off x="659304" y="1612585"/>
            <a:ext cx="7313071" cy="1701105"/>
          </a:xfrm>
        </p:spPr>
        <p:txBody>
          <a:bodyPr anchor="b">
            <a:noAutofit/>
          </a:bodyPr>
          <a:lstStyle>
            <a:lvl1pPr algn="l">
              <a:defRPr sz="4000"/>
            </a:lvl1pPr>
          </a:lstStyle>
          <a:p>
            <a:r>
              <a:rPr lang="en-US" dirty="0"/>
              <a:t>[Insert title here]</a:t>
            </a:r>
          </a:p>
        </p:txBody>
      </p:sp>
      <p:sp>
        <p:nvSpPr>
          <p:cNvPr id="3" name="Subtitle 2">
            <a:extLst>
              <a:ext uri="{FF2B5EF4-FFF2-40B4-BE49-F238E27FC236}">
                <a16:creationId xmlns:a16="http://schemas.microsoft.com/office/drawing/2014/main" id="{0FD38753-5618-4399-98B6-641235EA5E9C}"/>
              </a:ext>
            </a:extLst>
          </p:cNvPr>
          <p:cNvSpPr>
            <a:spLocks noGrp="1"/>
          </p:cNvSpPr>
          <p:nvPr>
            <p:ph type="subTitle" idx="1" hasCustomPrompt="1"/>
          </p:nvPr>
        </p:nvSpPr>
        <p:spPr>
          <a:xfrm>
            <a:off x="652463" y="3842379"/>
            <a:ext cx="7295783" cy="1415420"/>
          </a:xfrm>
        </p:spPr>
        <p:txBody>
          <a:bodyPr>
            <a:noAutofit/>
          </a:bodyPr>
          <a:lstStyle>
            <a:lvl1pPr marL="0" indent="0" algn="l">
              <a:buNone/>
              <a:defRPr sz="20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[Insert subtitle here]</a:t>
            </a:r>
          </a:p>
        </p:txBody>
      </p:sp>
      <p:grpSp>
        <p:nvGrpSpPr>
          <p:cNvPr id="14" name="Graphic 6">
            <a:extLst>
              <a:ext uri="{FF2B5EF4-FFF2-40B4-BE49-F238E27FC236}">
                <a16:creationId xmlns:a16="http://schemas.microsoft.com/office/drawing/2014/main" id="{6A318EF2-F713-47CA-BFAF-32E41F0D01D9}"/>
              </a:ext>
            </a:extLst>
          </p:cNvPr>
          <p:cNvGrpSpPr/>
          <p:nvPr userDrawn="1"/>
        </p:nvGrpSpPr>
        <p:grpSpPr>
          <a:xfrm>
            <a:off x="335933" y="508051"/>
            <a:ext cx="3130969" cy="644467"/>
            <a:chOff x="335933" y="374658"/>
            <a:chExt cx="3130969" cy="644467"/>
          </a:xfrm>
          <a:solidFill>
            <a:srgbClr val="0D4E96"/>
          </a:solidFill>
        </p:grpSpPr>
        <p:grpSp>
          <p:nvGrpSpPr>
            <p:cNvPr id="15" name="Graphic 6">
              <a:extLst>
                <a:ext uri="{FF2B5EF4-FFF2-40B4-BE49-F238E27FC236}">
                  <a16:creationId xmlns:a16="http://schemas.microsoft.com/office/drawing/2014/main" id="{BFB1FC13-4601-43F1-BD0E-12379D73F080}"/>
                </a:ext>
              </a:extLst>
            </p:cNvPr>
            <p:cNvGrpSpPr/>
            <p:nvPr/>
          </p:nvGrpSpPr>
          <p:grpSpPr>
            <a:xfrm>
              <a:off x="1000369" y="435515"/>
              <a:ext cx="2466533" cy="515146"/>
              <a:chOff x="1000369" y="435515"/>
              <a:chExt cx="2466533" cy="515146"/>
            </a:xfrm>
            <a:solidFill>
              <a:srgbClr val="0D4E96"/>
            </a:solidFill>
          </p:grpSpPr>
          <p:sp>
            <p:nvSpPr>
              <p:cNvPr id="30" name="Freeform: Shape 29">
                <a:extLst>
                  <a:ext uri="{FF2B5EF4-FFF2-40B4-BE49-F238E27FC236}">
                    <a16:creationId xmlns:a16="http://schemas.microsoft.com/office/drawing/2014/main" id="{E3C04A37-4BDC-4123-9386-472B0D8D23CE}"/>
                  </a:ext>
                </a:extLst>
              </p:cNvPr>
              <p:cNvSpPr/>
              <p:nvPr/>
            </p:nvSpPr>
            <p:spPr>
              <a:xfrm>
                <a:off x="1000369" y="447876"/>
                <a:ext cx="410191" cy="495771"/>
              </a:xfrm>
              <a:custGeom>
                <a:avLst/>
                <a:gdLst>
                  <a:gd name="connsiteX0" fmla="*/ 410191 w 410191"/>
                  <a:gd name="connsiteY0" fmla="*/ 0 h 495771"/>
                  <a:gd name="connsiteX1" fmla="*/ 0 w 410191"/>
                  <a:gd name="connsiteY1" fmla="*/ 0 h 495771"/>
                  <a:gd name="connsiteX2" fmla="*/ 0 w 410191"/>
                  <a:gd name="connsiteY2" fmla="*/ 75953 h 495771"/>
                  <a:gd name="connsiteX3" fmla="*/ 164980 w 410191"/>
                  <a:gd name="connsiteY3" fmla="*/ 75953 h 495771"/>
                  <a:gd name="connsiteX4" fmla="*/ 164980 w 410191"/>
                  <a:gd name="connsiteY4" fmla="*/ 495772 h 495771"/>
                  <a:gd name="connsiteX5" fmla="*/ 245211 w 410191"/>
                  <a:gd name="connsiteY5" fmla="*/ 495772 h 495771"/>
                  <a:gd name="connsiteX6" fmla="*/ 245211 w 410191"/>
                  <a:gd name="connsiteY6" fmla="*/ 75953 h 495771"/>
                  <a:gd name="connsiteX7" fmla="*/ 410191 w 410191"/>
                  <a:gd name="connsiteY7" fmla="*/ 75953 h 495771"/>
                  <a:gd name="connsiteX8" fmla="*/ 410191 w 410191"/>
                  <a:gd name="connsiteY8" fmla="*/ 0 h 49577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10191" h="495771">
                    <a:moveTo>
                      <a:pt x="410191" y="0"/>
                    </a:moveTo>
                    <a:lnTo>
                      <a:pt x="0" y="0"/>
                    </a:lnTo>
                    <a:lnTo>
                      <a:pt x="0" y="75953"/>
                    </a:lnTo>
                    <a:lnTo>
                      <a:pt x="164980" y="75953"/>
                    </a:lnTo>
                    <a:lnTo>
                      <a:pt x="164980" y="495772"/>
                    </a:lnTo>
                    <a:lnTo>
                      <a:pt x="245211" y="495772"/>
                    </a:lnTo>
                    <a:lnTo>
                      <a:pt x="245211" y="75953"/>
                    </a:lnTo>
                    <a:lnTo>
                      <a:pt x="410191" y="75953"/>
                    </a:lnTo>
                    <a:lnTo>
                      <a:pt x="410191" y="0"/>
                    </a:lnTo>
                    <a:close/>
                  </a:path>
                </a:pathLst>
              </a:custGeom>
              <a:solidFill>
                <a:srgbClr val="0D4E96"/>
              </a:solidFill>
              <a:ln w="11886" cap="flat">
                <a:noFill/>
                <a:prstDash val="solid"/>
                <a:miter/>
              </a:ln>
            </p:spPr>
            <p:txBody>
              <a:bodyPr rtlCol="0" anchor="ctr"/>
              <a:lstStyle/>
              <a:p>
                <a:endParaRPr lang="en-US"/>
              </a:p>
            </p:txBody>
          </p:sp>
          <p:sp>
            <p:nvSpPr>
              <p:cNvPr id="31" name="Freeform: Shape 30">
                <a:extLst>
                  <a:ext uri="{FF2B5EF4-FFF2-40B4-BE49-F238E27FC236}">
                    <a16:creationId xmlns:a16="http://schemas.microsoft.com/office/drawing/2014/main" id="{9AA0A0D2-4A44-4C24-897B-727048EEF762}"/>
                  </a:ext>
                </a:extLst>
              </p:cNvPr>
              <p:cNvSpPr/>
              <p:nvPr/>
            </p:nvSpPr>
            <p:spPr>
              <a:xfrm>
                <a:off x="1346613" y="569672"/>
                <a:ext cx="215377" cy="373976"/>
              </a:xfrm>
              <a:custGeom>
                <a:avLst/>
                <a:gdLst>
                  <a:gd name="connsiteX0" fmla="*/ 78686 w 215377"/>
                  <a:gd name="connsiteY0" fmla="*/ 49841 h 373976"/>
                  <a:gd name="connsiteX1" fmla="*/ 71317 w 215377"/>
                  <a:gd name="connsiteY1" fmla="*/ 6932 h 373976"/>
                  <a:gd name="connsiteX2" fmla="*/ 0 w 215377"/>
                  <a:gd name="connsiteY2" fmla="*/ 6932 h 373976"/>
                  <a:gd name="connsiteX3" fmla="*/ 0 w 215377"/>
                  <a:gd name="connsiteY3" fmla="*/ 373976 h 373976"/>
                  <a:gd name="connsiteX4" fmla="*/ 80113 w 215377"/>
                  <a:gd name="connsiteY4" fmla="*/ 373976 h 373976"/>
                  <a:gd name="connsiteX5" fmla="*/ 80113 w 215377"/>
                  <a:gd name="connsiteY5" fmla="*/ 131023 h 373976"/>
                  <a:gd name="connsiteX6" fmla="*/ 129678 w 215377"/>
                  <a:gd name="connsiteY6" fmla="*/ 92393 h 373976"/>
                  <a:gd name="connsiteX7" fmla="*/ 200995 w 215377"/>
                  <a:gd name="connsiteY7" fmla="*/ 77417 h 373976"/>
                  <a:gd name="connsiteX8" fmla="*/ 215377 w 215377"/>
                  <a:gd name="connsiteY8" fmla="*/ 77417 h 373976"/>
                  <a:gd name="connsiteX9" fmla="*/ 215377 w 215377"/>
                  <a:gd name="connsiteY9" fmla="*/ 38 h 373976"/>
                  <a:gd name="connsiteX10" fmla="*/ 200995 w 215377"/>
                  <a:gd name="connsiteY10" fmla="*/ 38 h 373976"/>
                  <a:gd name="connsiteX11" fmla="*/ 78686 w 215377"/>
                  <a:gd name="connsiteY11" fmla="*/ 49841 h 37397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215377" h="373976">
                    <a:moveTo>
                      <a:pt x="78686" y="49841"/>
                    </a:moveTo>
                    <a:lnTo>
                      <a:pt x="71317" y="6932"/>
                    </a:lnTo>
                    <a:lnTo>
                      <a:pt x="0" y="6932"/>
                    </a:lnTo>
                    <a:lnTo>
                      <a:pt x="0" y="373976"/>
                    </a:lnTo>
                    <a:lnTo>
                      <a:pt x="80113" y="373976"/>
                    </a:lnTo>
                    <a:lnTo>
                      <a:pt x="80113" y="131023"/>
                    </a:lnTo>
                    <a:cubicBezTo>
                      <a:pt x="93045" y="114107"/>
                      <a:pt x="110113" y="100804"/>
                      <a:pt x="129678" y="92393"/>
                    </a:cubicBezTo>
                    <a:cubicBezTo>
                      <a:pt x="152131" y="82423"/>
                      <a:pt x="176426" y="77319"/>
                      <a:pt x="200995" y="77417"/>
                    </a:cubicBezTo>
                    <a:lnTo>
                      <a:pt x="215377" y="77417"/>
                    </a:lnTo>
                    <a:lnTo>
                      <a:pt x="215377" y="38"/>
                    </a:lnTo>
                    <a:lnTo>
                      <a:pt x="200995" y="38"/>
                    </a:lnTo>
                    <a:cubicBezTo>
                      <a:pt x="155103" y="-941"/>
                      <a:pt x="110838" y="17080"/>
                      <a:pt x="78686" y="49841"/>
                    </a:cubicBezTo>
                    <a:close/>
                  </a:path>
                </a:pathLst>
              </a:custGeom>
              <a:solidFill>
                <a:srgbClr val="0D4E96"/>
              </a:solidFill>
              <a:ln w="11886" cap="flat">
                <a:noFill/>
                <a:prstDash val="solid"/>
                <a:miter/>
              </a:ln>
            </p:spPr>
            <p:txBody>
              <a:bodyPr rtlCol="0" anchor="ctr"/>
              <a:lstStyle/>
              <a:p>
                <a:endParaRPr lang="en-US"/>
              </a:p>
            </p:txBody>
          </p:sp>
          <p:grpSp>
            <p:nvGrpSpPr>
              <p:cNvPr id="32" name="Graphic 6">
                <a:extLst>
                  <a:ext uri="{FF2B5EF4-FFF2-40B4-BE49-F238E27FC236}">
                    <a16:creationId xmlns:a16="http://schemas.microsoft.com/office/drawing/2014/main" id="{1018E060-F71B-4686-BC0C-CFDA850345EE}"/>
                  </a:ext>
                </a:extLst>
              </p:cNvPr>
              <p:cNvGrpSpPr/>
              <p:nvPr/>
            </p:nvGrpSpPr>
            <p:grpSpPr>
              <a:xfrm>
                <a:off x="1602284" y="435515"/>
                <a:ext cx="84986" cy="508252"/>
                <a:chOff x="1602284" y="435515"/>
                <a:chExt cx="84986" cy="508252"/>
              </a:xfrm>
              <a:solidFill>
                <a:srgbClr val="0D4E96"/>
              </a:solidFill>
            </p:grpSpPr>
            <p:sp>
              <p:nvSpPr>
                <p:cNvPr id="41" name="Freeform: Shape 40">
                  <a:extLst>
                    <a:ext uri="{FF2B5EF4-FFF2-40B4-BE49-F238E27FC236}">
                      <a16:creationId xmlns:a16="http://schemas.microsoft.com/office/drawing/2014/main" id="{257C4F79-498B-4B07-B577-A16A2F4357BC}"/>
                    </a:ext>
                  </a:extLst>
                </p:cNvPr>
                <p:cNvSpPr/>
                <p:nvPr/>
              </p:nvSpPr>
              <p:spPr>
                <a:xfrm>
                  <a:off x="1602284" y="435515"/>
                  <a:ext cx="84986" cy="84986"/>
                </a:xfrm>
                <a:custGeom>
                  <a:avLst/>
                  <a:gdLst>
                    <a:gd name="connsiteX0" fmla="*/ 0 w 84986"/>
                    <a:gd name="connsiteY0" fmla="*/ 0 h 84986"/>
                    <a:gd name="connsiteX1" fmla="*/ 84986 w 84986"/>
                    <a:gd name="connsiteY1" fmla="*/ 0 h 84986"/>
                    <a:gd name="connsiteX2" fmla="*/ 84986 w 84986"/>
                    <a:gd name="connsiteY2" fmla="*/ 84986 h 84986"/>
                    <a:gd name="connsiteX3" fmla="*/ 0 w 84986"/>
                    <a:gd name="connsiteY3" fmla="*/ 84986 h 84986"/>
                  </a:gdLst>
                  <a:ahLst/>
                  <a:cxnLst>
                    <a:cxn ang="0">
                      <a:pos x="connsiteX0" y="connsiteY0"/>
                    </a:cxn>
                    <a:cxn ang="0">
                      <a:pos x="connsiteX1" y="connsiteY1"/>
                    </a:cxn>
                    <a:cxn ang="0">
                      <a:pos x="connsiteX2" y="connsiteY2"/>
                    </a:cxn>
                    <a:cxn ang="0">
                      <a:pos x="connsiteX3" y="connsiteY3"/>
                    </a:cxn>
                  </a:cxnLst>
                  <a:rect l="l" t="t" r="r" b="b"/>
                  <a:pathLst>
                    <a:path w="84986" h="84986">
                      <a:moveTo>
                        <a:pt x="0" y="0"/>
                      </a:moveTo>
                      <a:lnTo>
                        <a:pt x="84986" y="0"/>
                      </a:lnTo>
                      <a:lnTo>
                        <a:pt x="84986" y="84986"/>
                      </a:lnTo>
                      <a:lnTo>
                        <a:pt x="0" y="84986"/>
                      </a:lnTo>
                      <a:close/>
                    </a:path>
                  </a:pathLst>
                </a:custGeom>
                <a:solidFill>
                  <a:srgbClr val="0D4E96"/>
                </a:solidFill>
                <a:ln w="11886" cap="flat">
                  <a:noFill/>
                  <a:prstDash val="solid"/>
                  <a:miter/>
                </a:ln>
              </p:spPr>
              <p:txBody>
                <a:bodyPr rtlCol="0" anchor="ctr"/>
                <a:lstStyle/>
                <a:p>
                  <a:endParaRPr lang="en-US"/>
                </a:p>
              </p:txBody>
            </p:sp>
            <p:sp>
              <p:nvSpPr>
                <p:cNvPr id="42" name="Freeform: Shape 41">
                  <a:extLst>
                    <a:ext uri="{FF2B5EF4-FFF2-40B4-BE49-F238E27FC236}">
                      <a16:creationId xmlns:a16="http://schemas.microsoft.com/office/drawing/2014/main" id="{5179338B-8999-4A5F-90F9-F0003CF78A44}"/>
                    </a:ext>
                  </a:extLst>
                </p:cNvPr>
                <p:cNvSpPr/>
                <p:nvPr/>
              </p:nvSpPr>
              <p:spPr>
                <a:xfrm>
                  <a:off x="1604661" y="576603"/>
                  <a:ext cx="80112" cy="367163"/>
                </a:xfrm>
                <a:custGeom>
                  <a:avLst/>
                  <a:gdLst>
                    <a:gd name="connsiteX0" fmla="*/ 0 w 80112"/>
                    <a:gd name="connsiteY0" fmla="*/ 0 h 367163"/>
                    <a:gd name="connsiteX1" fmla="*/ 80113 w 80112"/>
                    <a:gd name="connsiteY1" fmla="*/ 0 h 367163"/>
                    <a:gd name="connsiteX2" fmla="*/ 80113 w 80112"/>
                    <a:gd name="connsiteY2" fmla="*/ 367163 h 367163"/>
                    <a:gd name="connsiteX3" fmla="*/ 0 w 80112"/>
                    <a:gd name="connsiteY3" fmla="*/ 367163 h 367163"/>
                  </a:gdLst>
                  <a:ahLst/>
                  <a:cxnLst>
                    <a:cxn ang="0">
                      <a:pos x="connsiteX0" y="connsiteY0"/>
                    </a:cxn>
                    <a:cxn ang="0">
                      <a:pos x="connsiteX1" y="connsiteY1"/>
                    </a:cxn>
                    <a:cxn ang="0">
                      <a:pos x="connsiteX2" y="connsiteY2"/>
                    </a:cxn>
                    <a:cxn ang="0">
                      <a:pos x="connsiteX3" y="connsiteY3"/>
                    </a:cxn>
                  </a:cxnLst>
                  <a:rect l="l" t="t" r="r" b="b"/>
                  <a:pathLst>
                    <a:path w="80112" h="367163">
                      <a:moveTo>
                        <a:pt x="0" y="0"/>
                      </a:moveTo>
                      <a:lnTo>
                        <a:pt x="80113" y="0"/>
                      </a:lnTo>
                      <a:lnTo>
                        <a:pt x="80113" y="367163"/>
                      </a:lnTo>
                      <a:lnTo>
                        <a:pt x="0" y="367163"/>
                      </a:lnTo>
                      <a:close/>
                    </a:path>
                  </a:pathLst>
                </a:custGeom>
                <a:solidFill>
                  <a:srgbClr val="0D4E96"/>
                </a:solidFill>
                <a:ln w="11886" cap="flat">
                  <a:noFill/>
                  <a:prstDash val="solid"/>
                  <a:miter/>
                </a:ln>
              </p:spPr>
              <p:txBody>
                <a:bodyPr rtlCol="0" anchor="ctr"/>
                <a:lstStyle/>
                <a:p>
                  <a:endParaRPr lang="en-US"/>
                </a:p>
              </p:txBody>
            </p:sp>
          </p:grpSp>
          <p:sp>
            <p:nvSpPr>
              <p:cNvPr id="33" name="Freeform: Shape 32">
                <a:extLst>
                  <a:ext uri="{FF2B5EF4-FFF2-40B4-BE49-F238E27FC236}">
                    <a16:creationId xmlns:a16="http://schemas.microsoft.com/office/drawing/2014/main" id="{3AA3860D-2783-4658-87A9-0ACA60EFD0DC}"/>
                  </a:ext>
                </a:extLst>
              </p:cNvPr>
              <p:cNvSpPr/>
              <p:nvPr/>
            </p:nvSpPr>
            <p:spPr>
              <a:xfrm>
                <a:off x="2415654" y="569609"/>
                <a:ext cx="330150" cy="374039"/>
              </a:xfrm>
              <a:custGeom>
                <a:avLst/>
                <a:gdLst>
                  <a:gd name="connsiteX0" fmla="*/ 198737 w 330150"/>
                  <a:gd name="connsiteY0" fmla="*/ 101 h 374039"/>
                  <a:gd name="connsiteX1" fmla="*/ 78924 w 330150"/>
                  <a:gd name="connsiteY1" fmla="*/ 50974 h 374039"/>
                  <a:gd name="connsiteX2" fmla="*/ 71317 w 330150"/>
                  <a:gd name="connsiteY2" fmla="*/ 6995 h 374039"/>
                  <a:gd name="connsiteX3" fmla="*/ 0 w 330150"/>
                  <a:gd name="connsiteY3" fmla="*/ 6995 h 374039"/>
                  <a:gd name="connsiteX4" fmla="*/ 0 w 330150"/>
                  <a:gd name="connsiteY4" fmla="*/ 374039 h 374039"/>
                  <a:gd name="connsiteX5" fmla="*/ 80113 w 330150"/>
                  <a:gd name="connsiteY5" fmla="*/ 374039 h 374039"/>
                  <a:gd name="connsiteX6" fmla="*/ 80113 w 330150"/>
                  <a:gd name="connsiteY6" fmla="*/ 135484 h 374039"/>
                  <a:gd name="connsiteX7" fmla="*/ 183522 w 330150"/>
                  <a:gd name="connsiteY7" fmla="*/ 76053 h 374039"/>
                  <a:gd name="connsiteX8" fmla="*/ 249966 w 330150"/>
                  <a:gd name="connsiteY8" fmla="*/ 150699 h 374039"/>
                  <a:gd name="connsiteX9" fmla="*/ 249966 w 330150"/>
                  <a:gd name="connsiteY9" fmla="*/ 374039 h 374039"/>
                  <a:gd name="connsiteX10" fmla="*/ 330079 w 330150"/>
                  <a:gd name="connsiteY10" fmla="*/ 374039 h 374039"/>
                  <a:gd name="connsiteX11" fmla="*/ 330079 w 330150"/>
                  <a:gd name="connsiteY11" fmla="*/ 143210 h 374039"/>
                  <a:gd name="connsiteX12" fmla="*/ 295133 w 330150"/>
                  <a:gd name="connsiteY12" fmla="*/ 41584 h 374039"/>
                  <a:gd name="connsiteX13" fmla="*/ 198737 w 330150"/>
                  <a:gd name="connsiteY13" fmla="*/ 101 h 3740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330150" h="374039">
                    <a:moveTo>
                      <a:pt x="198737" y="101"/>
                    </a:moveTo>
                    <a:cubicBezTo>
                      <a:pt x="153641" y="541"/>
                      <a:pt x="110553" y="18834"/>
                      <a:pt x="78924" y="50974"/>
                    </a:cubicBezTo>
                    <a:lnTo>
                      <a:pt x="71317" y="6995"/>
                    </a:lnTo>
                    <a:lnTo>
                      <a:pt x="0" y="6995"/>
                    </a:lnTo>
                    <a:lnTo>
                      <a:pt x="0" y="374039"/>
                    </a:lnTo>
                    <a:lnTo>
                      <a:pt x="80113" y="374039"/>
                    </a:lnTo>
                    <a:lnTo>
                      <a:pt x="80113" y="135484"/>
                    </a:lnTo>
                    <a:cubicBezTo>
                      <a:pt x="112800" y="95666"/>
                      <a:pt x="147626" y="76053"/>
                      <a:pt x="183522" y="76053"/>
                    </a:cubicBezTo>
                    <a:cubicBezTo>
                      <a:pt x="228928" y="76053"/>
                      <a:pt x="249966" y="99826"/>
                      <a:pt x="249966" y="150699"/>
                    </a:cubicBezTo>
                    <a:lnTo>
                      <a:pt x="249966" y="374039"/>
                    </a:lnTo>
                    <a:lnTo>
                      <a:pt x="330079" y="374039"/>
                    </a:lnTo>
                    <a:lnTo>
                      <a:pt x="330079" y="143210"/>
                    </a:lnTo>
                    <a:cubicBezTo>
                      <a:pt x="331220" y="106205"/>
                      <a:pt x="318799" y="70058"/>
                      <a:pt x="295133" y="41584"/>
                    </a:cubicBezTo>
                    <a:cubicBezTo>
                      <a:pt x="270945" y="13859"/>
                      <a:pt x="235501" y="-1398"/>
                      <a:pt x="198737" y="101"/>
                    </a:cubicBezTo>
                    <a:close/>
                  </a:path>
                </a:pathLst>
              </a:custGeom>
              <a:solidFill>
                <a:srgbClr val="0D4E96"/>
              </a:solidFill>
              <a:ln w="11886" cap="flat">
                <a:noFill/>
                <a:prstDash val="solid"/>
                <a:miter/>
              </a:ln>
            </p:spPr>
            <p:txBody>
              <a:bodyPr rtlCol="0" anchor="ctr"/>
              <a:lstStyle/>
              <a:p>
                <a:endParaRPr lang="en-US"/>
              </a:p>
            </p:txBody>
          </p:sp>
          <p:sp>
            <p:nvSpPr>
              <p:cNvPr id="34" name="Freeform: Shape 33">
                <a:extLst>
                  <a:ext uri="{FF2B5EF4-FFF2-40B4-BE49-F238E27FC236}">
                    <a16:creationId xmlns:a16="http://schemas.microsoft.com/office/drawing/2014/main" id="{F4998362-892C-4E01-B0E4-71A06ECB57C8}"/>
                  </a:ext>
                </a:extLst>
              </p:cNvPr>
              <p:cNvSpPr/>
              <p:nvPr/>
            </p:nvSpPr>
            <p:spPr>
              <a:xfrm>
                <a:off x="2765939" y="489002"/>
                <a:ext cx="244854" cy="461658"/>
              </a:xfrm>
              <a:custGeom>
                <a:avLst/>
                <a:gdLst>
                  <a:gd name="connsiteX0" fmla="*/ 145249 w 244854"/>
                  <a:gd name="connsiteY0" fmla="*/ 0 h 461658"/>
                  <a:gd name="connsiteX1" fmla="*/ 0 w 244854"/>
                  <a:gd name="connsiteY1" fmla="*/ 142040 h 461658"/>
                  <a:gd name="connsiteX2" fmla="*/ 0 w 244854"/>
                  <a:gd name="connsiteY2" fmla="*/ 158799 h 461658"/>
                  <a:gd name="connsiteX3" fmla="*/ 65136 w 244854"/>
                  <a:gd name="connsiteY3" fmla="*/ 158799 h 461658"/>
                  <a:gd name="connsiteX4" fmla="*/ 65136 w 244854"/>
                  <a:gd name="connsiteY4" fmla="*/ 362290 h 461658"/>
                  <a:gd name="connsiteX5" fmla="*/ 174014 w 244854"/>
                  <a:gd name="connsiteY5" fmla="*/ 461658 h 461658"/>
                  <a:gd name="connsiteX6" fmla="*/ 239744 w 244854"/>
                  <a:gd name="connsiteY6" fmla="*/ 445493 h 461658"/>
                  <a:gd name="connsiteX7" fmla="*/ 244498 w 244854"/>
                  <a:gd name="connsiteY7" fmla="*/ 442997 h 461658"/>
                  <a:gd name="connsiteX8" fmla="*/ 244498 w 244854"/>
                  <a:gd name="connsiteY8" fmla="*/ 377980 h 461658"/>
                  <a:gd name="connsiteX9" fmla="*/ 228928 w 244854"/>
                  <a:gd name="connsiteY9" fmla="*/ 377980 h 461658"/>
                  <a:gd name="connsiteX10" fmla="*/ 227263 w 244854"/>
                  <a:gd name="connsiteY10" fmla="*/ 378693 h 461658"/>
                  <a:gd name="connsiteX11" fmla="*/ 155946 w 244854"/>
                  <a:gd name="connsiteY11" fmla="*/ 384161 h 461658"/>
                  <a:gd name="connsiteX12" fmla="*/ 145605 w 244854"/>
                  <a:gd name="connsiteY12" fmla="*/ 356704 h 461658"/>
                  <a:gd name="connsiteX13" fmla="*/ 145605 w 244854"/>
                  <a:gd name="connsiteY13" fmla="*/ 158799 h 461658"/>
                  <a:gd name="connsiteX14" fmla="*/ 244855 w 244854"/>
                  <a:gd name="connsiteY14" fmla="*/ 158799 h 461658"/>
                  <a:gd name="connsiteX15" fmla="*/ 244855 w 244854"/>
                  <a:gd name="connsiteY15" fmla="*/ 87482 h 461658"/>
                  <a:gd name="connsiteX16" fmla="*/ 145605 w 244854"/>
                  <a:gd name="connsiteY16" fmla="*/ 87482 h 46165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44854" h="461658">
                    <a:moveTo>
                      <a:pt x="145249" y="0"/>
                    </a:moveTo>
                    <a:lnTo>
                      <a:pt x="0" y="142040"/>
                    </a:lnTo>
                    <a:lnTo>
                      <a:pt x="0" y="158799"/>
                    </a:lnTo>
                    <a:lnTo>
                      <a:pt x="65136" y="158799"/>
                    </a:lnTo>
                    <a:lnTo>
                      <a:pt x="65136" y="362290"/>
                    </a:lnTo>
                    <a:cubicBezTo>
                      <a:pt x="65136" y="427307"/>
                      <a:pt x="102696" y="461658"/>
                      <a:pt x="174014" y="461658"/>
                    </a:cubicBezTo>
                    <a:cubicBezTo>
                      <a:pt x="196906" y="461660"/>
                      <a:pt x="219466" y="456114"/>
                      <a:pt x="239744" y="445493"/>
                    </a:cubicBezTo>
                    <a:lnTo>
                      <a:pt x="244498" y="442997"/>
                    </a:lnTo>
                    <a:lnTo>
                      <a:pt x="244498" y="377980"/>
                    </a:lnTo>
                    <a:lnTo>
                      <a:pt x="228928" y="377980"/>
                    </a:lnTo>
                    <a:lnTo>
                      <a:pt x="227263" y="378693"/>
                    </a:lnTo>
                    <a:cubicBezTo>
                      <a:pt x="205155" y="389916"/>
                      <a:pt x="179505" y="391884"/>
                      <a:pt x="155946" y="384161"/>
                    </a:cubicBezTo>
                    <a:cubicBezTo>
                      <a:pt x="149053" y="381189"/>
                      <a:pt x="145605" y="372274"/>
                      <a:pt x="145605" y="356704"/>
                    </a:cubicBezTo>
                    <a:lnTo>
                      <a:pt x="145605" y="158799"/>
                    </a:lnTo>
                    <a:lnTo>
                      <a:pt x="244855" y="158799"/>
                    </a:lnTo>
                    <a:lnTo>
                      <a:pt x="244855" y="87482"/>
                    </a:lnTo>
                    <a:lnTo>
                      <a:pt x="145605" y="87482"/>
                    </a:lnTo>
                    <a:close/>
                  </a:path>
                </a:pathLst>
              </a:custGeom>
              <a:solidFill>
                <a:srgbClr val="0D4E96"/>
              </a:solidFill>
              <a:ln w="11886" cap="flat">
                <a:noFill/>
                <a:prstDash val="solid"/>
                <a:miter/>
              </a:ln>
            </p:spPr>
            <p:txBody>
              <a:bodyPr rtlCol="0" anchor="ctr"/>
              <a:lstStyle/>
              <a:p>
                <a:endParaRPr lang="en-US"/>
              </a:p>
            </p:txBody>
          </p:sp>
          <p:grpSp>
            <p:nvGrpSpPr>
              <p:cNvPr id="35" name="Graphic 6">
                <a:extLst>
                  <a:ext uri="{FF2B5EF4-FFF2-40B4-BE49-F238E27FC236}">
                    <a16:creationId xmlns:a16="http://schemas.microsoft.com/office/drawing/2014/main" id="{1205A742-4DC2-4E0C-B1A3-E24779B514B6}"/>
                  </a:ext>
                </a:extLst>
              </p:cNvPr>
              <p:cNvGrpSpPr/>
              <p:nvPr/>
            </p:nvGrpSpPr>
            <p:grpSpPr>
              <a:xfrm>
                <a:off x="3057387" y="435515"/>
                <a:ext cx="84986" cy="508252"/>
                <a:chOff x="3057387" y="435515"/>
                <a:chExt cx="84986" cy="508252"/>
              </a:xfrm>
              <a:solidFill>
                <a:srgbClr val="0D4E96"/>
              </a:solidFill>
            </p:grpSpPr>
            <p:sp>
              <p:nvSpPr>
                <p:cNvPr id="39" name="Freeform: Shape 38">
                  <a:extLst>
                    <a:ext uri="{FF2B5EF4-FFF2-40B4-BE49-F238E27FC236}">
                      <a16:creationId xmlns:a16="http://schemas.microsoft.com/office/drawing/2014/main" id="{7E616087-17AA-49A7-B182-82F57DDD6BEC}"/>
                    </a:ext>
                  </a:extLst>
                </p:cNvPr>
                <p:cNvSpPr/>
                <p:nvPr/>
              </p:nvSpPr>
              <p:spPr>
                <a:xfrm>
                  <a:off x="3057387" y="435515"/>
                  <a:ext cx="84986" cy="84986"/>
                </a:xfrm>
                <a:custGeom>
                  <a:avLst/>
                  <a:gdLst>
                    <a:gd name="connsiteX0" fmla="*/ 0 w 84986"/>
                    <a:gd name="connsiteY0" fmla="*/ 0 h 84986"/>
                    <a:gd name="connsiteX1" fmla="*/ 84986 w 84986"/>
                    <a:gd name="connsiteY1" fmla="*/ 0 h 84986"/>
                    <a:gd name="connsiteX2" fmla="*/ 84986 w 84986"/>
                    <a:gd name="connsiteY2" fmla="*/ 84986 h 84986"/>
                    <a:gd name="connsiteX3" fmla="*/ 0 w 84986"/>
                    <a:gd name="connsiteY3" fmla="*/ 84986 h 84986"/>
                  </a:gdLst>
                  <a:ahLst/>
                  <a:cxnLst>
                    <a:cxn ang="0">
                      <a:pos x="connsiteX0" y="connsiteY0"/>
                    </a:cxn>
                    <a:cxn ang="0">
                      <a:pos x="connsiteX1" y="connsiteY1"/>
                    </a:cxn>
                    <a:cxn ang="0">
                      <a:pos x="connsiteX2" y="connsiteY2"/>
                    </a:cxn>
                    <a:cxn ang="0">
                      <a:pos x="connsiteX3" y="connsiteY3"/>
                    </a:cxn>
                  </a:cxnLst>
                  <a:rect l="l" t="t" r="r" b="b"/>
                  <a:pathLst>
                    <a:path w="84986" h="84986">
                      <a:moveTo>
                        <a:pt x="0" y="0"/>
                      </a:moveTo>
                      <a:lnTo>
                        <a:pt x="84986" y="0"/>
                      </a:lnTo>
                      <a:lnTo>
                        <a:pt x="84986" y="84986"/>
                      </a:lnTo>
                      <a:lnTo>
                        <a:pt x="0" y="84986"/>
                      </a:lnTo>
                      <a:close/>
                    </a:path>
                  </a:pathLst>
                </a:custGeom>
                <a:solidFill>
                  <a:srgbClr val="0D4E96"/>
                </a:solidFill>
                <a:ln w="11886" cap="flat">
                  <a:noFill/>
                  <a:prstDash val="solid"/>
                  <a:miter/>
                </a:ln>
              </p:spPr>
              <p:txBody>
                <a:bodyPr rtlCol="0" anchor="ctr"/>
                <a:lstStyle/>
                <a:p>
                  <a:endParaRPr lang="en-US"/>
                </a:p>
              </p:txBody>
            </p:sp>
            <p:sp>
              <p:nvSpPr>
                <p:cNvPr id="40" name="Freeform: Shape 39">
                  <a:extLst>
                    <a:ext uri="{FF2B5EF4-FFF2-40B4-BE49-F238E27FC236}">
                      <a16:creationId xmlns:a16="http://schemas.microsoft.com/office/drawing/2014/main" id="{DFBFC36D-C60C-4E33-B8C8-4F5DEC4DCBD9}"/>
                    </a:ext>
                  </a:extLst>
                </p:cNvPr>
                <p:cNvSpPr/>
                <p:nvPr/>
              </p:nvSpPr>
              <p:spPr>
                <a:xfrm>
                  <a:off x="3059883" y="576603"/>
                  <a:ext cx="80112" cy="367163"/>
                </a:xfrm>
                <a:custGeom>
                  <a:avLst/>
                  <a:gdLst>
                    <a:gd name="connsiteX0" fmla="*/ 0 w 80112"/>
                    <a:gd name="connsiteY0" fmla="*/ 0 h 367163"/>
                    <a:gd name="connsiteX1" fmla="*/ 80113 w 80112"/>
                    <a:gd name="connsiteY1" fmla="*/ 0 h 367163"/>
                    <a:gd name="connsiteX2" fmla="*/ 80113 w 80112"/>
                    <a:gd name="connsiteY2" fmla="*/ 367163 h 367163"/>
                    <a:gd name="connsiteX3" fmla="*/ 0 w 80112"/>
                    <a:gd name="connsiteY3" fmla="*/ 367163 h 367163"/>
                  </a:gdLst>
                  <a:ahLst/>
                  <a:cxnLst>
                    <a:cxn ang="0">
                      <a:pos x="connsiteX0" y="connsiteY0"/>
                    </a:cxn>
                    <a:cxn ang="0">
                      <a:pos x="connsiteX1" y="connsiteY1"/>
                    </a:cxn>
                    <a:cxn ang="0">
                      <a:pos x="connsiteX2" y="connsiteY2"/>
                    </a:cxn>
                    <a:cxn ang="0">
                      <a:pos x="connsiteX3" y="connsiteY3"/>
                    </a:cxn>
                  </a:cxnLst>
                  <a:rect l="l" t="t" r="r" b="b"/>
                  <a:pathLst>
                    <a:path w="80112" h="367163">
                      <a:moveTo>
                        <a:pt x="0" y="0"/>
                      </a:moveTo>
                      <a:lnTo>
                        <a:pt x="80113" y="0"/>
                      </a:lnTo>
                      <a:lnTo>
                        <a:pt x="80113" y="367163"/>
                      </a:lnTo>
                      <a:lnTo>
                        <a:pt x="0" y="367163"/>
                      </a:lnTo>
                      <a:close/>
                    </a:path>
                  </a:pathLst>
                </a:custGeom>
                <a:solidFill>
                  <a:srgbClr val="0D4E96"/>
                </a:solidFill>
                <a:ln w="11886" cap="flat">
                  <a:noFill/>
                  <a:prstDash val="solid"/>
                  <a:miter/>
                </a:ln>
              </p:spPr>
              <p:txBody>
                <a:bodyPr rtlCol="0" anchor="ctr"/>
                <a:lstStyle/>
                <a:p>
                  <a:endParaRPr lang="en-US"/>
                </a:p>
              </p:txBody>
            </p:sp>
          </p:grpSp>
          <p:sp>
            <p:nvSpPr>
              <p:cNvPr id="36" name="Freeform: Shape 35">
                <a:extLst>
                  <a:ext uri="{FF2B5EF4-FFF2-40B4-BE49-F238E27FC236}">
                    <a16:creationId xmlns:a16="http://schemas.microsoft.com/office/drawing/2014/main" id="{44D68C74-4C66-4EB7-8A72-BCCF51469B2C}"/>
                  </a:ext>
                </a:extLst>
              </p:cNvPr>
              <p:cNvSpPr/>
              <p:nvPr/>
            </p:nvSpPr>
            <p:spPr>
              <a:xfrm>
                <a:off x="3183329" y="569498"/>
                <a:ext cx="283572" cy="381052"/>
              </a:xfrm>
              <a:custGeom>
                <a:avLst/>
                <a:gdLst>
                  <a:gd name="connsiteX0" fmla="*/ 260596 w 283572"/>
                  <a:gd name="connsiteY0" fmla="*/ 201682 h 381052"/>
                  <a:gd name="connsiteX1" fmla="*/ 204969 w 283572"/>
                  <a:gd name="connsiteY1" fmla="*/ 166975 h 381052"/>
                  <a:gd name="connsiteX2" fmla="*/ 144231 w 283572"/>
                  <a:gd name="connsiteY2" fmla="*/ 151047 h 381052"/>
                  <a:gd name="connsiteX3" fmla="*/ 94071 w 283572"/>
                  <a:gd name="connsiteY3" fmla="*/ 133218 h 381052"/>
                  <a:gd name="connsiteX4" fmla="*/ 77431 w 283572"/>
                  <a:gd name="connsiteY4" fmla="*/ 111229 h 381052"/>
                  <a:gd name="connsiteX5" fmla="*/ 94071 w 283572"/>
                  <a:gd name="connsiteY5" fmla="*/ 86386 h 381052"/>
                  <a:gd name="connsiteX6" fmla="*/ 154096 w 283572"/>
                  <a:gd name="connsiteY6" fmla="*/ 74500 h 381052"/>
                  <a:gd name="connsiteX7" fmla="*/ 240390 w 283572"/>
                  <a:gd name="connsiteY7" fmla="*/ 93043 h 381052"/>
                  <a:gd name="connsiteX8" fmla="*/ 242054 w 283572"/>
                  <a:gd name="connsiteY8" fmla="*/ 93756 h 381052"/>
                  <a:gd name="connsiteX9" fmla="*/ 257625 w 283572"/>
                  <a:gd name="connsiteY9" fmla="*/ 93756 h 381052"/>
                  <a:gd name="connsiteX10" fmla="*/ 257625 w 283572"/>
                  <a:gd name="connsiteY10" fmla="*/ 22082 h 381052"/>
                  <a:gd name="connsiteX11" fmla="*/ 251801 w 283572"/>
                  <a:gd name="connsiteY11" fmla="*/ 19943 h 381052"/>
                  <a:gd name="connsiteX12" fmla="*/ 137694 w 283572"/>
                  <a:gd name="connsiteY12" fmla="*/ 212 h 381052"/>
                  <a:gd name="connsiteX13" fmla="*/ 37731 w 283572"/>
                  <a:gd name="connsiteY13" fmla="*/ 32186 h 381052"/>
                  <a:gd name="connsiteX14" fmla="*/ 52 w 283572"/>
                  <a:gd name="connsiteY14" fmla="*/ 117053 h 381052"/>
                  <a:gd name="connsiteX15" fmla="*/ 23824 w 283572"/>
                  <a:gd name="connsiteY15" fmla="*/ 180644 h 381052"/>
                  <a:gd name="connsiteX16" fmla="*/ 79689 w 283572"/>
                  <a:gd name="connsiteY16" fmla="*/ 213925 h 381052"/>
                  <a:gd name="connsiteX17" fmla="*/ 140071 w 283572"/>
                  <a:gd name="connsiteY17" fmla="*/ 230090 h 381052"/>
                  <a:gd name="connsiteX18" fmla="*/ 189517 w 283572"/>
                  <a:gd name="connsiteY18" fmla="*/ 247563 h 381052"/>
                  <a:gd name="connsiteX19" fmla="*/ 205563 w 283572"/>
                  <a:gd name="connsiteY19" fmla="*/ 265273 h 381052"/>
                  <a:gd name="connsiteX20" fmla="*/ 138525 w 283572"/>
                  <a:gd name="connsiteY20" fmla="*/ 305330 h 381052"/>
                  <a:gd name="connsiteX21" fmla="*/ 21209 w 283572"/>
                  <a:gd name="connsiteY21" fmla="*/ 273712 h 381052"/>
                  <a:gd name="connsiteX22" fmla="*/ 19070 w 283572"/>
                  <a:gd name="connsiteY22" fmla="*/ 272405 h 381052"/>
                  <a:gd name="connsiteX23" fmla="*/ 4093 w 283572"/>
                  <a:gd name="connsiteY23" fmla="*/ 272405 h 381052"/>
                  <a:gd name="connsiteX24" fmla="*/ 4093 w 283572"/>
                  <a:gd name="connsiteY24" fmla="*/ 346218 h 381052"/>
                  <a:gd name="connsiteX25" fmla="*/ 8729 w 283572"/>
                  <a:gd name="connsiteY25" fmla="*/ 348714 h 381052"/>
                  <a:gd name="connsiteX26" fmla="*/ 137218 w 283572"/>
                  <a:gd name="connsiteY26" fmla="*/ 381044 h 381052"/>
                  <a:gd name="connsiteX27" fmla="*/ 245620 w 283572"/>
                  <a:gd name="connsiteY27" fmla="*/ 350259 h 381052"/>
                  <a:gd name="connsiteX28" fmla="*/ 283418 w 283572"/>
                  <a:gd name="connsiteY28" fmla="*/ 272999 h 381052"/>
                  <a:gd name="connsiteX29" fmla="*/ 260596 w 283572"/>
                  <a:gd name="connsiteY29" fmla="*/ 201682 h 38105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Lst>
                <a:rect l="l" t="t" r="r" b="b"/>
                <a:pathLst>
                  <a:path w="283572" h="381052">
                    <a:moveTo>
                      <a:pt x="260596" y="201682"/>
                    </a:moveTo>
                    <a:cubicBezTo>
                      <a:pt x="246071" y="184666"/>
                      <a:pt x="226638" y="172546"/>
                      <a:pt x="204969" y="166975"/>
                    </a:cubicBezTo>
                    <a:lnTo>
                      <a:pt x="144231" y="151047"/>
                    </a:lnTo>
                    <a:cubicBezTo>
                      <a:pt x="126996" y="146672"/>
                      <a:pt x="110201" y="140703"/>
                      <a:pt x="94071" y="133218"/>
                    </a:cubicBezTo>
                    <a:cubicBezTo>
                      <a:pt x="79213" y="125967"/>
                      <a:pt x="77431" y="117172"/>
                      <a:pt x="77431" y="111229"/>
                    </a:cubicBezTo>
                    <a:cubicBezTo>
                      <a:pt x="78025" y="100532"/>
                      <a:pt x="84408" y="91011"/>
                      <a:pt x="94071" y="86386"/>
                    </a:cubicBezTo>
                    <a:cubicBezTo>
                      <a:pt x="112721" y="77307"/>
                      <a:pt x="133402" y="73211"/>
                      <a:pt x="154096" y="74500"/>
                    </a:cubicBezTo>
                    <a:cubicBezTo>
                      <a:pt x="183800" y="74908"/>
                      <a:pt x="213135" y="81210"/>
                      <a:pt x="240390" y="93043"/>
                    </a:cubicBezTo>
                    <a:lnTo>
                      <a:pt x="242054" y="93756"/>
                    </a:lnTo>
                    <a:lnTo>
                      <a:pt x="257625" y="93756"/>
                    </a:lnTo>
                    <a:lnTo>
                      <a:pt x="257625" y="22082"/>
                    </a:lnTo>
                    <a:lnTo>
                      <a:pt x="251801" y="19943"/>
                    </a:lnTo>
                    <a:cubicBezTo>
                      <a:pt x="215251" y="6610"/>
                      <a:pt x="176597" y="-72"/>
                      <a:pt x="137694" y="212"/>
                    </a:cubicBezTo>
                    <a:cubicBezTo>
                      <a:pt x="101583" y="-1723"/>
                      <a:pt x="66020" y="9653"/>
                      <a:pt x="37731" y="32186"/>
                    </a:cubicBezTo>
                    <a:cubicBezTo>
                      <a:pt x="12912" y="53264"/>
                      <a:pt x="-959" y="84504"/>
                      <a:pt x="52" y="117053"/>
                    </a:cubicBezTo>
                    <a:cubicBezTo>
                      <a:pt x="-662" y="140545"/>
                      <a:pt x="7873" y="163378"/>
                      <a:pt x="23824" y="180644"/>
                    </a:cubicBezTo>
                    <a:cubicBezTo>
                      <a:pt x="38920" y="196795"/>
                      <a:pt x="58294" y="208335"/>
                      <a:pt x="79689" y="213925"/>
                    </a:cubicBezTo>
                    <a:lnTo>
                      <a:pt x="140071" y="230090"/>
                    </a:lnTo>
                    <a:cubicBezTo>
                      <a:pt x="157032" y="234471"/>
                      <a:pt x="173578" y="240318"/>
                      <a:pt x="189517" y="247563"/>
                    </a:cubicBezTo>
                    <a:cubicBezTo>
                      <a:pt x="205563" y="255170"/>
                      <a:pt x="205563" y="262777"/>
                      <a:pt x="205563" y="265273"/>
                    </a:cubicBezTo>
                    <a:cubicBezTo>
                      <a:pt x="205563" y="282508"/>
                      <a:pt x="198670" y="305330"/>
                      <a:pt x="138525" y="305330"/>
                    </a:cubicBezTo>
                    <a:cubicBezTo>
                      <a:pt x="97281" y="305633"/>
                      <a:pt x="56725" y="294703"/>
                      <a:pt x="21209" y="273712"/>
                    </a:cubicBezTo>
                    <a:lnTo>
                      <a:pt x="19070" y="272405"/>
                    </a:lnTo>
                    <a:lnTo>
                      <a:pt x="4093" y="272405"/>
                    </a:lnTo>
                    <a:lnTo>
                      <a:pt x="4093" y="346218"/>
                    </a:lnTo>
                    <a:lnTo>
                      <a:pt x="8729" y="348714"/>
                    </a:lnTo>
                    <a:cubicBezTo>
                      <a:pt x="48107" y="370268"/>
                      <a:pt x="92336" y="381397"/>
                      <a:pt x="137218" y="381044"/>
                    </a:cubicBezTo>
                    <a:cubicBezTo>
                      <a:pt x="184763" y="381044"/>
                      <a:pt x="221134" y="370703"/>
                      <a:pt x="245620" y="350259"/>
                    </a:cubicBezTo>
                    <a:cubicBezTo>
                      <a:pt x="269570" y="331806"/>
                      <a:pt x="283549" y="303236"/>
                      <a:pt x="283418" y="272999"/>
                    </a:cubicBezTo>
                    <a:cubicBezTo>
                      <a:pt x="284820" y="247232"/>
                      <a:pt x="276690" y="221851"/>
                      <a:pt x="260596" y="201682"/>
                    </a:cubicBezTo>
                    <a:close/>
                  </a:path>
                </a:pathLst>
              </a:custGeom>
              <a:solidFill>
                <a:srgbClr val="0D4E96"/>
              </a:solidFill>
              <a:ln w="11886" cap="flat">
                <a:noFill/>
                <a:prstDash val="solid"/>
                <a:miter/>
              </a:ln>
            </p:spPr>
            <p:txBody>
              <a:bodyPr rtlCol="0" anchor="ctr"/>
              <a:lstStyle/>
              <a:p>
                <a:endParaRPr lang="en-US"/>
              </a:p>
            </p:txBody>
          </p:sp>
          <p:sp>
            <p:nvSpPr>
              <p:cNvPr id="37" name="Freeform: Shape 36">
                <a:extLst>
                  <a:ext uri="{FF2B5EF4-FFF2-40B4-BE49-F238E27FC236}">
                    <a16:creationId xmlns:a16="http://schemas.microsoft.com/office/drawing/2014/main" id="{3D6B5F87-3EDA-4591-B111-F7D4A1660C58}"/>
                  </a:ext>
                </a:extLst>
              </p:cNvPr>
              <p:cNvSpPr/>
              <p:nvPr/>
            </p:nvSpPr>
            <p:spPr>
              <a:xfrm>
                <a:off x="2036786" y="569709"/>
                <a:ext cx="338916" cy="380888"/>
              </a:xfrm>
              <a:custGeom>
                <a:avLst/>
                <a:gdLst>
                  <a:gd name="connsiteX0" fmla="*/ 174544 w 338916"/>
                  <a:gd name="connsiteY0" fmla="*/ 1 h 380888"/>
                  <a:gd name="connsiteX1" fmla="*/ 110002 w 338916"/>
                  <a:gd name="connsiteY1" fmla="*/ 11887 h 380888"/>
                  <a:gd name="connsiteX2" fmla="*/ 54138 w 338916"/>
                  <a:gd name="connsiteY2" fmla="*/ 47545 h 380888"/>
                  <a:gd name="connsiteX3" fmla="*/ 15151 w 338916"/>
                  <a:gd name="connsiteY3" fmla="*/ 106976 h 380888"/>
                  <a:gd name="connsiteX4" fmla="*/ 56 w 338916"/>
                  <a:gd name="connsiteY4" fmla="*/ 192200 h 380888"/>
                  <a:gd name="connsiteX5" fmla="*/ 11942 w 338916"/>
                  <a:gd name="connsiteY5" fmla="*/ 267558 h 380888"/>
                  <a:gd name="connsiteX6" fmla="*/ 47600 w 338916"/>
                  <a:gd name="connsiteY6" fmla="*/ 326989 h 380888"/>
                  <a:gd name="connsiteX7" fmla="*/ 107031 w 338916"/>
                  <a:gd name="connsiteY7" fmla="*/ 366570 h 380888"/>
                  <a:gd name="connsiteX8" fmla="*/ 193206 w 338916"/>
                  <a:gd name="connsiteY8" fmla="*/ 380833 h 380888"/>
                  <a:gd name="connsiteX9" fmla="*/ 231360 w 338916"/>
                  <a:gd name="connsiteY9" fmla="*/ 378694 h 380888"/>
                  <a:gd name="connsiteX10" fmla="*/ 266305 w 338916"/>
                  <a:gd name="connsiteY10" fmla="*/ 373464 h 380888"/>
                  <a:gd name="connsiteX11" fmla="*/ 295070 w 338916"/>
                  <a:gd name="connsiteY11" fmla="*/ 366570 h 380888"/>
                  <a:gd name="connsiteX12" fmla="*/ 313731 w 338916"/>
                  <a:gd name="connsiteY12" fmla="*/ 359795 h 380888"/>
                  <a:gd name="connsiteX13" fmla="*/ 302677 w 338916"/>
                  <a:gd name="connsiteY13" fmla="*/ 293470 h 380888"/>
                  <a:gd name="connsiteX14" fmla="*/ 262621 w 338916"/>
                  <a:gd name="connsiteY14" fmla="*/ 305356 h 380888"/>
                  <a:gd name="connsiteX15" fmla="*/ 204141 w 338916"/>
                  <a:gd name="connsiteY15" fmla="*/ 311062 h 380888"/>
                  <a:gd name="connsiteX16" fmla="*/ 120938 w 338916"/>
                  <a:gd name="connsiteY16" fmla="*/ 286576 h 380888"/>
                  <a:gd name="connsiteX17" fmla="*/ 88251 w 338916"/>
                  <a:gd name="connsiteY17" fmla="*/ 217399 h 380888"/>
                  <a:gd name="connsiteX18" fmla="*/ 88251 w 338916"/>
                  <a:gd name="connsiteY18" fmla="*/ 215735 h 380888"/>
                  <a:gd name="connsiteX19" fmla="*/ 337860 w 338916"/>
                  <a:gd name="connsiteY19" fmla="*/ 215735 h 380888"/>
                  <a:gd name="connsiteX20" fmla="*/ 338811 w 338916"/>
                  <a:gd name="connsiteY20" fmla="*/ 201471 h 380888"/>
                  <a:gd name="connsiteX21" fmla="*/ 338811 w 338916"/>
                  <a:gd name="connsiteY21" fmla="*/ 185781 h 380888"/>
                  <a:gd name="connsiteX22" fmla="*/ 295427 w 338916"/>
                  <a:gd name="connsiteY22" fmla="*/ 46951 h 380888"/>
                  <a:gd name="connsiteX23" fmla="*/ 174544 w 338916"/>
                  <a:gd name="connsiteY23" fmla="*/ 1 h 380888"/>
                  <a:gd name="connsiteX24" fmla="*/ 254063 w 338916"/>
                  <a:gd name="connsiteY24" fmla="*/ 155947 h 380888"/>
                  <a:gd name="connsiteX25" fmla="*/ 87656 w 338916"/>
                  <a:gd name="connsiteY25" fmla="*/ 155947 h 380888"/>
                  <a:gd name="connsiteX26" fmla="*/ 87656 w 338916"/>
                  <a:gd name="connsiteY26" fmla="*/ 154164 h 380888"/>
                  <a:gd name="connsiteX27" fmla="*/ 95739 w 338916"/>
                  <a:gd name="connsiteY27" fmla="*/ 122428 h 380888"/>
                  <a:gd name="connsiteX28" fmla="*/ 112261 w 338916"/>
                  <a:gd name="connsiteY28" fmla="*/ 94733 h 380888"/>
                  <a:gd name="connsiteX29" fmla="*/ 138410 w 338916"/>
                  <a:gd name="connsiteY29" fmla="*/ 75121 h 380888"/>
                  <a:gd name="connsiteX30" fmla="*/ 174069 w 338916"/>
                  <a:gd name="connsiteY30" fmla="*/ 67633 h 380888"/>
                  <a:gd name="connsiteX31" fmla="*/ 208301 w 338916"/>
                  <a:gd name="connsiteY31" fmla="*/ 74408 h 380888"/>
                  <a:gd name="connsiteX32" fmla="*/ 232073 w 338916"/>
                  <a:gd name="connsiteY32" fmla="*/ 92951 h 380888"/>
                  <a:gd name="connsiteX33" fmla="*/ 247169 w 338916"/>
                  <a:gd name="connsiteY33" fmla="*/ 120764 h 380888"/>
                  <a:gd name="connsiteX34" fmla="*/ 252280 w 338916"/>
                  <a:gd name="connsiteY34" fmla="*/ 154402 h 3808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Lst>
                <a:rect l="l" t="t" r="r" b="b"/>
                <a:pathLst>
                  <a:path w="338916" h="380888">
                    <a:moveTo>
                      <a:pt x="174544" y="1"/>
                    </a:moveTo>
                    <a:cubicBezTo>
                      <a:pt x="152484" y="-65"/>
                      <a:pt x="130601" y="3966"/>
                      <a:pt x="110002" y="11887"/>
                    </a:cubicBezTo>
                    <a:cubicBezTo>
                      <a:pt x="89154" y="19848"/>
                      <a:pt x="70136" y="31982"/>
                      <a:pt x="54138" y="47545"/>
                    </a:cubicBezTo>
                    <a:cubicBezTo>
                      <a:pt x="37224" y="64490"/>
                      <a:pt x="23959" y="84715"/>
                      <a:pt x="15151" y="106976"/>
                    </a:cubicBezTo>
                    <a:cubicBezTo>
                      <a:pt x="4525" y="134105"/>
                      <a:pt x="-598" y="163073"/>
                      <a:pt x="56" y="192200"/>
                    </a:cubicBezTo>
                    <a:cubicBezTo>
                      <a:pt x="-63" y="217796"/>
                      <a:pt x="3954" y="243243"/>
                      <a:pt x="11942" y="267558"/>
                    </a:cubicBezTo>
                    <a:cubicBezTo>
                      <a:pt x="19394" y="289714"/>
                      <a:pt x="31554" y="309989"/>
                      <a:pt x="47600" y="326989"/>
                    </a:cubicBezTo>
                    <a:cubicBezTo>
                      <a:pt x="64169" y="344497"/>
                      <a:pt x="84483" y="358030"/>
                      <a:pt x="107031" y="366570"/>
                    </a:cubicBezTo>
                    <a:cubicBezTo>
                      <a:pt x="134619" y="376630"/>
                      <a:pt x="163847" y="381467"/>
                      <a:pt x="193206" y="380833"/>
                    </a:cubicBezTo>
                    <a:cubicBezTo>
                      <a:pt x="205959" y="380842"/>
                      <a:pt x="218689" y="380127"/>
                      <a:pt x="231360" y="378694"/>
                    </a:cubicBezTo>
                    <a:cubicBezTo>
                      <a:pt x="243841" y="377386"/>
                      <a:pt x="255133" y="375603"/>
                      <a:pt x="266305" y="373464"/>
                    </a:cubicBezTo>
                    <a:cubicBezTo>
                      <a:pt x="276005" y="371663"/>
                      <a:pt x="285609" y="369362"/>
                      <a:pt x="295070" y="366570"/>
                    </a:cubicBezTo>
                    <a:cubicBezTo>
                      <a:pt x="301429" y="364710"/>
                      <a:pt x="307657" y="362447"/>
                      <a:pt x="313731" y="359795"/>
                    </a:cubicBezTo>
                    <a:lnTo>
                      <a:pt x="302677" y="293470"/>
                    </a:lnTo>
                    <a:cubicBezTo>
                      <a:pt x="289697" y="298588"/>
                      <a:pt x="276290" y="302565"/>
                      <a:pt x="262621" y="305356"/>
                    </a:cubicBezTo>
                    <a:cubicBezTo>
                      <a:pt x="243389" y="309318"/>
                      <a:pt x="223777" y="311230"/>
                      <a:pt x="204141" y="311062"/>
                    </a:cubicBezTo>
                    <a:cubicBezTo>
                      <a:pt x="167769" y="311062"/>
                      <a:pt x="139718" y="302741"/>
                      <a:pt x="120938" y="286576"/>
                    </a:cubicBezTo>
                    <a:cubicBezTo>
                      <a:pt x="101017" y="268979"/>
                      <a:pt x="89190" y="243967"/>
                      <a:pt x="88251" y="217399"/>
                    </a:cubicBezTo>
                    <a:lnTo>
                      <a:pt x="88251" y="215735"/>
                    </a:lnTo>
                    <a:lnTo>
                      <a:pt x="337860" y="215735"/>
                    </a:lnTo>
                    <a:cubicBezTo>
                      <a:pt x="337860" y="211574"/>
                      <a:pt x="338573" y="206701"/>
                      <a:pt x="338811" y="201471"/>
                    </a:cubicBezTo>
                    <a:cubicBezTo>
                      <a:pt x="339049" y="196241"/>
                      <a:pt x="338811" y="190298"/>
                      <a:pt x="338811" y="185781"/>
                    </a:cubicBezTo>
                    <a:cubicBezTo>
                      <a:pt x="338811" y="124449"/>
                      <a:pt x="324191" y="77736"/>
                      <a:pt x="295427" y="46951"/>
                    </a:cubicBezTo>
                    <a:cubicBezTo>
                      <a:pt x="266662" y="16166"/>
                      <a:pt x="225893" y="1"/>
                      <a:pt x="174544" y="1"/>
                    </a:cubicBezTo>
                    <a:close/>
                    <a:moveTo>
                      <a:pt x="254063" y="155947"/>
                    </a:moveTo>
                    <a:lnTo>
                      <a:pt x="87656" y="155947"/>
                    </a:lnTo>
                    <a:lnTo>
                      <a:pt x="87656" y="154164"/>
                    </a:lnTo>
                    <a:cubicBezTo>
                      <a:pt x="89095" y="143305"/>
                      <a:pt x="91805" y="132654"/>
                      <a:pt x="95739" y="122428"/>
                    </a:cubicBezTo>
                    <a:cubicBezTo>
                      <a:pt x="99448" y="112236"/>
                      <a:pt x="105058" y="102839"/>
                      <a:pt x="112261" y="94733"/>
                    </a:cubicBezTo>
                    <a:cubicBezTo>
                      <a:pt x="119547" y="86476"/>
                      <a:pt x="128438" y="79801"/>
                      <a:pt x="138410" y="75121"/>
                    </a:cubicBezTo>
                    <a:cubicBezTo>
                      <a:pt x="149583" y="69968"/>
                      <a:pt x="161767" y="67407"/>
                      <a:pt x="174069" y="67633"/>
                    </a:cubicBezTo>
                    <a:cubicBezTo>
                      <a:pt x="185836" y="67329"/>
                      <a:pt x="197532" y="69643"/>
                      <a:pt x="208301" y="74408"/>
                    </a:cubicBezTo>
                    <a:cubicBezTo>
                      <a:pt x="217418" y="78888"/>
                      <a:pt x="225512" y="85200"/>
                      <a:pt x="232073" y="92951"/>
                    </a:cubicBezTo>
                    <a:cubicBezTo>
                      <a:pt x="238837" y="101171"/>
                      <a:pt x="243960" y="110612"/>
                      <a:pt x="247169" y="120764"/>
                    </a:cubicBezTo>
                    <a:cubicBezTo>
                      <a:pt x="250580" y="131651"/>
                      <a:pt x="252304" y="142994"/>
                      <a:pt x="252280" y="154402"/>
                    </a:cubicBezTo>
                    <a:close/>
                  </a:path>
                </a:pathLst>
              </a:custGeom>
              <a:solidFill>
                <a:srgbClr val="0D4E96"/>
              </a:solidFill>
              <a:ln w="11886" cap="flat">
                <a:noFill/>
                <a:prstDash val="solid"/>
                <a:miter/>
              </a:ln>
            </p:spPr>
            <p:txBody>
              <a:bodyPr rtlCol="0" anchor="ctr"/>
              <a:lstStyle/>
              <a:p>
                <a:endParaRPr lang="en-US"/>
              </a:p>
            </p:txBody>
          </p:sp>
          <p:sp>
            <p:nvSpPr>
              <p:cNvPr id="38" name="Freeform: Shape 37">
                <a:extLst>
                  <a:ext uri="{FF2B5EF4-FFF2-40B4-BE49-F238E27FC236}">
                    <a16:creationId xmlns:a16="http://schemas.microsoft.com/office/drawing/2014/main" id="{99BF5369-FF6F-435C-A4F3-3CCE8B26A7B6}"/>
                  </a:ext>
                </a:extLst>
              </p:cNvPr>
              <p:cNvSpPr/>
              <p:nvPr/>
            </p:nvSpPr>
            <p:spPr>
              <a:xfrm>
                <a:off x="1727089" y="567131"/>
                <a:ext cx="321639" cy="380398"/>
              </a:xfrm>
              <a:custGeom>
                <a:avLst/>
                <a:gdLst>
                  <a:gd name="connsiteX0" fmla="*/ 209672 w 321639"/>
                  <a:gd name="connsiteY0" fmla="*/ 83 h 380398"/>
                  <a:gd name="connsiteX1" fmla="*/ 0 w 321639"/>
                  <a:gd name="connsiteY1" fmla="*/ 190261 h 380398"/>
                  <a:gd name="connsiteX2" fmla="*/ 0 w 321639"/>
                  <a:gd name="connsiteY2" fmla="*/ 191688 h 380398"/>
                  <a:gd name="connsiteX3" fmla="*/ 208959 w 321639"/>
                  <a:gd name="connsiteY3" fmla="*/ 380321 h 380398"/>
                  <a:gd name="connsiteX4" fmla="*/ 320094 w 321639"/>
                  <a:gd name="connsiteY4" fmla="*/ 354171 h 380398"/>
                  <a:gd name="connsiteX5" fmla="*/ 319262 w 321639"/>
                  <a:gd name="connsiteY5" fmla="*/ 353339 h 380398"/>
                  <a:gd name="connsiteX6" fmla="*/ 315102 w 321639"/>
                  <a:gd name="connsiteY6" fmla="*/ 349417 h 380398"/>
                  <a:gd name="connsiteX7" fmla="*/ 315102 w 321639"/>
                  <a:gd name="connsiteY7" fmla="*/ 349417 h 380398"/>
                  <a:gd name="connsiteX8" fmla="*/ 280632 w 321639"/>
                  <a:gd name="connsiteY8" fmla="*/ 296286 h 380398"/>
                  <a:gd name="connsiteX9" fmla="*/ 213594 w 321639"/>
                  <a:gd name="connsiteY9" fmla="*/ 312926 h 380398"/>
                  <a:gd name="connsiteX10" fmla="*/ 87672 w 321639"/>
                  <a:gd name="connsiteY10" fmla="*/ 195814 h 380398"/>
                  <a:gd name="connsiteX11" fmla="*/ 87601 w 321639"/>
                  <a:gd name="connsiteY11" fmla="*/ 190261 h 380398"/>
                  <a:gd name="connsiteX12" fmla="*/ 87601 w 321639"/>
                  <a:gd name="connsiteY12" fmla="*/ 189073 h 380398"/>
                  <a:gd name="connsiteX13" fmla="*/ 206213 w 321639"/>
                  <a:gd name="connsiteY13" fmla="*/ 67833 h 380398"/>
                  <a:gd name="connsiteX14" fmla="*/ 208959 w 321639"/>
                  <a:gd name="connsiteY14" fmla="*/ 67834 h 380398"/>
                  <a:gd name="connsiteX15" fmla="*/ 281227 w 321639"/>
                  <a:gd name="connsiteY15" fmla="*/ 86852 h 380398"/>
                  <a:gd name="connsiteX16" fmla="*/ 321639 w 321639"/>
                  <a:gd name="connsiteY16" fmla="*/ 25876 h 380398"/>
                  <a:gd name="connsiteX17" fmla="*/ 209672 w 321639"/>
                  <a:gd name="connsiteY17" fmla="*/ 83 h 38039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321639" h="380398">
                    <a:moveTo>
                      <a:pt x="209672" y="83"/>
                    </a:moveTo>
                    <a:cubicBezTo>
                      <a:pt x="92118" y="83"/>
                      <a:pt x="0" y="83880"/>
                      <a:pt x="0" y="190261"/>
                    </a:cubicBezTo>
                    <a:lnTo>
                      <a:pt x="0" y="191688"/>
                    </a:lnTo>
                    <a:cubicBezTo>
                      <a:pt x="0" y="297474"/>
                      <a:pt x="91761" y="380321"/>
                      <a:pt x="208959" y="380321"/>
                    </a:cubicBezTo>
                    <a:cubicBezTo>
                      <a:pt x="247636" y="381337"/>
                      <a:pt x="285921" y="372329"/>
                      <a:pt x="320094" y="354171"/>
                    </a:cubicBezTo>
                    <a:lnTo>
                      <a:pt x="319262" y="353339"/>
                    </a:lnTo>
                    <a:cubicBezTo>
                      <a:pt x="317836" y="352032"/>
                      <a:pt x="316409" y="350843"/>
                      <a:pt x="315102" y="349417"/>
                    </a:cubicBezTo>
                    <a:lnTo>
                      <a:pt x="315102" y="349417"/>
                    </a:lnTo>
                    <a:cubicBezTo>
                      <a:pt x="300660" y="333807"/>
                      <a:pt x="289000" y="315836"/>
                      <a:pt x="280632" y="296286"/>
                    </a:cubicBezTo>
                    <a:cubicBezTo>
                      <a:pt x="260045" y="307381"/>
                      <a:pt x="236986" y="313106"/>
                      <a:pt x="213594" y="312926"/>
                    </a:cubicBezTo>
                    <a:cubicBezTo>
                      <a:pt x="146485" y="315358"/>
                      <a:pt x="90109" y="262925"/>
                      <a:pt x="87672" y="195814"/>
                    </a:cubicBezTo>
                    <a:cubicBezTo>
                      <a:pt x="87613" y="193964"/>
                      <a:pt x="87589" y="192112"/>
                      <a:pt x="87601" y="190261"/>
                    </a:cubicBezTo>
                    <a:lnTo>
                      <a:pt x="87601" y="189073"/>
                    </a:lnTo>
                    <a:cubicBezTo>
                      <a:pt x="86876" y="122841"/>
                      <a:pt x="139971" y="68559"/>
                      <a:pt x="206213" y="67833"/>
                    </a:cubicBezTo>
                    <a:cubicBezTo>
                      <a:pt x="207128" y="67822"/>
                      <a:pt x="208043" y="67823"/>
                      <a:pt x="208959" y="67834"/>
                    </a:cubicBezTo>
                    <a:cubicBezTo>
                      <a:pt x="234336" y="67418"/>
                      <a:pt x="259344" y="73998"/>
                      <a:pt x="281227" y="86852"/>
                    </a:cubicBezTo>
                    <a:cubicBezTo>
                      <a:pt x="290878" y="64237"/>
                      <a:pt x="304571" y="43573"/>
                      <a:pt x="321639" y="25876"/>
                    </a:cubicBezTo>
                    <a:cubicBezTo>
                      <a:pt x="287110" y="7914"/>
                      <a:pt x="248575" y="-962"/>
                      <a:pt x="209672" y="83"/>
                    </a:cubicBezTo>
                    <a:close/>
                  </a:path>
                </a:pathLst>
              </a:custGeom>
              <a:solidFill>
                <a:srgbClr val="0D4E96"/>
              </a:solidFill>
              <a:ln w="11886" cap="flat">
                <a:noFill/>
                <a:prstDash val="solid"/>
                <a:miter/>
              </a:ln>
            </p:spPr>
            <p:txBody>
              <a:bodyPr rtlCol="0" anchor="ctr"/>
              <a:lstStyle/>
              <a:p>
                <a:endParaRPr lang="en-US"/>
              </a:p>
            </p:txBody>
          </p:sp>
        </p:grpSp>
        <p:grpSp>
          <p:nvGrpSpPr>
            <p:cNvPr id="26" name="Graphic 6">
              <a:extLst>
                <a:ext uri="{FF2B5EF4-FFF2-40B4-BE49-F238E27FC236}">
                  <a16:creationId xmlns:a16="http://schemas.microsoft.com/office/drawing/2014/main" id="{9C7DBD19-C64B-43A3-BDBB-7235E6983ABE}"/>
                </a:ext>
              </a:extLst>
            </p:cNvPr>
            <p:cNvGrpSpPr/>
            <p:nvPr/>
          </p:nvGrpSpPr>
          <p:grpSpPr>
            <a:xfrm>
              <a:off x="335933" y="374658"/>
              <a:ext cx="521802" cy="644467"/>
              <a:chOff x="335933" y="374658"/>
              <a:chExt cx="521802" cy="644467"/>
            </a:xfrm>
            <a:solidFill>
              <a:srgbClr val="0D4E96"/>
            </a:solidFill>
          </p:grpSpPr>
          <p:sp>
            <p:nvSpPr>
              <p:cNvPr id="27" name="Freeform: Shape 26">
                <a:extLst>
                  <a:ext uri="{FF2B5EF4-FFF2-40B4-BE49-F238E27FC236}">
                    <a16:creationId xmlns:a16="http://schemas.microsoft.com/office/drawing/2014/main" id="{D2C8A5CF-E966-4621-9D77-C140E13C4920}"/>
                  </a:ext>
                </a:extLst>
              </p:cNvPr>
              <p:cNvSpPr/>
              <p:nvPr/>
            </p:nvSpPr>
            <p:spPr>
              <a:xfrm>
                <a:off x="335933" y="497560"/>
                <a:ext cx="279800" cy="398899"/>
              </a:xfrm>
              <a:custGeom>
                <a:avLst/>
                <a:gdLst>
                  <a:gd name="connsiteX0" fmla="*/ 79875 w 279800"/>
                  <a:gd name="connsiteY0" fmla="*/ 398900 h 398899"/>
                  <a:gd name="connsiteX1" fmla="*/ 0 w 279800"/>
                  <a:gd name="connsiteY1" fmla="*/ 319025 h 398899"/>
                  <a:gd name="connsiteX2" fmla="*/ 120050 w 279800"/>
                  <a:gd name="connsiteY2" fmla="*/ 198974 h 398899"/>
                  <a:gd name="connsiteX3" fmla="*/ 951 w 279800"/>
                  <a:gd name="connsiteY3" fmla="*/ 79756 h 398899"/>
                  <a:gd name="connsiteX4" fmla="*/ 80707 w 279800"/>
                  <a:gd name="connsiteY4" fmla="*/ 0 h 398899"/>
                  <a:gd name="connsiteX5" fmla="*/ 279800 w 279800"/>
                  <a:gd name="connsiteY5" fmla="*/ 198974 h 398899"/>
                  <a:gd name="connsiteX6" fmla="*/ 79875 w 279800"/>
                  <a:gd name="connsiteY6" fmla="*/ 398900 h 39889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279800" h="398899">
                    <a:moveTo>
                      <a:pt x="79875" y="398900"/>
                    </a:moveTo>
                    <a:lnTo>
                      <a:pt x="0" y="319025"/>
                    </a:lnTo>
                    <a:lnTo>
                      <a:pt x="120050" y="198974"/>
                    </a:lnTo>
                    <a:lnTo>
                      <a:pt x="951" y="79756"/>
                    </a:lnTo>
                    <a:lnTo>
                      <a:pt x="80707" y="0"/>
                    </a:lnTo>
                    <a:lnTo>
                      <a:pt x="279800" y="198974"/>
                    </a:lnTo>
                    <a:lnTo>
                      <a:pt x="79875" y="398900"/>
                    </a:lnTo>
                    <a:close/>
                  </a:path>
                </a:pathLst>
              </a:custGeom>
              <a:solidFill>
                <a:srgbClr val="0D4E96"/>
              </a:solidFill>
              <a:ln w="11886" cap="flat">
                <a:noFill/>
                <a:prstDash val="solid"/>
                <a:miter/>
              </a:ln>
            </p:spPr>
            <p:txBody>
              <a:bodyPr rtlCol="0" anchor="ctr"/>
              <a:lstStyle/>
              <a:p>
                <a:endParaRPr lang="en-US"/>
              </a:p>
            </p:txBody>
          </p:sp>
          <p:sp>
            <p:nvSpPr>
              <p:cNvPr id="28" name="Freeform: Shape 27">
                <a:extLst>
                  <a:ext uri="{FF2B5EF4-FFF2-40B4-BE49-F238E27FC236}">
                    <a16:creationId xmlns:a16="http://schemas.microsoft.com/office/drawing/2014/main" id="{D9C0ECDC-5D8D-401A-B971-09C24D0DE8C6}"/>
                  </a:ext>
                </a:extLst>
              </p:cNvPr>
              <p:cNvSpPr/>
              <p:nvPr/>
            </p:nvSpPr>
            <p:spPr>
              <a:xfrm>
                <a:off x="458598" y="739325"/>
                <a:ext cx="398899" cy="279800"/>
              </a:xfrm>
              <a:custGeom>
                <a:avLst/>
                <a:gdLst>
                  <a:gd name="connsiteX0" fmla="*/ 79875 w 398899"/>
                  <a:gd name="connsiteY0" fmla="*/ 279800 h 279800"/>
                  <a:gd name="connsiteX1" fmla="*/ 0 w 398899"/>
                  <a:gd name="connsiteY1" fmla="*/ 199925 h 279800"/>
                  <a:gd name="connsiteX2" fmla="*/ 199925 w 398899"/>
                  <a:gd name="connsiteY2" fmla="*/ 0 h 279800"/>
                  <a:gd name="connsiteX3" fmla="*/ 398899 w 398899"/>
                  <a:gd name="connsiteY3" fmla="*/ 198974 h 279800"/>
                  <a:gd name="connsiteX4" fmla="*/ 319024 w 398899"/>
                  <a:gd name="connsiteY4" fmla="*/ 278849 h 279800"/>
                  <a:gd name="connsiteX5" fmla="*/ 199925 w 398899"/>
                  <a:gd name="connsiteY5" fmla="*/ 159750 h 279800"/>
                  <a:gd name="connsiteX6" fmla="*/ 79875 w 398899"/>
                  <a:gd name="connsiteY6" fmla="*/ 279800 h 2798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398899" h="279800">
                    <a:moveTo>
                      <a:pt x="79875" y="279800"/>
                    </a:moveTo>
                    <a:lnTo>
                      <a:pt x="0" y="199925"/>
                    </a:lnTo>
                    <a:lnTo>
                      <a:pt x="199925" y="0"/>
                    </a:lnTo>
                    <a:lnTo>
                      <a:pt x="398899" y="198974"/>
                    </a:lnTo>
                    <a:lnTo>
                      <a:pt x="319024" y="278849"/>
                    </a:lnTo>
                    <a:lnTo>
                      <a:pt x="199925" y="159750"/>
                    </a:lnTo>
                    <a:lnTo>
                      <a:pt x="79875" y="279800"/>
                    </a:lnTo>
                    <a:close/>
                  </a:path>
                </a:pathLst>
              </a:custGeom>
              <a:solidFill>
                <a:srgbClr val="0D4E96"/>
              </a:solidFill>
              <a:ln w="11886" cap="flat">
                <a:noFill/>
                <a:prstDash val="solid"/>
                <a:miter/>
              </a:ln>
            </p:spPr>
            <p:txBody>
              <a:bodyPr rtlCol="0" anchor="ctr"/>
              <a:lstStyle/>
              <a:p>
                <a:endParaRPr lang="en-US"/>
              </a:p>
            </p:txBody>
          </p:sp>
          <p:sp>
            <p:nvSpPr>
              <p:cNvPr id="29" name="Freeform: Shape 28">
                <a:extLst>
                  <a:ext uri="{FF2B5EF4-FFF2-40B4-BE49-F238E27FC236}">
                    <a16:creationId xmlns:a16="http://schemas.microsoft.com/office/drawing/2014/main" id="{0EEE44F6-B9F7-424A-937C-60100E2506AF}"/>
                  </a:ext>
                </a:extLst>
              </p:cNvPr>
              <p:cNvSpPr/>
              <p:nvPr/>
            </p:nvSpPr>
            <p:spPr>
              <a:xfrm>
                <a:off x="458835" y="374658"/>
                <a:ext cx="398899" cy="279800"/>
              </a:xfrm>
              <a:custGeom>
                <a:avLst/>
                <a:gdLst>
                  <a:gd name="connsiteX0" fmla="*/ 198974 w 398899"/>
                  <a:gd name="connsiteY0" fmla="*/ 279800 h 279800"/>
                  <a:gd name="connsiteX1" fmla="*/ 0 w 398899"/>
                  <a:gd name="connsiteY1" fmla="*/ 80707 h 279800"/>
                  <a:gd name="connsiteX2" fmla="*/ 79756 w 398899"/>
                  <a:gd name="connsiteY2" fmla="*/ 951 h 279800"/>
                  <a:gd name="connsiteX3" fmla="*/ 198974 w 398899"/>
                  <a:gd name="connsiteY3" fmla="*/ 120050 h 279800"/>
                  <a:gd name="connsiteX4" fmla="*/ 319025 w 398899"/>
                  <a:gd name="connsiteY4" fmla="*/ 0 h 279800"/>
                  <a:gd name="connsiteX5" fmla="*/ 398900 w 398899"/>
                  <a:gd name="connsiteY5" fmla="*/ 79875 h 279800"/>
                  <a:gd name="connsiteX6" fmla="*/ 198974 w 398899"/>
                  <a:gd name="connsiteY6" fmla="*/ 279800 h 2798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398899" h="279800">
                    <a:moveTo>
                      <a:pt x="198974" y="279800"/>
                    </a:moveTo>
                    <a:lnTo>
                      <a:pt x="0" y="80707"/>
                    </a:lnTo>
                    <a:lnTo>
                      <a:pt x="79756" y="951"/>
                    </a:lnTo>
                    <a:lnTo>
                      <a:pt x="198974" y="120050"/>
                    </a:lnTo>
                    <a:lnTo>
                      <a:pt x="319025" y="0"/>
                    </a:lnTo>
                    <a:lnTo>
                      <a:pt x="398900" y="79875"/>
                    </a:lnTo>
                    <a:lnTo>
                      <a:pt x="198974" y="279800"/>
                    </a:lnTo>
                    <a:close/>
                  </a:path>
                </a:pathLst>
              </a:custGeom>
              <a:solidFill>
                <a:srgbClr val="0D4E96"/>
              </a:solidFill>
              <a:ln w="11886" cap="flat">
                <a:noFill/>
                <a:prstDash val="solid"/>
                <a:miter/>
              </a:ln>
            </p:spPr>
            <p:txBody>
              <a:bodyPr rtlCol="0" anchor="ctr"/>
              <a:lstStyle/>
              <a:p>
                <a:endParaRPr lang="en-US"/>
              </a:p>
            </p:txBody>
          </p:sp>
        </p:grpSp>
      </p:grpSp>
      <p:sp>
        <p:nvSpPr>
          <p:cNvPr id="46" name="TextBox 45">
            <a:extLst>
              <a:ext uri="{FF2B5EF4-FFF2-40B4-BE49-F238E27FC236}">
                <a16:creationId xmlns:a16="http://schemas.microsoft.com/office/drawing/2014/main" id="{0B49A30A-5504-43E8-AA55-1CE3C7B336BB}"/>
              </a:ext>
            </a:extLst>
          </p:cNvPr>
          <p:cNvSpPr txBox="1"/>
          <p:nvPr userDrawn="1"/>
        </p:nvSpPr>
        <p:spPr>
          <a:xfrm>
            <a:off x="557726" y="6064408"/>
            <a:ext cx="2143536" cy="261610"/>
          </a:xfrm>
          <a:prstGeom prst="rect">
            <a:avLst/>
          </a:prstGeom>
          <a:noFill/>
        </p:spPr>
        <p:txBody>
          <a:bodyPr wrap="none" rtlCol="0" anchor="ctr">
            <a:spAutoFit/>
          </a:bodyPr>
          <a:lstStyle/>
          <a:p>
            <a:pPr algn="l"/>
            <a:r>
              <a:rPr lang="en-US" sz="1100" dirty="0">
                <a:solidFill>
                  <a:schemeClr val="tx2"/>
                </a:solidFill>
              </a:rPr>
              <a:t>© Tricentis. All rights reserved. </a:t>
            </a:r>
          </a:p>
        </p:txBody>
      </p:sp>
    </p:spTree>
    <p:extLst>
      <p:ext uri="{BB962C8B-B14F-4D97-AF65-F5344CB8AC3E}">
        <p14:creationId xmlns:p14="http://schemas.microsoft.com/office/powerpoint/2010/main" val="184895000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9BEA679-B921-4324-97D5-866B1C61808D}"/>
              </a:ext>
            </a:extLst>
          </p:cNvPr>
          <p:cNvSpPr>
            <a:spLocks noGrp="1"/>
          </p:cNvSpPr>
          <p:nvPr>
            <p:ph type="title" hasCustomPrompt="1"/>
          </p:nvPr>
        </p:nvSpPr>
        <p:spPr/>
        <p:txBody>
          <a:bodyPr/>
          <a:lstStyle/>
          <a:p>
            <a:r>
              <a:rPr lang="en-GB" dirty="0"/>
              <a:t>Click to edit master title style</a:t>
            </a:r>
            <a:endParaRPr lang="en-US" dirty="0"/>
          </a:p>
        </p:txBody>
      </p:sp>
      <p:sp>
        <p:nvSpPr>
          <p:cNvPr id="3" name="Content Placeholder 2">
            <a:extLst>
              <a:ext uri="{FF2B5EF4-FFF2-40B4-BE49-F238E27FC236}">
                <a16:creationId xmlns:a16="http://schemas.microsoft.com/office/drawing/2014/main" id="{B414FFAE-AE6E-4CC7-A871-B88CA6A8E5CB}"/>
              </a:ext>
            </a:extLst>
          </p:cNvPr>
          <p:cNvSpPr>
            <a:spLocks noGrp="1"/>
          </p:cNvSpPr>
          <p:nvPr>
            <p:ph idx="1" hasCustomPrompt="1"/>
          </p:nvPr>
        </p:nvSpPr>
        <p:spPr/>
        <p:txBody>
          <a:bodyPr/>
          <a:lstStyle/>
          <a:p>
            <a:pPr lvl="0"/>
            <a:r>
              <a:rPr lang="en-GB" dirty="0"/>
              <a:t>Click to edit master text styles</a:t>
            </a:r>
          </a:p>
          <a:p>
            <a:pPr lvl="1"/>
            <a:r>
              <a:rPr lang="en-GB" dirty="0"/>
              <a:t>Second level</a:t>
            </a:r>
          </a:p>
          <a:p>
            <a:pPr lvl="2"/>
            <a:r>
              <a:rPr lang="en-GB" dirty="0"/>
              <a:t>Third level</a:t>
            </a:r>
          </a:p>
          <a:p>
            <a:pPr lvl="3"/>
            <a:r>
              <a:rPr lang="en-GB" dirty="0"/>
              <a:t>Fourth level</a:t>
            </a:r>
          </a:p>
          <a:p>
            <a:pPr lvl="4"/>
            <a:r>
              <a:rPr lang="en-GB" dirty="0"/>
              <a:t>Fifth level</a:t>
            </a:r>
            <a:endParaRPr lang="en-US" dirty="0"/>
          </a:p>
        </p:txBody>
      </p:sp>
      <p:sp>
        <p:nvSpPr>
          <p:cNvPr id="4" name="Date Placeholder 3">
            <a:extLst>
              <a:ext uri="{FF2B5EF4-FFF2-40B4-BE49-F238E27FC236}">
                <a16:creationId xmlns:a16="http://schemas.microsoft.com/office/drawing/2014/main" id="{F924EC7B-4C02-4033-8213-91433B49745B}"/>
              </a:ext>
            </a:extLst>
          </p:cNvPr>
          <p:cNvSpPr>
            <a:spLocks noGrp="1"/>
          </p:cNvSpPr>
          <p:nvPr>
            <p:ph type="dt" sz="half" idx="10"/>
          </p:nvPr>
        </p:nvSpPr>
        <p:spPr/>
        <p:txBody>
          <a:bodyPr/>
          <a:lstStyle/>
          <a:p>
            <a:fld id="{806346B1-EA8D-4412-B99A-39A38F57D335}" type="datetime1">
              <a:rPr lang="en-US" smtClean="0"/>
              <a:t>5/9/2025</a:t>
            </a:fld>
            <a:endParaRPr lang="en-US"/>
          </a:p>
        </p:txBody>
      </p:sp>
      <p:sp>
        <p:nvSpPr>
          <p:cNvPr id="5" name="Footer Placeholder 4">
            <a:extLst>
              <a:ext uri="{FF2B5EF4-FFF2-40B4-BE49-F238E27FC236}">
                <a16:creationId xmlns:a16="http://schemas.microsoft.com/office/drawing/2014/main" id="{CBC28665-73C3-4D49-A03F-4FEE1B764FC6}"/>
              </a:ext>
            </a:extLst>
          </p:cNvPr>
          <p:cNvSpPr>
            <a:spLocks noGrp="1"/>
          </p:cNvSpPr>
          <p:nvPr>
            <p:ph type="ftr" sz="quarter" idx="11"/>
          </p:nvPr>
        </p:nvSpPr>
        <p:spPr>
          <a:xfrm>
            <a:off x="6096000" y="6525344"/>
            <a:ext cx="5345151" cy="318363"/>
          </a:xfrm>
          <a:prstGeom prst="rect">
            <a:avLst/>
          </a:prstGeom>
        </p:spPr>
        <p:txBody>
          <a:bodyPr/>
          <a:lstStyle/>
          <a:p>
            <a:endParaRPr lang="en-US"/>
          </a:p>
        </p:txBody>
      </p:sp>
      <p:sp>
        <p:nvSpPr>
          <p:cNvPr id="6" name="Slide Number Placeholder 5">
            <a:extLst>
              <a:ext uri="{FF2B5EF4-FFF2-40B4-BE49-F238E27FC236}">
                <a16:creationId xmlns:a16="http://schemas.microsoft.com/office/drawing/2014/main" id="{C7BA72D2-7DA7-4777-86B5-FFB5008FDC91}"/>
              </a:ext>
            </a:extLst>
          </p:cNvPr>
          <p:cNvSpPr>
            <a:spLocks noGrp="1"/>
          </p:cNvSpPr>
          <p:nvPr>
            <p:ph type="sldNum" sz="quarter" idx="12"/>
          </p:nvPr>
        </p:nvSpPr>
        <p:spPr/>
        <p:txBody>
          <a:bodyPr/>
          <a:lstStyle/>
          <a:p>
            <a:fld id="{507CC9FD-F0BE-4343-88E6-11D806760E48}" type="slidenum">
              <a:rPr lang="en-US" smtClean="0"/>
              <a:t>‹#›</a:t>
            </a:fld>
            <a:endParaRPr lang="en-US"/>
          </a:p>
        </p:txBody>
      </p:sp>
    </p:spTree>
    <p:extLst>
      <p:ext uri="{BB962C8B-B14F-4D97-AF65-F5344CB8AC3E}">
        <p14:creationId xmlns:p14="http://schemas.microsoft.com/office/powerpoint/2010/main" val="15639869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preserve="1" userDrawn="1">
  <p:cSld name="Section Header">
    <p:bg>
      <p:bgPr>
        <a:solidFill>
          <a:schemeClr val="accent2"/>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CDE9C4BF-E8C2-79C7-BA85-BDA347A2210D}"/>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2400" y="-7702"/>
            <a:ext cx="12196800" cy="6873405"/>
          </a:xfrm>
          <a:prstGeom prst="rect">
            <a:avLst/>
          </a:prstGeom>
        </p:spPr>
      </p:pic>
      <p:sp>
        <p:nvSpPr>
          <p:cNvPr id="5" name="Footer Placeholder 4">
            <a:extLst>
              <a:ext uri="{FF2B5EF4-FFF2-40B4-BE49-F238E27FC236}">
                <a16:creationId xmlns:a16="http://schemas.microsoft.com/office/drawing/2014/main" id="{68A62D6D-41D3-4AF3-9AD8-D37DC1C7B6C3}"/>
              </a:ext>
            </a:extLst>
          </p:cNvPr>
          <p:cNvSpPr>
            <a:spLocks noGrp="1"/>
          </p:cNvSpPr>
          <p:nvPr>
            <p:ph type="ftr" sz="quarter" idx="11"/>
          </p:nvPr>
        </p:nvSpPr>
        <p:spPr>
          <a:xfrm>
            <a:off x="6096000" y="6461239"/>
            <a:ext cx="5345151" cy="365125"/>
          </a:xfrm>
          <a:prstGeom prst="rect">
            <a:avLst/>
          </a:prstGeom>
        </p:spPr>
        <p:txBody>
          <a:bodyPr/>
          <a:lstStyle/>
          <a:p>
            <a:endParaRPr lang="en-US"/>
          </a:p>
        </p:txBody>
      </p:sp>
      <p:sp>
        <p:nvSpPr>
          <p:cNvPr id="6" name="Slide Number Placeholder 5">
            <a:extLst>
              <a:ext uri="{FF2B5EF4-FFF2-40B4-BE49-F238E27FC236}">
                <a16:creationId xmlns:a16="http://schemas.microsoft.com/office/drawing/2014/main" id="{1C97A7FA-AF7C-4720-AC68-6A86B87AB867}"/>
              </a:ext>
            </a:extLst>
          </p:cNvPr>
          <p:cNvSpPr>
            <a:spLocks noGrp="1"/>
          </p:cNvSpPr>
          <p:nvPr>
            <p:ph type="sldNum" sz="quarter" idx="12"/>
          </p:nvPr>
        </p:nvSpPr>
        <p:spPr/>
        <p:txBody>
          <a:bodyPr/>
          <a:lstStyle/>
          <a:p>
            <a:fld id="{507CC9FD-F0BE-4343-88E6-11D806760E48}" type="slidenum">
              <a:rPr lang="en-US" smtClean="0"/>
              <a:t>‹#›</a:t>
            </a:fld>
            <a:endParaRPr lang="en-US"/>
          </a:p>
        </p:txBody>
      </p:sp>
      <p:sp>
        <p:nvSpPr>
          <p:cNvPr id="4" name="Date Placeholder 3">
            <a:extLst>
              <a:ext uri="{FF2B5EF4-FFF2-40B4-BE49-F238E27FC236}">
                <a16:creationId xmlns:a16="http://schemas.microsoft.com/office/drawing/2014/main" id="{5B8FAEE6-4B5A-40B3-9DDD-C26F80B5836D}"/>
              </a:ext>
            </a:extLst>
          </p:cNvPr>
          <p:cNvSpPr>
            <a:spLocks noGrp="1"/>
          </p:cNvSpPr>
          <p:nvPr>
            <p:ph type="dt" sz="half" idx="10"/>
          </p:nvPr>
        </p:nvSpPr>
        <p:spPr/>
        <p:txBody>
          <a:bodyPr/>
          <a:lstStyle/>
          <a:p>
            <a:fld id="{CBB34E7C-2E82-4D14-B32D-67AF2205DEB0}" type="datetime1">
              <a:rPr lang="en-US" smtClean="0"/>
              <a:t>5/9/2025</a:t>
            </a:fld>
            <a:endParaRPr lang="en-US"/>
          </a:p>
        </p:txBody>
      </p:sp>
      <p:pic>
        <p:nvPicPr>
          <p:cNvPr id="31" name="Graphic 30">
            <a:extLst>
              <a:ext uri="{FF2B5EF4-FFF2-40B4-BE49-F238E27FC236}">
                <a16:creationId xmlns:a16="http://schemas.microsoft.com/office/drawing/2014/main" id="{27B4B9DE-829D-440A-80B4-3305FF261FED}"/>
              </a:ext>
            </a:extLst>
          </p:cNvPr>
          <p:cNvPicPr>
            <a:picLocks noChangeAspect="1"/>
          </p:cNvPicPr>
          <p:nvPr userDrawn="1"/>
        </p:nvPicPr>
        <p:blipFill rotWithShape="1">
          <a:blip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rcRect l="11064" t="25850" r="11371" b="26766"/>
          <a:stretch/>
        </p:blipFill>
        <p:spPr>
          <a:xfrm>
            <a:off x="465625" y="6544949"/>
            <a:ext cx="865204" cy="210199"/>
          </a:xfrm>
          <a:prstGeom prst="rect">
            <a:avLst/>
          </a:prstGeom>
        </p:spPr>
      </p:pic>
      <p:sp>
        <p:nvSpPr>
          <p:cNvPr id="13" name="Title 1">
            <a:extLst>
              <a:ext uri="{FF2B5EF4-FFF2-40B4-BE49-F238E27FC236}">
                <a16:creationId xmlns:a16="http://schemas.microsoft.com/office/drawing/2014/main" id="{5EDDC997-B4BA-2053-97C6-E7712197F705}"/>
              </a:ext>
            </a:extLst>
          </p:cNvPr>
          <p:cNvSpPr>
            <a:spLocks noGrp="1"/>
          </p:cNvSpPr>
          <p:nvPr>
            <p:ph type="ctrTitle" hasCustomPrompt="1"/>
          </p:nvPr>
        </p:nvSpPr>
        <p:spPr>
          <a:xfrm>
            <a:off x="659304" y="1612585"/>
            <a:ext cx="7313071" cy="1701105"/>
          </a:xfrm>
        </p:spPr>
        <p:txBody>
          <a:bodyPr anchor="b">
            <a:noAutofit/>
          </a:bodyPr>
          <a:lstStyle>
            <a:lvl1pPr algn="l">
              <a:defRPr sz="4000">
                <a:solidFill>
                  <a:schemeClr val="bg1"/>
                </a:solidFill>
              </a:defRPr>
            </a:lvl1pPr>
          </a:lstStyle>
          <a:p>
            <a:r>
              <a:rPr lang="en-US" dirty="0"/>
              <a:t>[Insert title here]</a:t>
            </a:r>
          </a:p>
        </p:txBody>
      </p:sp>
      <p:sp>
        <p:nvSpPr>
          <p:cNvPr id="16" name="Subtitle 2">
            <a:extLst>
              <a:ext uri="{FF2B5EF4-FFF2-40B4-BE49-F238E27FC236}">
                <a16:creationId xmlns:a16="http://schemas.microsoft.com/office/drawing/2014/main" id="{F0D1C473-F3B2-E875-83CF-1D4BAA33520E}"/>
              </a:ext>
            </a:extLst>
          </p:cNvPr>
          <p:cNvSpPr>
            <a:spLocks noGrp="1"/>
          </p:cNvSpPr>
          <p:nvPr>
            <p:ph type="subTitle" idx="1" hasCustomPrompt="1"/>
          </p:nvPr>
        </p:nvSpPr>
        <p:spPr>
          <a:xfrm>
            <a:off x="652463" y="3842379"/>
            <a:ext cx="7295783" cy="1415420"/>
          </a:xfrm>
        </p:spPr>
        <p:txBody>
          <a:bodyPr>
            <a:noAutofit/>
          </a:bodyPr>
          <a:lstStyle>
            <a:lvl1pPr marL="0" indent="0" algn="l">
              <a:buNone/>
              <a:defRPr sz="2000">
                <a:solidFill>
                  <a:schemeClr val="bg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[Insert subtitle here]</a:t>
            </a:r>
          </a:p>
        </p:txBody>
      </p:sp>
    </p:spTree>
    <p:extLst>
      <p:ext uri="{BB962C8B-B14F-4D97-AF65-F5344CB8AC3E}">
        <p14:creationId xmlns:p14="http://schemas.microsoft.com/office/powerpoint/2010/main" val="276772044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Two Content">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F0AE9607-5688-4616-9516-C2D88F6FE373}"/>
              </a:ext>
            </a:extLst>
          </p:cNvPr>
          <p:cNvSpPr>
            <a:spLocks noGrp="1"/>
          </p:cNvSpPr>
          <p:nvPr>
            <p:ph sz="half" idx="1" hasCustomPrompt="1"/>
          </p:nvPr>
        </p:nvSpPr>
        <p:spPr>
          <a:xfrm>
            <a:off x="652463" y="1295400"/>
            <a:ext cx="5346893" cy="4952542"/>
          </a:xfrm>
        </p:spPr>
        <p:txBody>
          <a:bodyPr/>
          <a:lstStyle/>
          <a:p>
            <a:pPr lvl="0"/>
            <a:r>
              <a:rPr lang="en-GB" dirty="0"/>
              <a:t>Click to edit master text styles</a:t>
            </a:r>
          </a:p>
          <a:p>
            <a:pPr lvl="1"/>
            <a:r>
              <a:rPr lang="en-GB" dirty="0"/>
              <a:t>Second level</a:t>
            </a:r>
          </a:p>
          <a:p>
            <a:pPr lvl="2"/>
            <a:r>
              <a:rPr lang="en-GB" dirty="0"/>
              <a:t>Third level</a:t>
            </a:r>
          </a:p>
          <a:p>
            <a:pPr lvl="3"/>
            <a:r>
              <a:rPr lang="en-GB" dirty="0"/>
              <a:t>Fourth level</a:t>
            </a:r>
          </a:p>
          <a:p>
            <a:pPr lvl="4"/>
            <a:r>
              <a:rPr lang="en-GB" dirty="0"/>
              <a:t>Fifth level</a:t>
            </a:r>
            <a:endParaRPr lang="en-US" dirty="0"/>
          </a:p>
        </p:txBody>
      </p:sp>
      <p:sp>
        <p:nvSpPr>
          <p:cNvPr id="4" name="Content Placeholder 3">
            <a:extLst>
              <a:ext uri="{FF2B5EF4-FFF2-40B4-BE49-F238E27FC236}">
                <a16:creationId xmlns:a16="http://schemas.microsoft.com/office/drawing/2014/main" id="{B7E9EF79-3999-486B-B9DA-D5A02C8399BD}"/>
              </a:ext>
            </a:extLst>
          </p:cNvPr>
          <p:cNvSpPr>
            <a:spLocks noGrp="1"/>
          </p:cNvSpPr>
          <p:nvPr>
            <p:ph sz="half" idx="2" hasCustomPrompt="1"/>
          </p:nvPr>
        </p:nvSpPr>
        <p:spPr>
          <a:xfrm>
            <a:off x="6190539" y="1295473"/>
            <a:ext cx="5349240" cy="4951340"/>
          </a:xfrm>
        </p:spPr>
        <p:txBody>
          <a:bodyPr/>
          <a:lstStyle/>
          <a:p>
            <a:pPr lvl="0"/>
            <a:r>
              <a:rPr lang="en-GB" dirty="0"/>
              <a:t>Click to edit master text styles</a:t>
            </a:r>
          </a:p>
          <a:p>
            <a:pPr lvl="1"/>
            <a:r>
              <a:rPr lang="en-GB" dirty="0"/>
              <a:t>Second level</a:t>
            </a:r>
          </a:p>
          <a:p>
            <a:pPr lvl="2"/>
            <a:r>
              <a:rPr lang="en-GB" dirty="0"/>
              <a:t>Third level</a:t>
            </a:r>
          </a:p>
          <a:p>
            <a:pPr lvl="3"/>
            <a:r>
              <a:rPr lang="en-GB" dirty="0"/>
              <a:t>Fourth level</a:t>
            </a:r>
          </a:p>
          <a:p>
            <a:pPr lvl="4"/>
            <a:r>
              <a:rPr lang="en-GB" dirty="0"/>
              <a:t>Fifth level</a:t>
            </a:r>
            <a:endParaRPr lang="en-US" dirty="0"/>
          </a:p>
        </p:txBody>
      </p:sp>
      <p:sp>
        <p:nvSpPr>
          <p:cNvPr id="5" name="Date Placeholder 4">
            <a:extLst>
              <a:ext uri="{FF2B5EF4-FFF2-40B4-BE49-F238E27FC236}">
                <a16:creationId xmlns:a16="http://schemas.microsoft.com/office/drawing/2014/main" id="{4D3A6770-9F47-4BF3-9D52-11ABF5F02ABB}"/>
              </a:ext>
            </a:extLst>
          </p:cNvPr>
          <p:cNvSpPr>
            <a:spLocks noGrp="1"/>
          </p:cNvSpPr>
          <p:nvPr>
            <p:ph type="dt" sz="half" idx="10"/>
          </p:nvPr>
        </p:nvSpPr>
        <p:spPr/>
        <p:txBody>
          <a:bodyPr/>
          <a:lstStyle/>
          <a:p>
            <a:fld id="{39BC565C-6022-4972-9C02-3749E816C5BE}" type="datetime1">
              <a:rPr lang="en-US" smtClean="0"/>
              <a:t>5/9/2025</a:t>
            </a:fld>
            <a:endParaRPr lang="en-US"/>
          </a:p>
        </p:txBody>
      </p:sp>
      <p:sp>
        <p:nvSpPr>
          <p:cNvPr id="6" name="Footer Placeholder 5">
            <a:extLst>
              <a:ext uri="{FF2B5EF4-FFF2-40B4-BE49-F238E27FC236}">
                <a16:creationId xmlns:a16="http://schemas.microsoft.com/office/drawing/2014/main" id="{01567A07-C4F9-432B-A5F5-2034EB51C9A5}"/>
              </a:ext>
            </a:extLst>
          </p:cNvPr>
          <p:cNvSpPr>
            <a:spLocks noGrp="1"/>
          </p:cNvSpPr>
          <p:nvPr>
            <p:ph type="ftr" sz="quarter" idx="11"/>
          </p:nvPr>
        </p:nvSpPr>
        <p:spPr>
          <a:xfrm>
            <a:off x="6096000" y="6508001"/>
            <a:ext cx="5345151" cy="349999"/>
          </a:xfrm>
          <a:prstGeom prst="rect">
            <a:avLst/>
          </a:prstGeom>
        </p:spPr>
        <p:txBody>
          <a:bodyPr/>
          <a:lstStyle/>
          <a:p>
            <a:endParaRPr lang="en-US" dirty="0"/>
          </a:p>
        </p:txBody>
      </p:sp>
      <p:sp>
        <p:nvSpPr>
          <p:cNvPr id="7" name="Slide Number Placeholder 6">
            <a:extLst>
              <a:ext uri="{FF2B5EF4-FFF2-40B4-BE49-F238E27FC236}">
                <a16:creationId xmlns:a16="http://schemas.microsoft.com/office/drawing/2014/main" id="{07252E14-7137-48CD-96C1-6475862992EA}"/>
              </a:ext>
            </a:extLst>
          </p:cNvPr>
          <p:cNvSpPr>
            <a:spLocks noGrp="1"/>
          </p:cNvSpPr>
          <p:nvPr>
            <p:ph type="sldNum" sz="quarter" idx="12"/>
          </p:nvPr>
        </p:nvSpPr>
        <p:spPr/>
        <p:txBody>
          <a:bodyPr/>
          <a:lstStyle/>
          <a:p>
            <a:fld id="{507CC9FD-F0BE-4343-88E6-11D806760E48}" type="slidenum">
              <a:rPr lang="en-US" smtClean="0"/>
              <a:t>‹#›</a:t>
            </a:fld>
            <a:endParaRPr lang="en-US"/>
          </a:p>
        </p:txBody>
      </p:sp>
      <p:sp>
        <p:nvSpPr>
          <p:cNvPr id="8" name="Title 7">
            <a:extLst>
              <a:ext uri="{FF2B5EF4-FFF2-40B4-BE49-F238E27FC236}">
                <a16:creationId xmlns:a16="http://schemas.microsoft.com/office/drawing/2014/main" id="{CD89808B-6466-4D38-9F1A-2C5849310AAF}"/>
              </a:ext>
            </a:extLst>
          </p:cNvPr>
          <p:cNvSpPr>
            <a:spLocks noGrp="1"/>
          </p:cNvSpPr>
          <p:nvPr>
            <p:ph type="title" hasCustomPrompt="1"/>
          </p:nvPr>
        </p:nvSpPr>
        <p:spPr/>
        <p:txBody>
          <a:bodyPr/>
          <a:lstStyle/>
          <a:p>
            <a:r>
              <a:rPr lang="en-GB" dirty="0"/>
              <a:t>Click to edit master title style</a:t>
            </a:r>
            <a:endParaRPr lang="en-US" dirty="0"/>
          </a:p>
        </p:txBody>
      </p:sp>
    </p:spTree>
    <p:extLst>
      <p:ext uri="{BB962C8B-B14F-4D97-AF65-F5344CB8AC3E}">
        <p14:creationId xmlns:p14="http://schemas.microsoft.com/office/powerpoint/2010/main" val="2434801504"/>
      </p:ext>
    </p:extLst>
  </p:cSld>
  <p:clrMapOvr>
    <a:masterClrMapping/>
  </p:clrMapOvr>
  <p:extLst>
    <p:ext uri="{DCECCB84-F9BA-43D5-87BE-67443E8EF086}">
      <p15:sldGuideLst xmlns:p15="http://schemas.microsoft.com/office/powerpoint/2012/main">
        <p15:guide id="1" pos="3779">
          <p15:clr>
            <a:srgbClr val="FBAE40"/>
          </p15:clr>
        </p15:guide>
        <p15:guide id="2" pos="3898">
          <p15:clr>
            <a:srgbClr val="FBAE40"/>
          </p15:clr>
        </p15:guide>
      </p15:sldGuideLst>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Two Content Background 1">
    <p:spTree>
      <p:nvGrpSpPr>
        <p:cNvPr id="1" name=""/>
        <p:cNvGrpSpPr/>
        <p:nvPr/>
      </p:nvGrpSpPr>
      <p:grpSpPr>
        <a:xfrm>
          <a:off x="0" y="0"/>
          <a:ext cx="0" cy="0"/>
          <a:chOff x="0" y="0"/>
          <a:chExt cx="0" cy="0"/>
        </a:xfrm>
      </p:grpSpPr>
      <p:sp>
        <p:nvSpPr>
          <p:cNvPr id="4" name="Content Placeholder 3">
            <a:extLst>
              <a:ext uri="{FF2B5EF4-FFF2-40B4-BE49-F238E27FC236}">
                <a16:creationId xmlns:a16="http://schemas.microsoft.com/office/drawing/2014/main" id="{B7E9EF79-3999-486B-B9DA-D5A02C8399BD}"/>
              </a:ext>
            </a:extLst>
          </p:cNvPr>
          <p:cNvSpPr>
            <a:spLocks noGrp="1"/>
          </p:cNvSpPr>
          <p:nvPr>
            <p:ph sz="half" idx="2" hasCustomPrompt="1"/>
          </p:nvPr>
        </p:nvSpPr>
        <p:spPr>
          <a:xfrm>
            <a:off x="6188074" y="1295400"/>
            <a:ext cx="5333365" cy="4951340"/>
          </a:xfrm>
          <a:ln>
            <a:noFill/>
          </a:ln>
        </p:spPr>
        <p:txBody>
          <a:bodyPr>
            <a:noAutofit/>
          </a:bodyPr>
          <a:lstStyle/>
          <a:p>
            <a:pPr lvl="0"/>
            <a:r>
              <a:rPr lang="en-GB" dirty="0"/>
              <a:t>Click to edit master text styles</a:t>
            </a:r>
          </a:p>
          <a:p>
            <a:pPr lvl="1"/>
            <a:r>
              <a:rPr lang="en-GB" dirty="0"/>
              <a:t>Second level</a:t>
            </a:r>
          </a:p>
          <a:p>
            <a:pPr lvl="2"/>
            <a:r>
              <a:rPr lang="en-GB" dirty="0"/>
              <a:t>Third level</a:t>
            </a:r>
          </a:p>
          <a:p>
            <a:pPr lvl="3"/>
            <a:r>
              <a:rPr lang="en-GB" dirty="0"/>
              <a:t>Fourth level</a:t>
            </a:r>
          </a:p>
          <a:p>
            <a:pPr lvl="4"/>
            <a:r>
              <a:rPr lang="en-GB" dirty="0"/>
              <a:t>Fifth level</a:t>
            </a:r>
            <a:endParaRPr lang="en-US" dirty="0"/>
          </a:p>
        </p:txBody>
      </p:sp>
      <p:sp>
        <p:nvSpPr>
          <p:cNvPr id="5" name="Date Placeholder 4">
            <a:extLst>
              <a:ext uri="{FF2B5EF4-FFF2-40B4-BE49-F238E27FC236}">
                <a16:creationId xmlns:a16="http://schemas.microsoft.com/office/drawing/2014/main" id="{4D3A6770-9F47-4BF3-9D52-11ABF5F02ABB}"/>
              </a:ext>
            </a:extLst>
          </p:cNvPr>
          <p:cNvSpPr>
            <a:spLocks noGrp="1"/>
          </p:cNvSpPr>
          <p:nvPr>
            <p:ph type="dt" sz="half" idx="10"/>
          </p:nvPr>
        </p:nvSpPr>
        <p:spPr>
          <a:ln>
            <a:noFill/>
          </a:ln>
        </p:spPr>
        <p:txBody>
          <a:bodyPr/>
          <a:lstStyle/>
          <a:p>
            <a:fld id="{39BC565C-6022-4972-9C02-3749E816C5BE}" type="datetime1">
              <a:rPr lang="en-US" smtClean="0"/>
              <a:t>5/9/2025</a:t>
            </a:fld>
            <a:endParaRPr lang="en-US"/>
          </a:p>
        </p:txBody>
      </p:sp>
      <p:sp>
        <p:nvSpPr>
          <p:cNvPr id="6" name="Footer Placeholder 5">
            <a:extLst>
              <a:ext uri="{FF2B5EF4-FFF2-40B4-BE49-F238E27FC236}">
                <a16:creationId xmlns:a16="http://schemas.microsoft.com/office/drawing/2014/main" id="{01567A07-C4F9-432B-A5F5-2034EB51C9A5}"/>
              </a:ext>
            </a:extLst>
          </p:cNvPr>
          <p:cNvSpPr>
            <a:spLocks noGrp="1"/>
          </p:cNvSpPr>
          <p:nvPr>
            <p:ph type="ftr" sz="quarter" idx="11"/>
          </p:nvPr>
        </p:nvSpPr>
        <p:spPr>
          <a:xfrm>
            <a:off x="6096000" y="6508001"/>
            <a:ext cx="5345151" cy="349999"/>
          </a:xfrm>
          <a:prstGeom prst="rect">
            <a:avLst/>
          </a:prstGeom>
        </p:spPr>
        <p:txBody>
          <a:bodyPr/>
          <a:lstStyle/>
          <a:p>
            <a:endParaRPr lang="en-US" dirty="0"/>
          </a:p>
        </p:txBody>
      </p:sp>
      <p:sp>
        <p:nvSpPr>
          <p:cNvPr id="7" name="Slide Number Placeholder 6">
            <a:extLst>
              <a:ext uri="{FF2B5EF4-FFF2-40B4-BE49-F238E27FC236}">
                <a16:creationId xmlns:a16="http://schemas.microsoft.com/office/drawing/2014/main" id="{07252E14-7137-48CD-96C1-6475862992EA}"/>
              </a:ext>
            </a:extLst>
          </p:cNvPr>
          <p:cNvSpPr>
            <a:spLocks noGrp="1"/>
          </p:cNvSpPr>
          <p:nvPr>
            <p:ph type="sldNum" sz="quarter" idx="12"/>
          </p:nvPr>
        </p:nvSpPr>
        <p:spPr/>
        <p:txBody>
          <a:bodyPr/>
          <a:lstStyle/>
          <a:p>
            <a:fld id="{507CC9FD-F0BE-4343-88E6-11D806760E48}" type="slidenum">
              <a:rPr lang="en-US" smtClean="0"/>
              <a:t>‹#›</a:t>
            </a:fld>
            <a:endParaRPr lang="en-US"/>
          </a:p>
        </p:txBody>
      </p:sp>
      <p:sp>
        <p:nvSpPr>
          <p:cNvPr id="17" name="Text Placeholder 10">
            <a:extLst>
              <a:ext uri="{FF2B5EF4-FFF2-40B4-BE49-F238E27FC236}">
                <a16:creationId xmlns:a16="http://schemas.microsoft.com/office/drawing/2014/main" id="{17D2B185-3465-A845-BDCB-56B9CD3C427B}"/>
              </a:ext>
            </a:extLst>
          </p:cNvPr>
          <p:cNvSpPr>
            <a:spLocks noGrp="1"/>
          </p:cNvSpPr>
          <p:nvPr>
            <p:ph type="body" sz="quarter" idx="16"/>
          </p:nvPr>
        </p:nvSpPr>
        <p:spPr>
          <a:xfrm>
            <a:off x="652462" y="2438400"/>
            <a:ext cx="4681538" cy="3802222"/>
          </a:xfrm>
          <a:ln>
            <a:noFill/>
          </a:ln>
        </p:spPr>
        <p:txBody>
          <a:bodyPr>
            <a:noAutofit/>
          </a:bodyPr>
          <a:lstStyle>
            <a:lvl1pPr>
              <a:defRPr sz="2400">
                <a:solidFill>
                  <a:schemeClr val="bg1"/>
                </a:solidFill>
                <a:latin typeface="+mj-lt"/>
              </a:defRPr>
            </a:lvl1pPr>
            <a:lvl2pPr>
              <a:defRPr sz="2000">
                <a:solidFill>
                  <a:schemeClr val="bg1"/>
                </a:solidFill>
                <a:latin typeface="+mj-lt"/>
              </a:defRPr>
            </a:lvl2pPr>
            <a:lvl3pPr>
              <a:defRPr sz="1800">
                <a:solidFill>
                  <a:schemeClr val="bg1"/>
                </a:solidFill>
                <a:latin typeface="+mj-lt"/>
              </a:defRPr>
            </a:lvl3pPr>
            <a:lvl4pPr>
              <a:defRPr sz="1600">
                <a:solidFill>
                  <a:schemeClr val="bg1"/>
                </a:solidFill>
                <a:latin typeface="+mj-lt"/>
              </a:defRPr>
            </a:lvl4pPr>
            <a:lvl5pPr>
              <a:defRPr sz="1400">
                <a:solidFill>
                  <a:schemeClr val="bg1"/>
                </a:solidFill>
                <a:latin typeface="+mj-l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 name="Title 1">
            <a:extLst>
              <a:ext uri="{FF2B5EF4-FFF2-40B4-BE49-F238E27FC236}">
                <a16:creationId xmlns:a16="http://schemas.microsoft.com/office/drawing/2014/main" id="{9420EB1A-F962-43F1-A1AF-FF2B30BF74AC}"/>
              </a:ext>
            </a:extLst>
          </p:cNvPr>
          <p:cNvSpPr>
            <a:spLocks noGrp="1"/>
          </p:cNvSpPr>
          <p:nvPr>
            <p:ph type="title"/>
          </p:nvPr>
        </p:nvSpPr>
        <p:spPr>
          <a:xfrm>
            <a:off x="652463" y="1295400"/>
            <a:ext cx="4681534" cy="847656"/>
          </a:xfrm>
          <a:ln>
            <a:noFill/>
          </a:ln>
        </p:spPr>
        <p:txBody>
          <a:bodyPr anchor="t"/>
          <a:lstStyle>
            <a:lvl1pPr>
              <a:defRPr>
                <a:solidFill>
                  <a:schemeClr val="bg1"/>
                </a:solidFill>
              </a:defRPr>
            </a:lvl1pPr>
          </a:lstStyle>
          <a:p>
            <a:r>
              <a:rPr lang="en-US"/>
              <a:t>Click to edit Master title style</a:t>
            </a:r>
            <a:endParaRPr lang="en-US" dirty="0"/>
          </a:p>
        </p:txBody>
      </p:sp>
      <p:pic>
        <p:nvPicPr>
          <p:cNvPr id="11" name="Picture 10">
            <a:extLst>
              <a:ext uri="{FF2B5EF4-FFF2-40B4-BE49-F238E27FC236}">
                <a16:creationId xmlns:a16="http://schemas.microsoft.com/office/drawing/2014/main" id="{0095E956-8E6E-ED6B-C891-4A15281F0810}"/>
              </a:ext>
            </a:extLst>
          </p:cNvPr>
          <p:cNvPicPr>
            <a:picLocks noChangeAspect="1"/>
          </p:cNvPicPr>
          <p:nvPr userDrawn="1"/>
        </p:nvPicPr>
        <p:blipFill rotWithShape="1">
          <a:blip r:embed="rId2">
            <a:extLst>
              <a:ext uri="{28A0092B-C50C-407E-A947-70E740481C1C}">
                <a14:useLocalDpi xmlns:a14="http://schemas.microsoft.com/office/drawing/2010/main" val="0"/>
              </a:ext>
            </a:extLst>
          </a:blip>
          <a:srcRect t="484" r="2160"/>
          <a:stretch/>
        </p:blipFill>
        <p:spPr>
          <a:xfrm>
            <a:off x="1" y="0"/>
            <a:ext cx="6003926" cy="6508001"/>
          </a:xfrm>
          <a:prstGeom prst="rect">
            <a:avLst/>
          </a:prstGeom>
        </p:spPr>
      </p:pic>
    </p:spTree>
    <p:extLst>
      <p:ext uri="{BB962C8B-B14F-4D97-AF65-F5344CB8AC3E}">
        <p14:creationId xmlns:p14="http://schemas.microsoft.com/office/powerpoint/2010/main" val="313610156"/>
      </p:ext>
    </p:extLst>
  </p:cSld>
  <p:clrMapOvr>
    <a:masterClrMapping/>
  </p:clrMapOvr>
  <p:extLst>
    <p:ext uri="{DCECCB84-F9BA-43D5-87BE-67443E8EF086}">
      <p15:sldGuideLst xmlns:p15="http://schemas.microsoft.com/office/powerpoint/2012/main">
        <p15:guide id="1" pos="3779">
          <p15:clr>
            <a:srgbClr val="FBAE40"/>
          </p15:clr>
        </p15:guide>
        <p15:guide id="2" pos="3898">
          <p15:clr>
            <a:srgbClr val="FBAE40"/>
          </p15:clr>
        </p15:guide>
      </p15:sldGuideLst>
    </p:ext>
  </p:extLst>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Three Content">
    <p:spTree>
      <p:nvGrpSpPr>
        <p:cNvPr id="1" name=""/>
        <p:cNvGrpSpPr/>
        <p:nvPr/>
      </p:nvGrpSpPr>
      <p:grpSpPr>
        <a:xfrm>
          <a:off x="0" y="0"/>
          <a:ext cx="0" cy="0"/>
          <a:chOff x="0" y="0"/>
          <a:chExt cx="0" cy="0"/>
        </a:xfrm>
      </p:grpSpPr>
      <p:sp>
        <p:nvSpPr>
          <p:cNvPr id="3" name="Date Placeholder 2">
            <a:extLst>
              <a:ext uri="{FF2B5EF4-FFF2-40B4-BE49-F238E27FC236}">
                <a16:creationId xmlns:a16="http://schemas.microsoft.com/office/drawing/2014/main" id="{E64DBDF5-F0FF-4BAB-A542-27C16504F0A9}"/>
              </a:ext>
            </a:extLst>
          </p:cNvPr>
          <p:cNvSpPr>
            <a:spLocks noGrp="1"/>
          </p:cNvSpPr>
          <p:nvPr>
            <p:ph type="dt" sz="half" idx="10"/>
          </p:nvPr>
        </p:nvSpPr>
        <p:spPr/>
        <p:txBody>
          <a:bodyPr/>
          <a:lstStyle/>
          <a:p>
            <a:fld id="{564515A7-B4D2-4E5E-8DAA-17B33D9F9E82}" type="datetime1">
              <a:rPr lang="en-US" smtClean="0"/>
              <a:t>5/9/2025</a:t>
            </a:fld>
            <a:endParaRPr lang="en-US"/>
          </a:p>
        </p:txBody>
      </p:sp>
      <p:sp>
        <p:nvSpPr>
          <p:cNvPr id="4" name="Footer Placeholder 3">
            <a:extLst>
              <a:ext uri="{FF2B5EF4-FFF2-40B4-BE49-F238E27FC236}">
                <a16:creationId xmlns:a16="http://schemas.microsoft.com/office/drawing/2014/main" id="{414A0CDC-2F36-426C-80AA-FE2E1F4F5A30}"/>
              </a:ext>
            </a:extLst>
          </p:cNvPr>
          <p:cNvSpPr>
            <a:spLocks noGrp="1"/>
          </p:cNvSpPr>
          <p:nvPr>
            <p:ph type="ftr" sz="quarter" idx="11"/>
          </p:nvPr>
        </p:nvSpPr>
        <p:spPr>
          <a:xfrm>
            <a:off x="6096000" y="6508001"/>
            <a:ext cx="5345151" cy="349999"/>
          </a:xfrm>
          <a:prstGeom prst="rect">
            <a:avLst/>
          </a:prstGeom>
        </p:spPr>
        <p:txBody>
          <a:bodyPr/>
          <a:lstStyle/>
          <a:p>
            <a:endParaRPr lang="en-US" dirty="0"/>
          </a:p>
        </p:txBody>
      </p:sp>
      <p:sp>
        <p:nvSpPr>
          <p:cNvPr id="5" name="Slide Number Placeholder 4">
            <a:extLst>
              <a:ext uri="{FF2B5EF4-FFF2-40B4-BE49-F238E27FC236}">
                <a16:creationId xmlns:a16="http://schemas.microsoft.com/office/drawing/2014/main" id="{C6F547B6-87AA-43C9-9E1D-3574C141F8B8}"/>
              </a:ext>
            </a:extLst>
          </p:cNvPr>
          <p:cNvSpPr>
            <a:spLocks noGrp="1"/>
          </p:cNvSpPr>
          <p:nvPr>
            <p:ph type="sldNum" sz="quarter" idx="12"/>
          </p:nvPr>
        </p:nvSpPr>
        <p:spPr/>
        <p:txBody>
          <a:bodyPr/>
          <a:lstStyle/>
          <a:p>
            <a:fld id="{507CC9FD-F0BE-4343-88E6-11D806760E48}" type="slidenum">
              <a:rPr lang="en-US" smtClean="0"/>
              <a:pPr/>
              <a:t>‹#›</a:t>
            </a:fld>
            <a:endParaRPr lang="en-US" dirty="0"/>
          </a:p>
        </p:txBody>
      </p:sp>
      <p:sp>
        <p:nvSpPr>
          <p:cNvPr id="11" name="Title 10">
            <a:extLst>
              <a:ext uri="{FF2B5EF4-FFF2-40B4-BE49-F238E27FC236}">
                <a16:creationId xmlns:a16="http://schemas.microsoft.com/office/drawing/2014/main" id="{207226BF-68DB-4968-9A5F-34BB3DADA2A0}"/>
              </a:ext>
            </a:extLst>
          </p:cNvPr>
          <p:cNvSpPr>
            <a:spLocks noGrp="1"/>
          </p:cNvSpPr>
          <p:nvPr>
            <p:ph type="title" hasCustomPrompt="1"/>
          </p:nvPr>
        </p:nvSpPr>
        <p:spPr/>
        <p:txBody>
          <a:bodyPr/>
          <a:lstStyle/>
          <a:p>
            <a:r>
              <a:rPr lang="en-GB" dirty="0"/>
              <a:t>Click to edit master title style</a:t>
            </a:r>
            <a:endParaRPr lang="en-US" dirty="0"/>
          </a:p>
        </p:txBody>
      </p:sp>
      <p:sp>
        <p:nvSpPr>
          <p:cNvPr id="13" name="Content Placeholder 12">
            <a:extLst>
              <a:ext uri="{FF2B5EF4-FFF2-40B4-BE49-F238E27FC236}">
                <a16:creationId xmlns:a16="http://schemas.microsoft.com/office/drawing/2014/main" id="{BBA8063C-7A11-4535-8FA1-2D81C58A0A65}"/>
              </a:ext>
            </a:extLst>
          </p:cNvPr>
          <p:cNvSpPr>
            <a:spLocks noGrp="1"/>
          </p:cNvSpPr>
          <p:nvPr>
            <p:ph sz="quarter" idx="13" hasCustomPrompt="1"/>
          </p:nvPr>
        </p:nvSpPr>
        <p:spPr>
          <a:xfrm>
            <a:off x="652462" y="1295400"/>
            <a:ext cx="3483864" cy="4951413"/>
          </a:xfrm>
        </p:spPr>
        <p:txBody>
          <a:bodyPr/>
          <a:lstStyle/>
          <a:p>
            <a:pPr lvl="0"/>
            <a:r>
              <a:rPr lang="en-GB" dirty="0"/>
              <a:t>Click to edit master text styles</a:t>
            </a:r>
          </a:p>
          <a:p>
            <a:pPr lvl="1"/>
            <a:r>
              <a:rPr lang="en-GB" dirty="0"/>
              <a:t>Second level</a:t>
            </a:r>
          </a:p>
          <a:p>
            <a:pPr lvl="2"/>
            <a:r>
              <a:rPr lang="en-GB" dirty="0"/>
              <a:t>Third level</a:t>
            </a:r>
          </a:p>
          <a:p>
            <a:pPr lvl="3"/>
            <a:r>
              <a:rPr lang="en-GB" dirty="0"/>
              <a:t>Fourth level</a:t>
            </a:r>
          </a:p>
          <a:p>
            <a:pPr lvl="4"/>
            <a:r>
              <a:rPr lang="en-GB" dirty="0"/>
              <a:t>Fifth level</a:t>
            </a:r>
            <a:endParaRPr lang="en-US" dirty="0"/>
          </a:p>
        </p:txBody>
      </p:sp>
      <p:sp>
        <p:nvSpPr>
          <p:cNvPr id="15" name="Content Placeholder 14">
            <a:extLst>
              <a:ext uri="{FF2B5EF4-FFF2-40B4-BE49-F238E27FC236}">
                <a16:creationId xmlns:a16="http://schemas.microsoft.com/office/drawing/2014/main" id="{86BB947E-0A0E-429F-A7E3-CA05D4EC1ACF}"/>
              </a:ext>
            </a:extLst>
          </p:cNvPr>
          <p:cNvSpPr>
            <a:spLocks noGrp="1"/>
          </p:cNvSpPr>
          <p:nvPr>
            <p:ph sz="quarter" idx="14" hasCustomPrompt="1"/>
          </p:nvPr>
        </p:nvSpPr>
        <p:spPr>
          <a:xfrm>
            <a:off x="4354068" y="1295400"/>
            <a:ext cx="3483864" cy="4951413"/>
          </a:xfrm>
        </p:spPr>
        <p:txBody>
          <a:bodyPr/>
          <a:lstStyle/>
          <a:p>
            <a:pPr lvl="0"/>
            <a:r>
              <a:rPr lang="en-GB" dirty="0"/>
              <a:t>Click to edit master text styles</a:t>
            </a:r>
          </a:p>
          <a:p>
            <a:pPr lvl="1"/>
            <a:r>
              <a:rPr lang="en-GB" dirty="0"/>
              <a:t>Second level</a:t>
            </a:r>
          </a:p>
          <a:p>
            <a:pPr lvl="2"/>
            <a:r>
              <a:rPr lang="en-GB" dirty="0"/>
              <a:t>Third level</a:t>
            </a:r>
          </a:p>
          <a:p>
            <a:pPr lvl="3"/>
            <a:r>
              <a:rPr lang="en-GB" dirty="0"/>
              <a:t>Fourth level</a:t>
            </a:r>
          </a:p>
          <a:p>
            <a:pPr lvl="4"/>
            <a:r>
              <a:rPr lang="en-GB" dirty="0"/>
              <a:t>Fifth level</a:t>
            </a:r>
            <a:endParaRPr lang="en-US" dirty="0"/>
          </a:p>
        </p:txBody>
      </p:sp>
      <p:sp>
        <p:nvSpPr>
          <p:cNvPr id="17" name="Content Placeholder 16">
            <a:extLst>
              <a:ext uri="{FF2B5EF4-FFF2-40B4-BE49-F238E27FC236}">
                <a16:creationId xmlns:a16="http://schemas.microsoft.com/office/drawing/2014/main" id="{136C9D73-3B53-4757-8E5D-A4CC768E6D29}"/>
              </a:ext>
            </a:extLst>
          </p:cNvPr>
          <p:cNvSpPr>
            <a:spLocks noGrp="1"/>
          </p:cNvSpPr>
          <p:nvPr>
            <p:ph sz="quarter" idx="15" hasCustomPrompt="1"/>
          </p:nvPr>
        </p:nvSpPr>
        <p:spPr>
          <a:xfrm>
            <a:off x="8046149" y="1295400"/>
            <a:ext cx="3483864" cy="4951413"/>
          </a:xfrm>
        </p:spPr>
        <p:txBody>
          <a:bodyPr/>
          <a:lstStyle/>
          <a:p>
            <a:pPr lvl="0"/>
            <a:r>
              <a:rPr lang="en-GB" dirty="0"/>
              <a:t>Click to edit master text styles</a:t>
            </a:r>
          </a:p>
          <a:p>
            <a:pPr lvl="1"/>
            <a:r>
              <a:rPr lang="en-GB" dirty="0"/>
              <a:t>Second level</a:t>
            </a:r>
          </a:p>
          <a:p>
            <a:pPr lvl="2"/>
            <a:r>
              <a:rPr lang="en-GB" dirty="0"/>
              <a:t>Third level</a:t>
            </a:r>
          </a:p>
          <a:p>
            <a:pPr lvl="3"/>
            <a:r>
              <a:rPr lang="en-GB" dirty="0"/>
              <a:t>Fourth level</a:t>
            </a:r>
          </a:p>
          <a:p>
            <a:pPr lvl="4"/>
            <a:r>
              <a:rPr lang="en-GB" dirty="0"/>
              <a:t>Fifth level</a:t>
            </a:r>
            <a:endParaRPr lang="en-US" dirty="0"/>
          </a:p>
        </p:txBody>
      </p:sp>
    </p:spTree>
    <p:extLst>
      <p:ext uri="{BB962C8B-B14F-4D97-AF65-F5344CB8AC3E}">
        <p14:creationId xmlns:p14="http://schemas.microsoft.com/office/powerpoint/2010/main" val="2128598215"/>
      </p:ext>
    </p:extLst>
  </p:cSld>
  <p:clrMapOvr>
    <a:masterClrMapping/>
  </p:clrMapOvr>
  <p:extLst>
    <p:ext uri="{DCECCB84-F9BA-43D5-87BE-67443E8EF086}">
      <p15:sldGuideLst xmlns:p15="http://schemas.microsoft.com/office/powerpoint/2012/main">
        <p15:guide id="1" pos="2608">
          <p15:clr>
            <a:srgbClr val="FBAE40"/>
          </p15:clr>
        </p15:guide>
        <p15:guide id="2" pos="4937">
          <p15:clr>
            <a:srgbClr val="FBAE40"/>
          </p15:clr>
        </p15:guide>
        <p15:guide id="3" pos="5070">
          <p15:clr>
            <a:srgbClr val="FBAE40"/>
          </p15:clr>
        </p15:guide>
        <p15:guide id="4" pos="2741">
          <p15:clr>
            <a:srgbClr val="FBAE40"/>
          </p15:clr>
        </p15:guide>
      </p15:sldGuideLst>
    </p:ext>
  </p:extLst>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Two Thirds / One Thir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11CDBA6-06C3-4826-B064-BD9DE5C3EBBF}"/>
              </a:ext>
            </a:extLst>
          </p:cNvPr>
          <p:cNvSpPr>
            <a:spLocks noGrp="1"/>
          </p:cNvSpPr>
          <p:nvPr>
            <p:ph type="title" hasCustomPrompt="1"/>
          </p:nvPr>
        </p:nvSpPr>
        <p:spPr/>
        <p:txBody>
          <a:bodyPr/>
          <a:lstStyle>
            <a:lvl1pPr>
              <a:defRPr sz="3200"/>
            </a:lvl1pPr>
          </a:lstStyle>
          <a:p>
            <a:r>
              <a:rPr lang="en-GB" dirty="0"/>
              <a:t>Click to edit master title style</a:t>
            </a:r>
            <a:endParaRPr lang="en-US" dirty="0"/>
          </a:p>
        </p:txBody>
      </p:sp>
      <p:sp>
        <p:nvSpPr>
          <p:cNvPr id="3" name="Date Placeholder 2">
            <a:extLst>
              <a:ext uri="{FF2B5EF4-FFF2-40B4-BE49-F238E27FC236}">
                <a16:creationId xmlns:a16="http://schemas.microsoft.com/office/drawing/2014/main" id="{1EA7CA3A-A27F-4124-85E1-594A0D712C7E}"/>
              </a:ext>
            </a:extLst>
          </p:cNvPr>
          <p:cNvSpPr>
            <a:spLocks noGrp="1"/>
          </p:cNvSpPr>
          <p:nvPr>
            <p:ph type="dt" sz="half" idx="10"/>
          </p:nvPr>
        </p:nvSpPr>
        <p:spPr/>
        <p:txBody>
          <a:bodyPr/>
          <a:lstStyle/>
          <a:p>
            <a:fld id="{C26546CB-0F61-4FCE-99A7-14F4BDF4FC3C}" type="datetime1">
              <a:rPr lang="en-US" smtClean="0"/>
              <a:t>5/9/2025</a:t>
            </a:fld>
            <a:endParaRPr lang="en-US"/>
          </a:p>
        </p:txBody>
      </p:sp>
      <p:sp>
        <p:nvSpPr>
          <p:cNvPr id="4" name="Footer Placeholder 3">
            <a:extLst>
              <a:ext uri="{FF2B5EF4-FFF2-40B4-BE49-F238E27FC236}">
                <a16:creationId xmlns:a16="http://schemas.microsoft.com/office/drawing/2014/main" id="{4420F987-64A7-458D-A758-EE38E047FA2E}"/>
              </a:ext>
            </a:extLst>
          </p:cNvPr>
          <p:cNvSpPr>
            <a:spLocks noGrp="1"/>
          </p:cNvSpPr>
          <p:nvPr>
            <p:ph type="ftr" sz="quarter" idx="11"/>
          </p:nvPr>
        </p:nvSpPr>
        <p:spPr>
          <a:xfrm>
            <a:off x="6096000" y="6508001"/>
            <a:ext cx="5345151" cy="349999"/>
          </a:xfrm>
          <a:prstGeom prst="rect">
            <a:avLst/>
          </a:prstGeom>
        </p:spPr>
        <p:txBody>
          <a:bodyPr/>
          <a:lstStyle/>
          <a:p>
            <a:endParaRPr lang="en-US" dirty="0"/>
          </a:p>
        </p:txBody>
      </p:sp>
      <p:sp>
        <p:nvSpPr>
          <p:cNvPr id="5" name="Slide Number Placeholder 4">
            <a:extLst>
              <a:ext uri="{FF2B5EF4-FFF2-40B4-BE49-F238E27FC236}">
                <a16:creationId xmlns:a16="http://schemas.microsoft.com/office/drawing/2014/main" id="{FC7AAF2C-4243-4267-812B-2FD3CB47B4A3}"/>
              </a:ext>
            </a:extLst>
          </p:cNvPr>
          <p:cNvSpPr>
            <a:spLocks noGrp="1"/>
          </p:cNvSpPr>
          <p:nvPr>
            <p:ph type="sldNum" sz="quarter" idx="12"/>
          </p:nvPr>
        </p:nvSpPr>
        <p:spPr/>
        <p:txBody>
          <a:bodyPr/>
          <a:lstStyle/>
          <a:p>
            <a:fld id="{507CC9FD-F0BE-4343-88E6-11D806760E48}" type="slidenum">
              <a:rPr lang="en-US" smtClean="0"/>
              <a:pPr/>
              <a:t>‹#›</a:t>
            </a:fld>
            <a:endParaRPr lang="en-US" dirty="0"/>
          </a:p>
        </p:txBody>
      </p:sp>
      <p:sp>
        <p:nvSpPr>
          <p:cNvPr id="7" name="Content Placeholder 6">
            <a:extLst>
              <a:ext uri="{FF2B5EF4-FFF2-40B4-BE49-F238E27FC236}">
                <a16:creationId xmlns:a16="http://schemas.microsoft.com/office/drawing/2014/main" id="{E7E4A3EE-B55E-4F19-9274-53585DFCB819}"/>
              </a:ext>
            </a:extLst>
          </p:cNvPr>
          <p:cNvSpPr>
            <a:spLocks noGrp="1"/>
          </p:cNvSpPr>
          <p:nvPr>
            <p:ph sz="quarter" idx="13" hasCustomPrompt="1"/>
          </p:nvPr>
        </p:nvSpPr>
        <p:spPr>
          <a:xfrm>
            <a:off x="652462" y="1295399"/>
            <a:ext cx="7186845" cy="4951413"/>
          </a:xfrm>
        </p:spPr>
        <p:txBody>
          <a:bodyPr/>
          <a:lstStyle/>
          <a:p>
            <a:pPr lvl="0"/>
            <a:r>
              <a:rPr lang="en-GB" dirty="0"/>
              <a:t>Click to edit master text styles</a:t>
            </a:r>
          </a:p>
          <a:p>
            <a:pPr lvl="1"/>
            <a:r>
              <a:rPr lang="en-GB" dirty="0"/>
              <a:t>Second level</a:t>
            </a:r>
          </a:p>
          <a:p>
            <a:pPr lvl="2"/>
            <a:r>
              <a:rPr lang="en-GB" dirty="0"/>
              <a:t>Third level</a:t>
            </a:r>
          </a:p>
          <a:p>
            <a:pPr lvl="3"/>
            <a:r>
              <a:rPr lang="en-GB" dirty="0"/>
              <a:t>Fourth level</a:t>
            </a:r>
          </a:p>
          <a:p>
            <a:pPr lvl="4"/>
            <a:r>
              <a:rPr lang="en-GB" dirty="0"/>
              <a:t>Fifth level</a:t>
            </a:r>
            <a:endParaRPr lang="en-US" dirty="0"/>
          </a:p>
        </p:txBody>
      </p:sp>
      <p:sp>
        <p:nvSpPr>
          <p:cNvPr id="9" name="Content Placeholder 8">
            <a:extLst>
              <a:ext uri="{FF2B5EF4-FFF2-40B4-BE49-F238E27FC236}">
                <a16:creationId xmlns:a16="http://schemas.microsoft.com/office/drawing/2014/main" id="{1EE6E3ED-07DA-441B-829A-B77630326455}"/>
              </a:ext>
            </a:extLst>
          </p:cNvPr>
          <p:cNvSpPr>
            <a:spLocks noGrp="1"/>
          </p:cNvSpPr>
          <p:nvPr>
            <p:ph sz="quarter" idx="14" hasCustomPrompt="1"/>
          </p:nvPr>
        </p:nvSpPr>
        <p:spPr>
          <a:xfrm>
            <a:off x="8046149" y="1295351"/>
            <a:ext cx="3483864" cy="4952206"/>
          </a:xfrm>
        </p:spPr>
        <p:txBody>
          <a:bodyPr/>
          <a:lstStyle/>
          <a:p>
            <a:pPr lvl="0"/>
            <a:r>
              <a:rPr lang="en-GB" dirty="0"/>
              <a:t>Click to edit master text styles</a:t>
            </a:r>
          </a:p>
          <a:p>
            <a:pPr lvl="1"/>
            <a:r>
              <a:rPr lang="en-GB" dirty="0"/>
              <a:t>Second level</a:t>
            </a:r>
          </a:p>
          <a:p>
            <a:pPr lvl="2"/>
            <a:r>
              <a:rPr lang="en-GB" dirty="0"/>
              <a:t>Third level</a:t>
            </a:r>
          </a:p>
          <a:p>
            <a:pPr lvl="3"/>
            <a:r>
              <a:rPr lang="en-GB" dirty="0"/>
              <a:t>Fourth level</a:t>
            </a:r>
          </a:p>
          <a:p>
            <a:pPr lvl="4"/>
            <a:r>
              <a:rPr lang="en-GB" dirty="0"/>
              <a:t>Fifth level</a:t>
            </a:r>
            <a:endParaRPr lang="en-US" dirty="0"/>
          </a:p>
        </p:txBody>
      </p:sp>
    </p:spTree>
    <p:extLst>
      <p:ext uri="{BB962C8B-B14F-4D97-AF65-F5344CB8AC3E}">
        <p14:creationId xmlns:p14="http://schemas.microsoft.com/office/powerpoint/2010/main" val="3916036792"/>
      </p:ext>
    </p:extLst>
  </p:cSld>
  <p:clrMapOvr>
    <a:masterClrMapping/>
  </p:clrMapOvr>
  <p:extLst>
    <p:ext uri="{DCECCB84-F9BA-43D5-87BE-67443E8EF086}">
      <p15:sldGuideLst xmlns:p15="http://schemas.microsoft.com/office/powerpoint/2012/main">
        <p15:guide id="1" pos="4938">
          <p15:clr>
            <a:srgbClr val="FBAE40"/>
          </p15:clr>
        </p15:guide>
        <p15:guide id="2" pos="5063">
          <p15:clr>
            <a:srgbClr val="FBAE40"/>
          </p15:clr>
        </p15:guide>
      </p15:sldGuideLst>
    </p:ext>
  </p:extLst>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One Third / Two Thirds">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11CDBA6-06C3-4826-B064-BD9DE5C3EBBF}"/>
              </a:ext>
            </a:extLst>
          </p:cNvPr>
          <p:cNvSpPr>
            <a:spLocks noGrp="1"/>
          </p:cNvSpPr>
          <p:nvPr>
            <p:ph type="title" hasCustomPrompt="1"/>
          </p:nvPr>
        </p:nvSpPr>
        <p:spPr/>
        <p:txBody>
          <a:bodyPr/>
          <a:lstStyle/>
          <a:p>
            <a:r>
              <a:rPr lang="en-GB" dirty="0"/>
              <a:t>Click to edit master title style</a:t>
            </a:r>
            <a:endParaRPr lang="en-US" dirty="0"/>
          </a:p>
        </p:txBody>
      </p:sp>
      <p:sp>
        <p:nvSpPr>
          <p:cNvPr id="3" name="Date Placeholder 2">
            <a:extLst>
              <a:ext uri="{FF2B5EF4-FFF2-40B4-BE49-F238E27FC236}">
                <a16:creationId xmlns:a16="http://schemas.microsoft.com/office/drawing/2014/main" id="{1EA7CA3A-A27F-4124-85E1-594A0D712C7E}"/>
              </a:ext>
            </a:extLst>
          </p:cNvPr>
          <p:cNvSpPr>
            <a:spLocks noGrp="1"/>
          </p:cNvSpPr>
          <p:nvPr>
            <p:ph type="dt" sz="half" idx="10"/>
          </p:nvPr>
        </p:nvSpPr>
        <p:spPr/>
        <p:txBody>
          <a:bodyPr/>
          <a:lstStyle/>
          <a:p>
            <a:fld id="{75C3CCC0-C904-4168-BB5F-4772BB4E689E}" type="datetime1">
              <a:rPr lang="en-US" smtClean="0"/>
              <a:t>5/9/2025</a:t>
            </a:fld>
            <a:endParaRPr lang="en-US"/>
          </a:p>
        </p:txBody>
      </p:sp>
      <p:sp>
        <p:nvSpPr>
          <p:cNvPr id="4" name="Footer Placeholder 3">
            <a:extLst>
              <a:ext uri="{FF2B5EF4-FFF2-40B4-BE49-F238E27FC236}">
                <a16:creationId xmlns:a16="http://schemas.microsoft.com/office/drawing/2014/main" id="{4420F987-64A7-458D-A758-EE38E047FA2E}"/>
              </a:ext>
            </a:extLst>
          </p:cNvPr>
          <p:cNvSpPr>
            <a:spLocks noGrp="1"/>
          </p:cNvSpPr>
          <p:nvPr>
            <p:ph type="ftr" sz="quarter" idx="11"/>
          </p:nvPr>
        </p:nvSpPr>
        <p:spPr>
          <a:xfrm>
            <a:off x="6096000" y="6508001"/>
            <a:ext cx="5345151" cy="349999"/>
          </a:xfrm>
          <a:prstGeom prst="rect">
            <a:avLst/>
          </a:prstGeom>
        </p:spPr>
        <p:txBody>
          <a:bodyPr/>
          <a:lstStyle/>
          <a:p>
            <a:endParaRPr lang="en-US" dirty="0"/>
          </a:p>
        </p:txBody>
      </p:sp>
      <p:sp>
        <p:nvSpPr>
          <p:cNvPr id="5" name="Slide Number Placeholder 4">
            <a:extLst>
              <a:ext uri="{FF2B5EF4-FFF2-40B4-BE49-F238E27FC236}">
                <a16:creationId xmlns:a16="http://schemas.microsoft.com/office/drawing/2014/main" id="{FC7AAF2C-4243-4267-812B-2FD3CB47B4A3}"/>
              </a:ext>
            </a:extLst>
          </p:cNvPr>
          <p:cNvSpPr>
            <a:spLocks noGrp="1"/>
          </p:cNvSpPr>
          <p:nvPr>
            <p:ph type="sldNum" sz="quarter" idx="12"/>
          </p:nvPr>
        </p:nvSpPr>
        <p:spPr/>
        <p:txBody>
          <a:bodyPr/>
          <a:lstStyle/>
          <a:p>
            <a:fld id="{507CC9FD-F0BE-4343-88E6-11D806760E48}" type="slidenum">
              <a:rPr lang="en-US" smtClean="0"/>
              <a:pPr/>
              <a:t>‹#›</a:t>
            </a:fld>
            <a:endParaRPr lang="en-US" dirty="0"/>
          </a:p>
        </p:txBody>
      </p:sp>
      <p:sp>
        <p:nvSpPr>
          <p:cNvPr id="7" name="Content Placeholder 6">
            <a:extLst>
              <a:ext uri="{FF2B5EF4-FFF2-40B4-BE49-F238E27FC236}">
                <a16:creationId xmlns:a16="http://schemas.microsoft.com/office/drawing/2014/main" id="{E7E4A3EE-B55E-4F19-9274-53585DFCB819}"/>
              </a:ext>
            </a:extLst>
          </p:cNvPr>
          <p:cNvSpPr>
            <a:spLocks noGrp="1"/>
          </p:cNvSpPr>
          <p:nvPr>
            <p:ph sz="quarter" idx="13" hasCustomPrompt="1"/>
          </p:nvPr>
        </p:nvSpPr>
        <p:spPr>
          <a:xfrm>
            <a:off x="652463" y="1295449"/>
            <a:ext cx="3486796" cy="4950620"/>
          </a:xfrm>
        </p:spPr>
        <p:txBody>
          <a:bodyPr/>
          <a:lstStyle/>
          <a:p>
            <a:pPr lvl="0"/>
            <a:r>
              <a:rPr lang="en-GB" dirty="0"/>
              <a:t>Click to edit master text styles</a:t>
            </a:r>
          </a:p>
          <a:p>
            <a:pPr lvl="1"/>
            <a:r>
              <a:rPr lang="en-GB" dirty="0"/>
              <a:t>Second level</a:t>
            </a:r>
          </a:p>
          <a:p>
            <a:pPr lvl="2"/>
            <a:r>
              <a:rPr lang="en-GB" dirty="0"/>
              <a:t>Third level</a:t>
            </a:r>
          </a:p>
          <a:p>
            <a:pPr lvl="3"/>
            <a:r>
              <a:rPr lang="en-GB" dirty="0"/>
              <a:t>Fourth level</a:t>
            </a:r>
          </a:p>
          <a:p>
            <a:pPr lvl="4"/>
            <a:r>
              <a:rPr lang="en-GB" dirty="0"/>
              <a:t>Fifth level</a:t>
            </a:r>
            <a:endParaRPr lang="en-US" dirty="0"/>
          </a:p>
        </p:txBody>
      </p:sp>
      <p:sp>
        <p:nvSpPr>
          <p:cNvPr id="9" name="Content Placeholder 8">
            <a:extLst>
              <a:ext uri="{FF2B5EF4-FFF2-40B4-BE49-F238E27FC236}">
                <a16:creationId xmlns:a16="http://schemas.microsoft.com/office/drawing/2014/main" id="{1EE6E3ED-07DA-441B-829A-B77630326455}"/>
              </a:ext>
            </a:extLst>
          </p:cNvPr>
          <p:cNvSpPr>
            <a:spLocks noGrp="1"/>
          </p:cNvSpPr>
          <p:nvPr>
            <p:ph sz="quarter" idx="14" hasCustomPrompt="1"/>
          </p:nvPr>
        </p:nvSpPr>
        <p:spPr>
          <a:xfrm>
            <a:off x="4343400" y="1295400"/>
            <a:ext cx="7192963" cy="4951413"/>
          </a:xfrm>
        </p:spPr>
        <p:txBody>
          <a:bodyPr/>
          <a:lstStyle/>
          <a:p>
            <a:pPr lvl="0"/>
            <a:r>
              <a:rPr lang="en-GB" dirty="0"/>
              <a:t>Click to edit master text styles</a:t>
            </a:r>
          </a:p>
          <a:p>
            <a:pPr lvl="1"/>
            <a:r>
              <a:rPr lang="en-GB" dirty="0"/>
              <a:t>Second level</a:t>
            </a:r>
          </a:p>
          <a:p>
            <a:pPr lvl="2"/>
            <a:r>
              <a:rPr lang="en-GB" dirty="0"/>
              <a:t>Third level</a:t>
            </a:r>
          </a:p>
          <a:p>
            <a:pPr lvl="3"/>
            <a:r>
              <a:rPr lang="en-GB" dirty="0"/>
              <a:t>Fourth level</a:t>
            </a:r>
          </a:p>
          <a:p>
            <a:pPr lvl="4"/>
            <a:r>
              <a:rPr lang="en-GB" dirty="0"/>
              <a:t>Fifth level</a:t>
            </a:r>
            <a:endParaRPr lang="en-US" dirty="0"/>
          </a:p>
        </p:txBody>
      </p:sp>
    </p:spTree>
    <p:extLst>
      <p:ext uri="{BB962C8B-B14F-4D97-AF65-F5344CB8AC3E}">
        <p14:creationId xmlns:p14="http://schemas.microsoft.com/office/powerpoint/2010/main" val="3264322979"/>
      </p:ext>
    </p:extLst>
  </p:cSld>
  <p:clrMapOvr>
    <a:masterClrMapping/>
  </p:clrMapOvr>
  <p:extLst>
    <p:ext uri="{DCECCB84-F9BA-43D5-87BE-67443E8EF086}">
      <p15:sldGuideLst xmlns:p15="http://schemas.microsoft.com/office/powerpoint/2012/main">
        <p15:guide id="1" pos="2607">
          <p15:clr>
            <a:srgbClr val="FBAE40"/>
          </p15:clr>
        </p15:guide>
        <p15:guide id="2" pos="2733">
          <p15:clr>
            <a:srgbClr val="FBAE40"/>
          </p15:clr>
        </p15:guide>
      </p15:sldGuideLst>
    </p:ext>
  </p:extLst>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Customer Case Stud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11CDBA6-06C3-4826-B064-BD9DE5C3EBBF}"/>
              </a:ext>
            </a:extLst>
          </p:cNvPr>
          <p:cNvSpPr>
            <a:spLocks noGrp="1"/>
          </p:cNvSpPr>
          <p:nvPr>
            <p:ph type="title" hasCustomPrompt="1"/>
          </p:nvPr>
        </p:nvSpPr>
        <p:spPr/>
        <p:txBody>
          <a:bodyPr/>
          <a:lstStyle/>
          <a:p>
            <a:r>
              <a:rPr lang="en-GB" dirty="0"/>
              <a:t>Click to edit master title style</a:t>
            </a:r>
            <a:endParaRPr lang="en-US" dirty="0"/>
          </a:p>
        </p:txBody>
      </p:sp>
      <p:sp>
        <p:nvSpPr>
          <p:cNvPr id="3" name="Date Placeholder 2">
            <a:extLst>
              <a:ext uri="{FF2B5EF4-FFF2-40B4-BE49-F238E27FC236}">
                <a16:creationId xmlns:a16="http://schemas.microsoft.com/office/drawing/2014/main" id="{1EA7CA3A-A27F-4124-85E1-594A0D712C7E}"/>
              </a:ext>
            </a:extLst>
          </p:cNvPr>
          <p:cNvSpPr>
            <a:spLocks noGrp="1"/>
          </p:cNvSpPr>
          <p:nvPr>
            <p:ph type="dt" sz="half" idx="10"/>
          </p:nvPr>
        </p:nvSpPr>
        <p:spPr/>
        <p:txBody>
          <a:bodyPr/>
          <a:lstStyle/>
          <a:p>
            <a:fld id="{4F3E562D-FDBA-495B-A293-B4FB4F8F52B2}" type="datetime1">
              <a:rPr lang="en-US" smtClean="0"/>
              <a:t>5/9/2025</a:t>
            </a:fld>
            <a:endParaRPr lang="en-US"/>
          </a:p>
        </p:txBody>
      </p:sp>
      <p:sp>
        <p:nvSpPr>
          <p:cNvPr id="4" name="Footer Placeholder 3">
            <a:extLst>
              <a:ext uri="{FF2B5EF4-FFF2-40B4-BE49-F238E27FC236}">
                <a16:creationId xmlns:a16="http://schemas.microsoft.com/office/drawing/2014/main" id="{4420F987-64A7-458D-A758-EE38E047FA2E}"/>
              </a:ext>
            </a:extLst>
          </p:cNvPr>
          <p:cNvSpPr>
            <a:spLocks noGrp="1"/>
          </p:cNvSpPr>
          <p:nvPr>
            <p:ph type="ftr" sz="quarter" idx="11"/>
          </p:nvPr>
        </p:nvSpPr>
        <p:spPr>
          <a:xfrm>
            <a:off x="6096000" y="6508001"/>
            <a:ext cx="5345151" cy="349999"/>
          </a:xfrm>
          <a:prstGeom prst="rect">
            <a:avLst/>
          </a:prstGeom>
        </p:spPr>
        <p:txBody>
          <a:bodyPr/>
          <a:lstStyle/>
          <a:p>
            <a:endParaRPr lang="en-US" dirty="0"/>
          </a:p>
        </p:txBody>
      </p:sp>
      <p:sp>
        <p:nvSpPr>
          <p:cNvPr id="5" name="Slide Number Placeholder 4">
            <a:extLst>
              <a:ext uri="{FF2B5EF4-FFF2-40B4-BE49-F238E27FC236}">
                <a16:creationId xmlns:a16="http://schemas.microsoft.com/office/drawing/2014/main" id="{FC7AAF2C-4243-4267-812B-2FD3CB47B4A3}"/>
              </a:ext>
            </a:extLst>
          </p:cNvPr>
          <p:cNvSpPr>
            <a:spLocks noGrp="1"/>
          </p:cNvSpPr>
          <p:nvPr>
            <p:ph type="sldNum" sz="quarter" idx="12"/>
          </p:nvPr>
        </p:nvSpPr>
        <p:spPr/>
        <p:txBody>
          <a:bodyPr/>
          <a:lstStyle/>
          <a:p>
            <a:fld id="{507CC9FD-F0BE-4343-88E6-11D806760E48}" type="slidenum">
              <a:rPr lang="en-US" smtClean="0"/>
              <a:pPr/>
              <a:t>‹#›</a:t>
            </a:fld>
            <a:endParaRPr lang="en-US" dirty="0"/>
          </a:p>
        </p:txBody>
      </p:sp>
      <p:sp>
        <p:nvSpPr>
          <p:cNvPr id="9" name="Content Placeholder 8">
            <a:extLst>
              <a:ext uri="{FF2B5EF4-FFF2-40B4-BE49-F238E27FC236}">
                <a16:creationId xmlns:a16="http://schemas.microsoft.com/office/drawing/2014/main" id="{1EE6E3ED-07DA-441B-829A-B77630326455}"/>
              </a:ext>
            </a:extLst>
          </p:cNvPr>
          <p:cNvSpPr>
            <a:spLocks noGrp="1"/>
          </p:cNvSpPr>
          <p:nvPr>
            <p:ph sz="quarter" idx="14" hasCustomPrompt="1"/>
          </p:nvPr>
        </p:nvSpPr>
        <p:spPr>
          <a:xfrm>
            <a:off x="4343400" y="1295400"/>
            <a:ext cx="7192963" cy="4951413"/>
          </a:xfrm>
        </p:spPr>
        <p:txBody>
          <a:bodyPr/>
          <a:lstStyle/>
          <a:p>
            <a:pPr lvl="0"/>
            <a:r>
              <a:rPr lang="en-GB" dirty="0"/>
              <a:t>Click to edit master text styles</a:t>
            </a:r>
          </a:p>
          <a:p>
            <a:pPr lvl="1"/>
            <a:r>
              <a:rPr lang="en-GB" dirty="0"/>
              <a:t>Second level</a:t>
            </a:r>
          </a:p>
          <a:p>
            <a:pPr lvl="2"/>
            <a:r>
              <a:rPr lang="en-GB" dirty="0"/>
              <a:t>Third level</a:t>
            </a:r>
          </a:p>
          <a:p>
            <a:pPr lvl="3"/>
            <a:r>
              <a:rPr lang="en-GB" dirty="0"/>
              <a:t>Fourth level</a:t>
            </a:r>
          </a:p>
          <a:p>
            <a:pPr lvl="4"/>
            <a:r>
              <a:rPr lang="en-GB" dirty="0"/>
              <a:t>Fifth level</a:t>
            </a:r>
            <a:endParaRPr lang="en-US" dirty="0"/>
          </a:p>
        </p:txBody>
      </p:sp>
      <p:sp>
        <p:nvSpPr>
          <p:cNvPr id="8" name="Picture Placeholder 7">
            <a:extLst>
              <a:ext uri="{FF2B5EF4-FFF2-40B4-BE49-F238E27FC236}">
                <a16:creationId xmlns:a16="http://schemas.microsoft.com/office/drawing/2014/main" id="{E826942A-CD52-45AB-BD2A-DBEE06603BA1}"/>
              </a:ext>
            </a:extLst>
          </p:cNvPr>
          <p:cNvSpPr>
            <a:spLocks noGrp="1"/>
          </p:cNvSpPr>
          <p:nvPr>
            <p:ph type="pic" sz="quarter" idx="15" hasCustomPrompt="1"/>
          </p:nvPr>
        </p:nvSpPr>
        <p:spPr>
          <a:xfrm>
            <a:off x="652463" y="1295400"/>
            <a:ext cx="3486150" cy="946150"/>
          </a:xfrm>
          <a:pattFill prst="pct5">
            <a:fgClr>
              <a:schemeClr val="accent1"/>
            </a:fgClr>
            <a:bgClr>
              <a:schemeClr val="bg1"/>
            </a:bgClr>
          </a:pattFill>
        </p:spPr>
        <p:txBody>
          <a:bodyPr anchor="ctr">
            <a:normAutofit/>
          </a:bodyPr>
          <a:lstStyle>
            <a:lvl1pPr marL="0" indent="0" algn="ctr">
              <a:buNone/>
              <a:defRPr sz="1800"/>
            </a:lvl1pPr>
          </a:lstStyle>
          <a:p>
            <a:r>
              <a:rPr lang="en-US" dirty="0"/>
              <a:t>Insert logo here (remove placeholder and place logo manually if needed)</a:t>
            </a:r>
          </a:p>
        </p:txBody>
      </p:sp>
      <p:sp>
        <p:nvSpPr>
          <p:cNvPr id="11" name="Text Placeholder 10">
            <a:extLst>
              <a:ext uri="{FF2B5EF4-FFF2-40B4-BE49-F238E27FC236}">
                <a16:creationId xmlns:a16="http://schemas.microsoft.com/office/drawing/2014/main" id="{29EA4789-3E51-4DF8-8A2E-5BFC9BF41651}"/>
              </a:ext>
            </a:extLst>
          </p:cNvPr>
          <p:cNvSpPr>
            <a:spLocks noGrp="1"/>
          </p:cNvSpPr>
          <p:nvPr>
            <p:ph type="body" sz="quarter" idx="16" hasCustomPrompt="1"/>
          </p:nvPr>
        </p:nvSpPr>
        <p:spPr>
          <a:xfrm>
            <a:off x="652463" y="2743200"/>
            <a:ext cx="3486150" cy="3503613"/>
          </a:xfrm>
        </p:spPr>
        <p:txBody>
          <a:bodyPr>
            <a:normAutofit/>
          </a:bodyPr>
          <a:lstStyle>
            <a:lvl1pPr>
              <a:defRPr sz="1800"/>
            </a:lvl1pPr>
            <a:lvl2pPr>
              <a:defRPr sz="1800"/>
            </a:lvl2pPr>
            <a:lvl3pPr>
              <a:defRPr sz="1800"/>
            </a:lvl3pPr>
            <a:lvl4pPr>
              <a:defRPr sz="1800"/>
            </a:lvl4pPr>
            <a:lvl5pPr>
              <a:defRPr sz="1800"/>
            </a:lvl5pPr>
          </a:lstStyle>
          <a:p>
            <a:pPr lvl="0"/>
            <a:r>
              <a:rPr lang="en-GB" dirty="0"/>
              <a:t>Click to edit master text styles</a:t>
            </a:r>
          </a:p>
          <a:p>
            <a:pPr lvl="1"/>
            <a:r>
              <a:rPr lang="en-GB" dirty="0"/>
              <a:t>Second level</a:t>
            </a:r>
          </a:p>
          <a:p>
            <a:pPr lvl="2"/>
            <a:r>
              <a:rPr lang="en-GB" dirty="0"/>
              <a:t>Third level</a:t>
            </a:r>
          </a:p>
          <a:p>
            <a:pPr lvl="3"/>
            <a:r>
              <a:rPr lang="en-GB" dirty="0"/>
              <a:t>Fourth level</a:t>
            </a:r>
          </a:p>
          <a:p>
            <a:pPr lvl="4"/>
            <a:r>
              <a:rPr lang="en-GB" dirty="0"/>
              <a:t>Fifth level</a:t>
            </a:r>
            <a:endParaRPr lang="en-US" dirty="0"/>
          </a:p>
        </p:txBody>
      </p:sp>
    </p:spTree>
    <p:extLst>
      <p:ext uri="{BB962C8B-B14F-4D97-AF65-F5344CB8AC3E}">
        <p14:creationId xmlns:p14="http://schemas.microsoft.com/office/powerpoint/2010/main" val="957509841"/>
      </p:ext>
    </p:extLst>
  </p:cSld>
  <p:clrMapOvr>
    <a:masterClrMapping/>
  </p:clrMapOvr>
  <p:extLst>
    <p:ext uri="{DCECCB84-F9BA-43D5-87BE-67443E8EF086}">
      <p15:sldGuideLst xmlns:p15="http://schemas.microsoft.com/office/powerpoint/2012/main">
        <p15:guide id="1" pos="2607">
          <p15:clr>
            <a:srgbClr val="FBAE40"/>
          </p15:clr>
        </p15:guide>
        <p15:guide id="2" pos="2733">
          <p15:clr>
            <a:srgbClr val="FBAE40"/>
          </p15:clr>
        </p15:guide>
        <p15:guide id="3" orient="horz" pos="1637">
          <p15:clr>
            <a:srgbClr val="FBAE40"/>
          </p15:clr>
        </p15:guide>
        <p15:guide id="4" orient="horz" pos="1519">
          <p15:clr>
            <a:srgbClr val="FBAE40"/>
          </p15:clr>
        </p15:guide>
      </p15:sldGuideLst>
    </p:ext>
  </p:extLst>
</p:sldLayout>
</file>

<file path=ppt/slideLayouts/slideLayout10.xml><?xml version="1.0" encoding="utf-8"?>
<p:sldLayout xmlns:a="http://schemas.openxmlformats.org/drawingml/2006/main" xmlns:r="http://schemas.openxmlformats.org/officeDocument/2006/relationships" xmlns:p="http://schemas.openxmlformats.org/presentationml/2006/main" showMasterSp="0" preserve="1" userDrawn="1">
  <p:cSld name="TOC / Agenda">
    <p:spTree>
      <p:nvGrpSpPr>
        <p:cNvPr id="1" name=""/>
        <p:cNvGrpSpPr/>
        <p:nvPr/>
      </p:nvGrpSpPr>
      <p:grpSpPr>
        <a:xfrm>
          <a:off x="0" y="0"/>
          <a:ext cx="0" cy="0"/>
          <a:chOff x="0" y="0"/>
          <a:chExt cx="0" cy="0"/>
        </a:xfrm>
      </p:grpSpPr>
      <p:pic>
        <p:nvPicPr>
          <p:cNvPr id="7" name="Picture 6">
            <a:extLst>
              <a:ext uri="{FF2B5EF4-FFF2-40B4-BE49-F238E27FC236}">
                <a16:creationId xmlns:a16="http://schemas.microsoft.com/office/drawing/2014/main" id="{58B79D80-3156-174C-F6CD-16BFF670B455}"/>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2700"/>
            <a:ext cx="12196800" cy="6860700"/>
          </a:xfrm>
          <a:prstGeom prst="rect">
            <a:avLst/>
          </a:prstGeom>
        </p:spPr>
      </p:pic>
      <p:sp>
        <p:nvSpPr>
          <p:cNvPr id="2" name="Title 1">
            <a:extLst>
              <a:ext uri="{FF2B5EF4-FFF2-40B4-BE49-F238E27FC236}">
                <a16:creationId xmlns:a16="http://schemas.microsoft.com/office/drawing/2014/main" id="{085AFA45-B9BF-4380-84CD-DFA217CB985B}"/>
              </a:ext>
            </a:extLst>
          </p:cNvPr>
          <p:cNvSpPr>
            <a:spLocks noGrp="1"/>
          </p:cNvSpPr>
          <p:nvPr>
            <p:ph type="title" hasCustomPrompt="1"/>
          </p:nvPr>
        </p:nvSpPr>
        <p:spPr>
          <a:xfrm>
            <a:off x="652463" y="275865"/>
            <a:ext cx="10244137" cy="714735"/>
          </a:xfrm>
        </p:spPr>
        <p:txBody>
          <a:bodyPr/>
          <a:lstStyle>
            <a:lvl1pPr>
              <a:defRPr sz="3200"/>
            </a:lvl1pPr>
          </a:lstStyle>
          <a:p>
            <a:r>
              <a:rPr lang="en-GB" dirty="0"/>
              <a:t>Click to edit master title style</a:t>
            </a:r>
            <a:endParaRPr lang="en-US" dirty="0"/>
          </a:p>
        </p:txBody>
      </p:sp>
      <p:sp>
        <p:nvSpPr>
          <p:cNvPr id="3" name="Date Placeholder 2">
            <a:extLst>
              <a:ext uri="{FF2B5EF4-FFF2-40B4-BE49-F238E27FC236}">
                <a16:creationId xmlns:a16="http://schemas.microsoft.com/office/drawing/2014/main" id="{9964E92C-14A1-452F-8B24-642609FE0604}"/>
              </a:ext>
            </a:extLst>
          </p:cNvPr>
          <p:cNvSpPr>
            <a:spLocks noGrp="1"/>
          </p:cNvSpPr>
          <p:nvPr>
            <p:ph type="dt" sz="half" idx="10"/>
          </p:nvPr>
        </p:nvSpPr>
        <p:spPr/>
        <p:txBody>
          <a:bodyPr/>
          <a:lstStyle/>
          <a:p>
            <a:fld id="{0CA4D7F9-E6F4-47D4-A8CB-79597FB729E9}" type="datetime1">
              <a:rPr lang="en-US" smtClean="0"/>
              <a:t>5/9/2025</a:t>
            </a:fld>
            <a:endParaRPr lang="en-US"/>
          </a:p>
        </p:txBody>
      </p:sp>
      <p:sp>
        <p:nvSpPr>
          <p:cNvPr id="4" name="Footer Placeholder 3">
            <a:extLst>
              <a:ext uri="{FF2B5EF4-FFF2-40B4-BE49-F238E27FC236}">
                <a16:creationId xmlns:a16="http://schemas.microsoft.com/office/drawing/2014/main" id="{39C0ED78-D602-45AF-BF79-714C6A44635E}"/>
              </a:ext>
            </a:extLst>
          </p:cNvPr>
          <p:cNvSpPr>
            <a:spLocks noGrp="1"/>
          </p:cNvSpPr>
          <p:nvPr>
            <p:ph type="ftr" sz="quarter" idx="11"/>
          </p:nvPr>
        </p:nvSpPr>
        <p:spPr>
          <a:xfrm>
            <a:off x="6096000" y="6508001"/>
            <a:ext cx="5345151" cy="349999"/>
          </a:xfrm>
          <a:prstGeom prst="rect">
            <a:avLst/>
          </a:prstGeom>
        </p:spPr>
        <p:txBody>
          <a:bodyPr/>
          <a:lstStyle/>
          <a:p>
            <a:endParaRPr lang="en-US" dirty="0"/>
          </a:p>
        </p:txBody>
      </p:sp>
      <p:sp>
        <p:nvSpPr>
          <p:cNvPr id="5" name="Slide Number Placeholder 4">
            <a:extLst>
              <a:ext uri="{FF2B5EF4-FFF2-40B4-BE49-F238E27FC236}">
                <a16:creationId xmlns:a16="http://schemas.microsoft.com/office/drawing/2014/main" id="{31D2DED5-87D9-42BE-9CCA-B218AF01A185}"/>
              </a:ext>
            </a:extLst>
          </p:cNvPr>
          <p:cNvSpPr>
            <a:spLocks noGrp="1"/>
          </p:cNvSpPr>
          <p:nvPr>
            <p:ph type="sldNum" sz="quarter" idx="12"/>
          </p:nvPr>
        </p:nvSpPr>
        <p:spPr/>
        <p:txBody>
          <a:bodyPr/>
          <a:lstStyle/>
          <a:p>
            <a:fld id="{507CC9FD-F0BE-4343-88E6-11D806760E48}" type="slidenum">
              <a:rPr lang="en-US" smtClean="0"/>
              <a:pPr/>
              <a:t>‹#›</a:t>
            </a:fld>
            <a:endParaRPr lang="en-US" dirty="0"/>
          </a:p>
        </p:txBody>
      </p:sp>
      <p:sp>
        <p:nvSpPr>
          <p:cNvPr id="10" name="Text Placeholder 9">
            <a:extLst>
              <a:ext uri="{FF2B5EF4-FFF2-40B4-BE49-F238E27FC236}">
                <a16:creationId xmlns:a16="http://schemas.microsoft.com/office/drawing/2014/main" id="{ADB79197-F6AF-4224-A0F2-CBBD948435C3}"/>
              </a:ext>
            </a:extLst>
          </p:cNvPr>
          <p:cNvSpPr>
            <a:spLocks noGrp="1"/>
          </p:cNvSpPr>
          <p:nvPr>
            <p:ph type="body" sz="quarter" idx="13" hasCustomPrompt="1"/>
          </p:nvPr>
        </p:nvSpPr>
        <p:spPr>
          <a:xfrm>
            <a:off x="652463" y="1295400"/>
            <a:ext cx="7272337" cy="4951413"/>
          </a:xfrm>
        </p:spPr>
        <p:txBody>
          <a:bodyPr/>
          <a:lstStyle>
            <a:lvl1pPr marL="457200" indent="-457200">
              <a:buFont typeface="+mj-lt"/>
              <a:buAutoNum type="arabicPeriod"/>
              <a:defRPr/>
            </a:lvl1pPr>
            <a:lvl2pPr marL="685800" indent="-457200">
              <a:buFont typeface="+mj-lt"/>
              <a:buAutoNum type="arabicPeriod"/>
              <a:defRPr/>
            </a:lvl2pPr>
            <a:lvl3pPr marL="800100" indent="-342900">
              <a:buFont typeface="+mj-lt"/>
              <a:buAutoNum type="arabicPeriod"/>
              <a:defRPr/>
            </a:lvl3pPr>
            <a:lvl4pPr marL="1028700" indent="-342900">
              <a:buFont typeface="+mj-lt"/>
              <a:buAutoNum type="arabicPeriod"/>
              <a:defRPr/>
            </a:lvl4pPr>
            <a:lvl5pPr marL="1257300" indent="-342900">
              <a:buFont typeface="+mj-lt"/>
              <a:buAutoNum type="arabicPeriod"/>
              <a:defRPr/>
            </a:lvl5pPr>
          </a:lstStyle>
          <a:p>
            <a:pPr lvl="0"/>
            <a:r>
              <a:rPr lang="en-GB" dirty="0"/>
              <a:t>Click to edit master text styles</a:t>
            </a:r>
          </a:p>
          <a:p>
            <a:pPr lvl="1"/>
            <a:r>
              <a:rPr lang="en-GB" dirty="0"/>
              <a:t>Second level</a:t>
            </a:r>
          </a:p>
          <a:p>
            <a:pPr lvl="2"/>
            <a:r>
              <a:rPr lang="en-GB" dirty="0"/>
              <a:t>Third level</a:t>
            </a:r>
          </a:p>
          <a:p>
            <a:pPr lvl="3"/>
            <a:r>
              <a:rPr lang="en-GB" dirty="0"/>
              <a:t>Fourth level</a:t>
            </a:r>
          </a:p>
          <a:p>
            <a:pPr lvl="4"/>
            <a:r>
              <a:rPr lang="en-GB" dirty="0"/>
              <a:t>Fifth level</a:t>
            </a:r>
            <a:endParaRPr lang="en-US" dirty="0"/>
          </a:p>
        </p:txBody>
      </p:sp>
      <p:pic>
        <p:nvPicPr>
          <p:cNvPr id="31" name="Graphic 30">
            <a:extLst>
              <a:ext uri="{FF2B5EF4-FFF2-40B4-BE49-F238E27FC236}">
                <a16:creationId xmlns:a16="http://schemas.microsoft.com/office/drawing/2014/main" id="{E9B052AD-1F28-433B-A218-AD5B2ADDA11D}"/>
              </a:ext>
            </a:extLst>
          </p:cNvPr>
          <p:cNvPicPr>
            <a:picLocks noChangeAspect="1"/>
          </p:cNvPicPr>
          <p:nvPr userDrawn="1"/>
        </p:nvPicPr>
        <p:blipFill rotWithShape="1">
          <a:blip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rcRect l="11064" t="25850" r="11371" b="26766"/>
          <a:stretch/>
        </p:blipFill>
        <p:spPr>
          <a:xfrm>
            <a:off x="465625" y="6544949"/>
            <a:ext cx="865204" cy="210199"/>
          </a:xfrm>
          <a:prstGeom prst="rect">
            <a:avLst/>
          </a:prstGeom>
        </p:spPr>
      </p:pic>
    </p:spTree>
    <p:extLst>
      <p:ext uri="{BB962C8B-B14F-4D97-AF65-F5344CB8AC3E}">
        <p14:creationId xmlns:p14="http://schemas.microsoft.com/office/powerpoint/2010/main" val="66531231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Full Image">
    <p:spTree>
      <p:nvGrpSpPr>
        <p:cNvPr id="1" name=""/>
        <p:cNvGrpSpPr/>
        <p:nvPr/>
      </p:nvGrpSpPr>
      <p:grpSpPr>
        <a:xfrm>
          <a:off x="0" y="0"/>
          <a:ext cx="0" cy="0"/>
          <a:chOff x="0" y="0"/>
          <a:chExt cx="0" cy="0"/>
        </a:xfrm>
      </p:grpSpPr>
      <p:sp>
        <p:nvSpPr>
          <p:cNvPr id="7" name="Picture Placeholder 6">
            <a:extLst>
              <a:ext uri="{FF2B5EF4-FFF2-40B4-BE49-F238E27FC236}">
                <a16:creationId xmlns:a16="http://schemas.microsoft.com/office/drawing/2014/main" id="{38C7CC3D-4C46-4591-A1A8-76BE4DEA28B4}"/>
              </a:ext>
            </a:extLst>
          </p:cNvPr>
          <p:cNvSpPr>
            <a:spLocks noGrp="1"/>
          </p:cNvSpPr>
          <p:nvPr>
            <p:ph type="pic" sz="quarter" idx="13" hasCustomPrompt="1"/>
          </p:nvPr>
        </p:nvSpPr>
        <p:spPr>
          <a:xfrm>
            <a:off x="0" y="-1"/>
            <a:ext cx="12192000" cy="6391176"/>
          </a:xfrm>
          <a:pattFill prst="pct5">
            <a:fgClr>
              <a:schemeClr val="accent1"/>
            </a:fgClr>
            <a:bgClr>
              <a:schemeClr val="bg1"/>
            </a:bgClr>
          </a:pattFill>
        </p:spPr>
        <p:txBody>
          <a:bodyPr anchor="ctr"/>
          <a:lstStyle>
            <a:lvl1pPr marL="0" indent="0" algn="ctr">
              <a:buNone/>
              <a:defRPr/>
            </a:lvl1pPr>
          </a:lstStyle>
          <a:p>
            <a:r>
              <a:rPr lang="en-US" dirty="0"/>
              <a:t>[Click icon to insert image]</a:t>
            </a:r>
          </a:p>
        </p:txBody>
      </p:sp>
      <p:sp>
        <p:nvSpPr>
          <p:cNvPr id="2" name="Title 1">
            <a:extLst>
              <a:ext uri="{FF2B5EF4-FFF2-40B4-BE49-F238E27FC236}">
                <a16:creationId xmlns:a16="http://schemas.microsoft.com/office/drawing/2014/main" id="{90219B01-1931-459E-A1BC-29BC0869617C}"/>
              </a:ext>
            </a:extLst>
          </p:cNvPr>
          <p:cNvSpPr>
            <a:spLocks noGrp="1"/>
          </p:cNvSpPr>
          <p:nvPr>
            <p:ph type="title" hasCustomPrompt="1"/>
          </p:nvPr>
        </p:nvSpPr>
        <p:spPr>
          <a:xfrm>
            <a:off x="664275" y="2057400"/>
            <a:ext cx="10877550" cy="714735"/>
          </a:xfrm>
        </p:spPr>
        <p:txBody>
          <a:bodyPr/>
          <a:lstStyle>
            <a:lvl1pPr>
              <a:defRPr/>
            </a:lvl1pPr>
          </a:lstStyle>
          <a:p>
            <a:r>
              <a:rPr lang="en-US" dirty="0"/>
              <a:t>[Insert title and change font color to white as needed]</a:t>
            </a:r>
          </a:p>
        </p:txBody>
      </p:sp>
      <p:sp>
        <p:nvSpPr>
          <p:cNvPr id="3" name="Date Placeholder 2">
            <a:extLst>
              <a:ext uri="{FF2B5EF4-FFF2-40B4-BE49-F238E27FC236}">
                <a16:creationId xmlns:a16="http://schemas.microsoft.com/office/drawing/2014/main" id="{1B2C94C9-78BB-4EA4-8967-2FA80631B980}"/>
              </a:ext>
            </a:extLst>
          </p:cNvPr>
          <p:cNvSpPr>
            <a:spLocks noGrp="1"/>
          </p:cNvSpPr>
          <p:nvPr>
            <p:ph type="dt" sz="half" idx="10"/>
          </p:nvPr>
        </p:nvSpPr>
        <p:spPr/>
        <p:txBody>
          <a:bodyPr/>
          <a:lstStyle/>
          <a:p>
            <a:fld id="{5B675E78-1951-44F0-9FAF-A3CBA03937F9}" type="datetime1">
              <a:rPr lang="en-US" smtClean="0"/>
              <a:t>5/9/2025</a:t>
            </a:fld>
            <a:endParaRPr lang="en-US"/>
          </a:p>
        </p:txBody>
      </p:sp>
      <p:sp>
        <p:nvSpPr>
          <p:cNvPr id="4" name="Footer Placeholder 3">
            <a:extLst>
              <a:ext uri="{FF2B5EF4-FFF2-40B4-BE49-F238E27FC236}">
                <a16:creationId xmlns:a16="http://schemas.microsoft.com/office/drawing/2014/main" id="{64D26733-F592-46E8-9FA3-EC6FC5C6CAB7}"/>
              </a:ext>
            </a:extLst>
          </p:cNvPr>
          <p:cNvSpPr>
            <a:spLocks noGrp="1"/>
          </p:cNvSpPr>
          <p:nvPr>
            <p:ph type="ftr" sz="quarter" idx="11"/>
          </p:nvPr>
        </p:nvSpPr>
        <p:spPr>
          <a:xfrm>
            <a:off x="6096000" y="6508001"/>
            <a:ext cx="5345151" cy="349999"/>
          </a:xfrm>
          <a:prstGeom prst="rect">
            <a:avLst/>
          </a:prstGeom>
        </p:spPr>
        <p:txBody>
          <a:bodyPr/>
          <a:lstStyle/>
          <a:p>
            <a:endParaRPr lang="en-US" dirty="0"/>
          </a:p>
        </p:txBody>
      </p:sp>
      <p:sp>
        <p:nvSpPr>
          <p:cNvPr id="5" name="Slide Number Placeholder 4">
            <a:extLst>
              <a:ext uri="{FF2B5EF4-FFF2-40B4-BE49-F238E27FC236}">
                <a16:creationId xmlns:a16="http://schemas.microsoft.com/office/drawing/2014/main" id="{F4F69422-B90B-41D6-A93A-926C3241E393}"/>
              </a:ext>
            </a:extLst>
          </p:cNvPr>
          <p:cNvSpPr>
            <a:spLocks noGrp="1"/>
          </p:cNvSpPr>
          <p:nvPr>
            <p:ph type="sldNum" sz="quarter" idx="12"/>
          </p:nvPr>
        </p:nvSpPr>
        <p:spPr/>
        <p:txBody>
          <a:bodyPr/>
          <a:lstStyle/>
          <a:p>
            <a:fld id="{507CC9FD-F0BE-4343-88E6-11D806760E48}" type="slidenum">
              <a:rPr lang="en-US" smtClean="0"/>
              <a:pPr/>
              <a:t>‹#›</a:t>
            </a:fld>
            <a:endParaRPr lang="en-US" dirty="0"/>
          </a:p>
        </p:txBody>
      </p:sp>
    </p:spTree>
    <p:extLst>
      <p:ext uri="{BB962C8B-B14F-4D97-AF65-F5344CB8AC3E}">
        <p14:creationId xmlns:p14="http://schemas.microsoft.com/office/powerpoint/2010/main" val="2995981363"/>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Customer Logos">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C52C78D-46EF-4E59-AF5C-1B55CBC3603C}"/>
              </a:ext>
            </a:extLst>
          </p:cNvPr>
          <p:cNvSpPr>
            <a:spLocks noGrp="1"/>
          </p:cNvSpPr>
          <p:nvPr>
            <p:ph type="title" hasCustomPrompt="1"/>
          </p:nvPr>
        </p:nvSpPr>
        <p:spPr/>
        <p:txBody>
          <a:bodyPr/>
          <a:lstStyle/>
          <a:p>
            <a:r>
              <a:rPr lang="en-GB" dirty="0"/>
              <a:t>Click to edit master title style</a:t>
            </a:r>
            <a:endParaRPr lang="en-US" dirty="0"/>
          </a:p>
        </p:txBody>
      </p:sp>
      <p:sp>
        <p:nvSpPr>
          <p:cNvPr id="3" name="Date Placeholder 2">
            <a:extLst>
              <a:ext uri="{FF2B5EF4-FFF2-40B4-BE49-F238E27FC236}">
                <a16:creationId xmlns:a16="http://schemas.microsoft.com/office/drawing/2014/main" id="{D449FF86-ABF9-4337-BDBB-FDCE34B0493F}"/>
              </a:ext>
            </a:extLst>
          </p:cNvPr>
          <p:cNvSpPr>
            <a:spLocks noGrp="1"/>
          </p:cNvSpPr>
          <p:nvPr>
            <p:ph type="dt" sz="half" idx="10"/>
          </p:nvPr>
        </p:nvSpPr>
        <p:spPr/>
        <p:txBody>
          <a:bodyPr/>
          <a:lstStyle/>
          <a:p>
            <a:fld id="{5B3AB921-E751-4D26-8FAF-7199D7BC2E16}" type="datetime1">
              <a:rPr lang="en-US" smtClean="0"/>
              <a:t>5/9/2025</a:t>
            </a:fld>
            <a:endParaRPr lang="en-US"/>
          </a:p>
        </p:txBody>
      </p:sp>
      <p:sp>
        <p:nvSpPr>
          <p:cNvPr id="4" name="Footer Placeholder 3">
            <a:extLst>
              <a:ext uri="{FF2B5EF4-FFF2-40B4-BE49-F238E27FC236}">
                <a16:creationId xmlns:a16="http://schemas.microsoft.com/office/drawing/2014/main" id="{E510281F-7451-4996-BC5D-20EED4D881E9}"/>
              </a:ext>
            </a:extLst>
          </p:cNvPr>
          <p:cNvSpPr>
            <a:spLocks noGrp="1"/>
          </p:cNvSpPr>
          <p:nvPr>
            <p:ph type="ftr" sz="quarter" idx="11"/>
          </p:nvPr>
        </p:nvSpPr>
        <p:spPr>
          <a:xfrm>
            <a:off x="6096000" y="6515467"/>
            <a:ext cx="5345151" cy="349999"/>
          </a:xfrm>
          <a:prstGeom prst="rect">
            <a:avLst/>
          </a:prstGeom>
        </p:spPr>
        <p:txBody>
          <a:bodyPr/>
          <a:lstStyle/>
          <a:p>
            <a:endParaRPr lang="en-US" dirty="0"/>
          </a:p>
        </p:txBody>
      </p:sp>
      <p:sp>
        <p:nvSpPr>
          <p:cNvPr id="5" name="Slide Number Placeholder 4">
            <a:extLst>
              <a:ext uri="{FF2B5EF4-FFF2-40B4-BE49-F238E27FC236}">
                <a16:creationId xmlns:a16="http://schemas.microsoft.com/office/drawing/2014/main" id="{38B1C23C-18C0-40DE-9F00-AD32EBC50D85}"/>
              </a:ext>
            </a:extLst>
          </p:cNvPr>
          <p:cNvSpPr>
            <a:spLocks noGrp="1"/>
          </p:cNvSpPr>
          <p:nvPr>
            <p:ph type="sldNum" sz="quarter" idx="12"/>
          </p:nvPr>
        </p:nvSpPr>
        <p:spPr/>
        <p:txBody>
          <a:bodyPr/>
          <a:lstStyle/>
          <a:p>
            <a:fld id="{507CC9FD-F0BE-4343-88E6-11D806760E48}" type="slidenum">
              <a:rPr lang="en-US" smtClean="0"/>
              <a:pPr/>
              <a:t>‹#›</a:t>
            </a:fld>
            <a:endParaRPr lang="en-US" dirty="0"/>
          </a:p>
        </p:txBody>
      </p:sp>
      <p:sp>
        <p:nvSpPr>
          <p:cNvPr id="30" name="Text Placeholder 29">
            <a:extLst>
              <a:ext uri="{FF2B5EF4-FFF2-40B4-BE49-F238E27FC236}">
                <a16:creationId xmlns:a16="http://schemas.microsoft.com/office/drawing/2014/main" id="{5DCE28D9-AC23-4E31-9484-082689437A08}"/>
              </a:ext>
            </a:extLst>
          </p:cNvPr>
          <p:cNvSpPr>
            <a:spLocks noGrp="1"/>
          </p:cNvSpPr>
          <p:nvPr>
            <p:ph type="body" sz="quarter" idx="13" hasCustomPrompt="1"/>
          </p:nvPr>
        </p:nvSpPr>
        <p:spPr>
          <a:xfrm>
            <a:off x="652463" y="1292232"/>
            <a:ext cx="3181350" cy="310896"/>
          </a:xfrm>
          <a:custGeom>
            <a:avLst/>
            <a:gdLst>
              <a:gd name="connsiteX0" fmla="*/ 0 w 3181350"/>
              <a:gd name="connsiteY0" fmla="*/ 0 h 310896"/>
              <a:gd name="connsiteX1" fmla="*/ 3181350 w 3181350"/>
              <a:gd name="connsiteY1" fmla="*/ 0 h 310896"/>
              <a:gd name="connsiteX2" fmla="*/ 2878017 w 3181350"/>
              <a:gd name="connsiteY2" fmla="*/ 310895 h 310896"/>
              <a:gd name="connsiteX3" fmla="*/ 3181350 w 3181350"/>
              <a:gd name="connsiteY3" fmla="*/ 310895 h 310896"/>
              <a:gd name="connsiteX4" fmla="*/ 3181350 w 3181350"/>
              <a:gd name="connsiteY4" fmla="*/ 310896 h 310896"/>
              <a:gd name="connsiteX5" fmla="*/ 0 w 3181350"/>
              <a:gd name="connsiteY5" fmla="*/ 310896 h 310896"/>
              <a:gd name="connsiteX0" fmla="*/ 0 w 3181350"/>
              <a:gd name="connsiteY0" fmla="*/ 0 h 310896"/>
              <a:gd name="connsiteX1" fmla="*/ 3181350 w 3181350"/>
              <a:gd name="connsiteY1" fmla="*/ 0 h 310896"/>
              <a:gd name="connsiteX2" fmla="*/ 2878017 w 3181350"/>
              <a:gd name="connsiteY2" fmla="*/ 310895 h 310896"/>
              <a:gd name="connsiteX3" fmla="*/ 3181350 w 3181350"/>
              <a:gd name="connsiteY3" fmla="*/ 310895 h 310896"/>
              <a:gd name="connsiteX4" fmla="*/ 0 w 3181350"/>
              <a:gd name="connsiteY4" fmla="*/ 310896 h 310896"/>
              <a:gd name="connsiteX5" fmla="*/ 0 w 3181350"/>
              <a:gd name="connsiteY5" fmla="*/ 0 h 310896"/>
              <a:gd name="connsiteX0" fmla="*/ 0 w 3181350"/>
              <a:gd name="connsiteY0" fmla="*/ 0 h 310896"/>
              <a:gd name="connsiteX1" fmla="*/ 3181350 w 3181350"/>
              <a:gd name="connsiteY1" fmla="*/ 0 h 310896"/>
              <a:gd name="connsiteX2" fmla="*/ 2878017 w 3181350"/>
              <a:gd name="connsiteY2" fmla="*/ 310895 h 310896"/>
              <a:gd name="connsiteX3" fmla="*/ 0 w 3181350"/>
              <a:gd name="connsiteY3" fmla="*/ 310896 h 310896"/>
              <a:gd name="connsiteX4" fmla="*/ 0 w 3181350"/>
              <a:gd name="connsiteY4" fmla="*/ 0 h 3108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181350" h="310896">
                <a:moveTo>
                  <a:pt x="0" y="0"/>
                </a:moveTo>
                <a:lnTo>
                  <a:pt x="3181350" y="0"/>
                </a:lnTo>
                <a:lnTo>
                  <a:pt x="2878017" y="310895"/>
                </a:lnTo>
                <a:lnTo>
                  <a:pt x="0" y="310896"/>
                </a:lnTo>
                <a:lnTo>
                  <a:pt x="0" y="0"/>
                </a:lnTo>
                <a:close/>
              </a:path>
            </a:pathLst>
          </a:custGeom>
          <a:solidFill>
            <a:schemeClr val="accent1"/>
          </a:solidFill>
        </p:spPr>
        <p:txBody>
          <a:bodyPr wrap="square" lIns="91440" tIns="0" rIns="0" bIns="0" anchor="ctr">
            <a:noAutofit/>
          </a:bodyPr>
          <a:lstStyle>
            <a:lvl1pPr>
              <a:defRPr sz="1600">
                <a:solidFill>
                  <a:srgbClr val="D3D755"/>
                </a:solidFill>
              </a:defRPr>
            </a:lvl1pPr>
            <a:lvl2pPr marL="228600" indent="0">
              <a:buNone/>
              <a:defRPr sz="1600"/>
            </a:lvl2pPr>
            <a:lvl3pPr>
              <a:defRPr sz="1400"/>
            </a:lvl3pPr>
            <a:lvl4pPr>
              <a:defRPr sz="1200"/>
            </a:lvl4pPr>
            <a:lvl5pPr>
              <a:defRPr sz="1100"/>
            </a:lvl5pPr>
          </a:lstStyle>
          <a:p>
            <a:pPr lvl="0"/>
            <a:r>
              <a:rPr lang="en-US" dirty="0"/>
              <a:t>[Insert text]</a:t>
            </a:r>
          </a:p>
        </p:txBody>
      </p:sp>
      <p:sp>
        <p:nvSpPr>
          <p:cNvPr id="46" name="Text Placeholder 45">
            <a:extLst>
              <a:ext uri="{FF2B5EF4-FFF2-40B4-BE49-F238E27FC236}">
                <a16:creationId xmlns:a16="http://schemas.microsoft.com/office/drawing/2014/main" id="{6791866A-12A6-46F1-B35B-04C5F6A2FEAD}"/>
              </a:ext>
            </a:extLst>
          </p:cNvPr>
          <p:cNvSpPr>
            <a:spLocks noGrp="1"/>
          </p:cNvSpPr>
          <p:nvPr>
            <p:ph type="body" sz="quarter" idx="14" hasCustomPrompt="1"/>
          </p:nvPr>
        </p:nvSpPr>
        <p:spPr>
          <a:xfrm>
            <a:off x="4340225" y="1292232"/>
            <a:ext cx="3181350" cy="310896"/>
          </a:xfrm>
          <a:custGeom>
            <a:avLst/>
            <a:gdLst>
              <a:gd name="connsiteX0" fmla="*/ 0 w 3181350"/>
              <a:gd name="connsiteY0" fmla="*/ 0 h 310896"/>
              <a:gd name="connsiteX1" fmla="*/ 3181350 w 3181350"/>
              <a:gd name="connsiteY1" fmla="*/ 0 h 310896"/>
              <a:gd name="connsiteX2" fmla="*/ 3181350 w 3181350"/>
              <a:gd name="connsiteY2" fmla="*/ 5259 h 310896"/>
              <a:gd name="connsiteX3" fmla="*/ 2883146 w 3181350"/>
              <a:gd name="connsiteY3" fmla="*/ 310896 h 310896"/>
              <a:gd name="connsiteX4" fmla="*/ 0 w 3181350"/>
              <a:gd name="connsiteY4" fmla="*/ 310896 h 3108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181350" h="310896">
                <a:moveTo>
                  <a:pt x="0" y="0"/>
                </a:moveTo>
                <a:lnTo>
                  <a:pt x="3181350" y="0"/>
                </a:lnTo>
                <a:lnTo>
                  <a:pt x="3181350" y="5259"/>
                </a:lnTo>
                <a:lnTo>
                  <a:pt x="2883146" y="310896"/>
                </a:lnTo>
                <a:lnTo>
                  <a:pt x="0" y="310896"/>
                </a:lnTo>
                <a:close/>
              </a:path>
            </a:pathLst>
          </a:custGeom>
          <a:solidFill>
            <a:schemeClr val="accent1"/>
          </a:solidFill>
        </p:spPr>
        <p:txBody>
          <a:bodyPr wrap="square" lIns="91440" tIns="0" rIns="0" bIns="0" anchor="ctr">
            <a:noAutofit/>
          </a:bodyPr>
          <a:lstStyle>
            <a:lvl1pPr>
              <a:defRPr sz="1600">
                <a:solidFill>
                  <a:srgbClr val="D3D755"/>
                </a:solidFill>
              </a:defRPr>
            </a:lvl1pPr>
            <a:lvl2pPr marL="228600" indent="0">
              <a:buNone/>
              <a:defRPr sz="1600"/>
            </a:lvl2pPr>
            <a:lvl3pPr>
              <a:defRPr sz="1400"/>
            </a:lvl3pPr>
            <a:lvl4pPr>
              <a:defRPr sz="1200"/>
            </a:lvl4pPr>
            <a:lvl5pPr>
              <a:defRPr sz="1100"/>
            </a:lvl5pPr>
          </a:lstStyle>
          <a:p>
            <a:pPr lvl="0"/>
            <a:r>
              <a:rPr lang="en-US" dirty="0"/>
              <a:t>[Insert text]</a:t>
            </a:r>
          </a:p>
        </p:txBody>
      </p:sp>
      <p:sp>
        <p:nvSpPr>
          <p:cNvPr id="47" name="Text Placeholder 46">
            <a:extLst>
              <a:ext uri="{FF2B5EF4-FFF2-40B4-BE49-F238E27FC236}">
                <a16:creationId xmlns:a16="http://schemas.microsoft.com/office/drawing/2014/main" id="{D0481DA2-ADBB-45C2-BDB1-E3F0E097398E}"/>
              </a:ext>
            </a:extLst>
          </p:cNvPr>
          <p:cNvSpPr>
            <a:spLocks noGrp="1"/>
          </p:cNvSpPr>
          <p:nvPr>
            <p:ph type="body" sz="quarter" idx="15" hasCustomPrompt="1"/>
          </p:nvPr>
        </p:nvSpPr>
        <p:spPr>
          <a:xfrm>
            <a:off x="8046149" y="1292232"/>
            <a:ext cx="3181350" cy="310896"/>
          </a:xfrm>
          <a:custGeom>
            <a:avLst/>
            <a:gdLst>
              <a:gd name="connsiteX0" fmla="*/ 0 w 3181350"/>
              <a:gd name="connsiteY0" fmla="*/ 0 h 310896"/>
              <a:gd name="connsiteX1" fmla="*/ 3181350 w 3181350"/>
              <a:gd name="connsiteY1" fmla="*/ 0 h 310896"/>
              <a:gd name="connsiteX2" fmla="*/ 3181350 w 3181350"/>
              <a:gd name="connsiteY2" fmla="*/ 5261 h 310896"/>
              <a:gd name="connsiteX3" fmla="*/ 2883148 w 3181350"/>
              <a:gd name="connsiteY3" fmla="*/ 310896 h 310896"/>
              <a:gd name="connsiteX4" fmla="*/ 0 w 3181350"/>
              <a:gd name="connsiteY4" fmla="*/ 310896 h 3108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181350" h="310896">
                <a:moveTo>
                  <a:pt x="0" y="0"/>
                </a:moveTo>
                <a:lnTo>
                  <a:pt x="3181350" y="0"/>
                </a:lnTo>
                <a:lnTo>
                  <a:pt x="3181350" y="5261"/>
                </a:lnTo>
                <a:lnTo>
                  <a:pt x="2883148" y="310896"/>
                </a:lnTo>
                <a:lnTo>
                  <a:pt x="0" y="310896"/>
                </a:lnTo>
                <a:close/>
              </a:path>
            </a:pathLst>
          </a:custGeom>
          <a:solidFill>
            <a:schemeClr val="accent1"/>
          </a:solidFill>
        </p:spPr>
        <p:txBody>
          <a:bodyPr wrap="square" lIns="91440" tIns="0" rIns="0" bIns="0" anchor="ctr">
            <a:noAutofit/>
          </a:bodyPr>
          <a:lstStyle>
            <a:lvl1pPr>
              <a:defRPr sz="1600">
                <a:solidFill>
                  <a:srgbClr val="D3D755"/>
                </a:solidFill>
              </a:defRPr>
            </a:lvl1pPr>
            <a:lvl2pPr marL="228600" indent="0">
              <a:buNone/>
              <a:defRPr sz="1600"/>
            </a:lvl2pPr>
            <a:lvl3pPr>
              <a:defRPr sz="1400"/>
            </a:lvl3pPr>
            <a:lvl4pPr>
              <a:defRPr sz="1200"/>
            </a:lvl4pPr>
            <a:lvl5pPr>
              <a:defRPr sz="1100"/>
            </a:lvl5pPr>
          </a:lstStyle>
          <a:p>
            <a:pPr lvl="0"/>
            <a:r>
              <a:rPr lang="en-US" dirty="0"/>
              <a:t>[Insert text]</a:t>
            </a:r>
          </a:p>
        </p:txBody>
      </p:sp>
      <p:sp>
        <p:nvSpPr>
          <p:cNvPr id="40" name="Text Placeholder 39">
            <a:extLst>
              <a:ext uri="{FF2B5EF4-FFF2-40B4-BE49-F238E27FC236}">
                <a16:creationId xmlns:a16="http://schemas.microsoft.com/office/drawing/2014/main" id="{F65EF6C1-F268-4E40-AF42-E8F73900971A}"/>
              </a:ext>
            </a:extLst>
          </p:cNvPr>
          <p:cNvSpPr>
            <a:spLocks noGrp="1"/>
          </p:cNvSpPr>
          <p:nvPr>
            <p:ph type="body" sz="quarter" idx="16" hasCustomPrompt="1"/>
          </p:nvPr>
        </p:nvSpPr>
        <p:spPr>
          <a:xfrm>
            <a:off x="652463" y="2828176"/>
            <a:ext cx="3181350" cy="310896"/>
          </a:xfrm>
          <a:custGeom>
            <a:avLst/>
            <a:gdLst>
              <a:gd name="connsiteX0" fmla="*/ 0 w 3181350"/>
              <a:gd name="connsiteY0" fmla="*/ 0 h 310896"/>
              <a:gd name="connsiteX1" fmla="*/ 3181350 w 3181350"/>
              <a:gd name="connsiteY1" fmla="*/ 0 h 310896"/>
              <a:gd name="connsiteX2" fmla="*/ 3181350 w 3181350"/>
              <a:gd name="connsiteY2" fmla="*/ 4570 h 310896"/>
              <a:gd name="connsiteX3" fmla="*/ 2882476 w 3181350"/>
              <a:gd name="connsiteY3" fmla="*/ 310895 h 310896"/>
              <a:gd name="connsiteX4" fmla="*/ 3181350 w 3181350"/>
              <a:gd name="connsiteY4" fmla="*/ 310895 h 310896"/>
              <a:gd name="connsiteX5" fmla="*/ 3181350 w 3181350"/>
              <a:gd name="connsiteY5" fmla="*/ 310896 h 310896"/>
              <a:gd name="connsiteX6" fmla="*/ 0 w 3181350"/>
              <a:gd name="connsiteY6" fmla="*/ 310896 h 310896"/>
              <a:gd name="connsiteX0" fmla="*/ 0 w 3181350"/>
              <a:gd name="connsiteY0" fmla="*/ 0 h 310896"/>
              <a:gd name="connsiteX1" fmla="*/ 3181350 w 3181350"/>
              <a:gd name="connsiteY1" fmla="*/ 0 h 310896"/>
              <a:gd name="connsiteX2" fmla="*/ 3181350 w 3181350"/>
              <a:gd name="connsiteY2" fmla="*/ 4570 h 310896"/>
              <a:gd name="connsiteX3" fmla="*/ 2882476 w 3181350"/>
              <a:gd name="connsiteY3" fmla="*/ 310895 h 310896"/>
              <a:gd name="connsiteX4" fmla="*/ 3181350 w 3181350"/>
              <a:gd name="connsiteY4" fmla="*/ 310895 h 310896"/>
              <a:gd name="connsiteX5" fmla="*/ 0 w 3181350"/>
              <a:gd name="connsiteY5" fmla="*/ 310896 h 310896"/>
              <a:gd name="connsiteX6" fmla="*/ 0 w 3181350"/>
              <a:gd name="connsiteY6" fmla="*/ 0 h 310896"/>
              <a:gd name="connsiteX0" fmla="*/ 0 w 3181350"/>
              <a:gd name="connsiteY0" fmla="*/ 0 h 310896"/>
              <a:gd name="connsiteX1" fmla="*/ 3181350 w 3181350"/>
              <a:gd name="connsiteY1" fmla="*/ 0 h 310896"/>
              <a:gd name="connsiteX2" fmla="*/ 3181350 w 3181350"/>
              <a:gd name="connsiteY2" fmla="*/ 4570 h 310896"/>
              <a:gd name="connsiteX3" fmla="*/ 2882476 w 3181350"/>
              <a:gd name="connsiteY3" fmla="*/ 310895 h 310896"/>
              <a:gd name="connsiteX4" fmla="*/ 0 w 3181350"/>
              <a:gd name="connsiteY4" fmla="*/ 310896 h 310896"/>
              <a:gd name="connsiteX5" fmla="*/ 0 w 3181350"/>
              <a:gd name="connsiteY5" fmla="*/ 0 h 31089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181350" h="310896">
                <a:moveTo>
                  <a:pt x="0" y="0"/>
                </a:moveTo>
                <a:lnTo>
                  <a:pt x="3181350" y="0"/>
                </a:lnTo>
                <a:lnTo>
                  <a:pt x="3181350" y="4570"/>
                </a:lnTo>
                <a:lnTo>
                  <a:pt x="2882476" y="310895"/>
                </a:lnTo>
                <a:lnTo>
                  <a:pt x="0" y="310896"/>
                </a:lnTo>
                <a:lnTo>
                  <a:pt x="0" y="0"/>
                </a:lnTo>
                <a:close/>
              </a:path>
            </a:pathLst>
          </a:custGeom>
          <a:solidFill>
            <a:schemeClr val="accent1"/>
          </a:solidFill>
        </p:spPr>
        <p:txBody>
          <a:bodyPr wrap="square" lIns="91440" tIns="0" rIns="0" bIns="0" anchor="ctr">
            <a:noAutofit/>
          </a:bodyPr>
          <a:lstStyle>
            <a:lvl1pPr>
              <a:defRPr sz="1600">
                <a:solidFill>
                  <a:srgbClr val="D3D755"/>
                </a:solidFill>
              </a:defRPr>
            </a:lvl1pPr>
            <a:lvl2pPr>
              <a:defRPr sz="1600"/>
            </a:lvl2pPr>
            <a:lvl3pPr>
              <a:defRPr sz="1400"/>
            </a:lvl3pPr>
            <a:lvl4pPr>
              <a:defRPr sz="1200"/>
            </a:lvl4pPr>
            <a:lvl5pPr>
              <a:defRPr sz="1100"/>
            </a:lvl5pPr>
          </a:lstStyle>
          <a:p>
            <a:pPr lvl="0"/>
            <a:r>
              <a:rPr lang="en-US" dirty="0"/>
              <a:t>[Insert text]</a:t>
            </a:r>
          </a:p>
        </p:txBody>
      </p:sp>
      <p:sp>
        <p:nvSpPr>
          <p:cNvPr id="43" name="Text Placeholder 42">
            <a:extLst>
              <a:ext uri="{FF2B5EF4-FFF2-40B4-BE49-F238E27FC236}">
                <a16:creationId xmlns:a16="http://schemas.microsoft.com/office/drawing/2014/main" id="{42A1221E-E83A-4BF8-B8DE-FA5240885D34}"/>
              </a:ext>
            </a:extLst>
          </p:cNvPr>
          <p:cNvSpPr>
            <a:spLocks noGrp="1"/>
          </p:cNvSpPr>
          <p:nvPr>
            <p:ph type="body" sz="quarter" idx="17" hasCustomPrompt="1"/>
          </p:nvPr>
        </p:nvSpPr>
        <p:spPr>
          <a:xfrm>
            <a:off x="4340225" y="2828176"/>
            <a:ext cx="3181350" cy="310896"/>
          </a:xfrm>
          <a:custGeom>
            <a:avLst/>
            <a:gdLst>
              <a:gd name="connsiteX0" fmla="*/ 0 w 3181350"/>
              <a:gd name="connsiteY0" fmla="*/ 0 h 310896"/>
              <a:gd name="connsiteX1" fmla="*/ 3181350 w 3181350"/>
              <a:gd name="connsiteY1" fmla="*/ 0 h 310896"/>
              <a:gd name="connsiteX2" fmla="*/ 3181350 w 3181350"/>
              <a:gd name="connsiteY2" fmla="*/ 2285 h 310896"/>
              <a:gd name="connsiteX3" fmla="*/ 2880246 w 3181350"/>
              <a:gd name="connsiteY3" fmla="*/ 310895 h 310896"/>
              <a:gd name="connsiteX4" fmla="*/ 3181350 w 3181350"/>
              <a:gd name="connsiteY4" fmla="*/ 310895 h 310896"/>
              <a:gd name="connsiteX5" fmla="*/ 3181350 w 3181350"/>
              <a:gd name="connsiteY5" fmla="*/ 310896 h 310896"/>
              <a:gd name="connsiteX6" fmla="*/ 0 w 3181350"/>
              <a:gd name="connsiteY6" fmla="*/ 310896 h 310896"/>
              <a:gd name="connsiteX0" fmla="*/ 0 w 3181350"/>
              <a:gd name="connsiteY0" fmla="*/ 0 h 310896"/>
              <a:gd name="connsiteX1" fmla="*/ 3181350 w 3181350"/>
              <a:gd name="connsiteY1" fmla="*/ 0 h 310896"/>
              <a:gd name="connsiteX2" fmla="*/ 3181350 w 3181350"/>
              <a:gd name="connsiteY2" fmla="*/ 2285 h 310896"/>
              <a:gd name="connsiteX3" fmla="*/ 2880246 w 3181350"/>
              <a:gd name="connsiteY3" fmla="*/ 310895 h 310896"/>
              <a:gd name="connsiteX4" fmla="*/ 3181350 w 3181350"/>
              <a:gd name="connsiteY4" fmla="*/ 310895 h 310896"/>
              <a:gd name="connsiteX5" fmla="*/ 0 w 3181350"/>
              <a:gd name="connsiteY5" fmla="*/ 310896 h 310896"/>
              <a:gd name="connsiteX6" fmla="*/ 0 w 3181350"/>
              <a:gd name="connsiteY6" fmla="*/ 0 h 310896"/>
              <a:gd name="connsiteX0" fmla="*/ 0 w 3181350"/>
              <a:gd name="connsiteY0" fmla="*/ 0 h 310896"/>
              <a:gd name="connsiteX1" fmla="*/ 3181350 w 3181350"/>
              <a:gd name="connsiteY1" fmla="*/ 0 h 310896"/>
              <a:gd name="connsiteX2" fmla="*/ 3181350 w 3181350"/>
              <a:gd name="connsiteY2" fmla="*/ 2285 h 310896"/>
              <a:gd name="connsiteX3" fmla="*/ 2880246 w 3181350"/>
              <a:gd name="connsiteY3" fmla="*/ 310895 h 310896"/>
              <a:gd name="connsiteX4" fmla="*/ 0 w 3181350"/>
              <a:gd name="connsiteY4" fmla="*/ 310896 h 310896"/>
              <a:gd name="connsiteX5" fmla="*/ 0 w 3181350"/>
              <a:gd name="connsiteY5" fmla="*/ 0 h 31089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181350" h="310896">
                <a:moveTo>
                  <a:pt x="0" y="0"/>
                </a:moveTo>
                <a:lnTo>
                  <a:pt x="3181350" y="0"/>
                </a:lnTo>
                <a:lnTo>
                  <a:pt x="3181350" y="2285"/>
                </a:lnTo>
                <a:lnTo>
                  <a:pt x="2880246" y="310895"/>
                </a:lnTo>
                <a:lnTo>
                  <a:pt x="0" y="310896"/>
                </a:lnTo>
                <a:lnTo>
                  <a:pt x="0" y="0"/>
                </a:lnTo>
                <a:close/>
              </a:path>
            </a:pathLst>
          </a:custGeom>
          <a:solidFill>
            <a:schemeClr val="accent1"/>
          </a:solidFill>
        </p:spPr>
        <p:txBody>
          <a:bodyPr wrap="square" lIns="91440" tIns="0" rIns="0" bIns="0" anchor="ctr">
            <a:noAutofit/>
          </a:bodyPr>
          <a:lstStyle>
            <a:lvl1pPr>
              <a:defRPr sz="1600">
                <a:solidFill>
                  <a:srgbClr val="D3D755"/>
                </a:solidFill>
              </a:defRPr>
            </a:lvl1pPr>
            <a:lvl2pPr marL="228600" indent="0">
              <a:buNone/>
              <a:defRPr sz="1600"/>
            </a:lvl2pPr>
            <a:lvl3pPr>
              <a:defRPr sz="1400"/>
            </a:lvl3pPr>
            <a:lvl4pPr>
              <a:defRPr sz="1200"/>
            </a:lvl4pPr>
            <a:lvl5pPr>
              <a:defRPr sz="1100"/>
            </a:lvl5pPr>
          </a:lstStyle>
          <a:p>
            <a:pPr lvl="0"/>
            <a:r>
              <a:rPr lang="en-US" dirty="0"/>
              <a:t>[Insert text]</a:t>
            </a:r>
          </a:p>
        </p:txBody>
      </p:sp>
      <p:sp>
        <p:nvSpPr>
          <p:cNvPr id="45" name="Text Placeholder 44">
            <a:extLst>
              <a:ext uri="{FF2B5EF4-FFF2-40B4-BE49-F238E27FC236}">
                <a16:creationId xmlns:a16="http://schemas.microsoft.com/office/drawing/2014/main" id="{0032F926-1D38-404D-B09D-F794CA91F9AB}"/>
              </a:ext>
            </a:extLst>
          </p:cNvPr>
          <p:cNvSpPr>
            <a:spLocks noGrp="1"/>
          </p:cNvSpPr>
          <p:nvPr>
            <p:ph type="body" sz="quarter" idx="18" hasCustomPrompt="1"/>
          </p:nvPr>
        </p:nvSpPr>
        <p:spPr>
          <a:xfrm>
            <a:off x="8046149" y="2828176"/>
            <a:ext cx="3181350" cy="310896"/>
          </a:xfrm>
          <a:custGeom>
            <a:avLst/>
            <a:gdLst>
              <a:gd name="connsiteX0" fmla="*/ 0 w 3181350"/>
              <a:gd name="connsiteY0" fmla="*/ 0 h 310896"/>
              <a:gd name="connsiteX1" fmla="*/ 3181350 w 3181350"/>
              <a:gd name="connsiteY1" fmla="*/ 0 h 310896"/>
              <a:gd name="connsiteX2" fmla="*/ 3181350 w 3181350"/>
              <a:gd name="connsiteY2" fmla="*/ 2286 h 310896"/>
              <a:gd name="connsiteX3" fmla="*/ 2880247 w 3181350"/>
              <a:gd name="connsiteY3" fmla="*/ 310895 h 310896"/>
              <a:gd name="connsiteX4" fmla="*/ 3181350 w 3181350"/>
              <a:gd name="connsiteY4" fmla="*/ 310895 h 310896"/>
              <a:gd name="connsiteX5" fmla="*/ 3181350 w 3181350"/>
              <a:gd name="connsiteY5" fmla="*/ 310896 h 310896"/>
              <a:gd name="connsiteX6" fmla="*/ 0 w 3181350"/>
              <a:gd name="connsiteY6" fmla="*/ 310896 h 310896"/>
              <a:gd name="connsiteX0" fmla="*/ 0 w 3181350"/>
              <a:gd name="connsiteY0" fmla="*/ 0 h 310896"/>
              <a:gd name="connsiteX1" fmla="*/ 3181350 w 3181350"/>
              <a:gd name="connsiteY1" fmla="*/ 0 h 310896"/>
              <a:gd name="connsiteX2" fmla="*/ 3181350 w 3181350"/>
              <a:gd name="connsiteY2" fmla="*/ 2286 h 310896"/>
              <a:gd name="connsiteX3" fmla="*/ 2880247 w 3181350"/>
              <a:gd name="connsiteY3" fmla="*/ 310895 h 310896"/>
              <a:gd name="connsiteX4" fmla="*/ 3181350 w 3181350"/>
              <a:gd name="connsiteY4" fmla="*/ 310895 h 310896"/>
              <a:gd name="connsiteX5" fmla="*/ 0 w 3181350"/>
              <a:gd name="connsiteY5" fmla="*/ 310896 h 310896"/>
              <a:gd name="connsiteX6" fmla="*/ 0 w 3181350"/>
              <a:gd name="connsiteY6" fmla="*/ 0 h 310896"/>
              <a:gd name="connsiteX0" fmla="*/ 0 w 3181350"/>
              <a:gd name="connsiteY0" fmla="*/ 0 h 310896"/>
              <a:gd name="connsiteX1" fmla="*/ 3181350 w 3181350"/>
              <a:gd name="connsiteY1" fmla="*/ 0 h 310896"/>
              <a:gd name="connsiteX2" fmla="*/ 3181350 w 3181350"/>
              <a:gd name="connsiteY2" fmla="*/ 2286 h 310896"/>
              <a:gd name="connsiteX3" fmla="*/ 2880247 w 3181350"/>
              <a:gd name="connsiteY3" fmla="*/ 310895 h 310896"/>
              <a:gd name="connsiteX4" fmla="*/ 0 w 3181350"/>
              <a:gd name="connsiteY4" fmla="*/ 310896 h 310896"/>
              <a:gd name="connsiteX5" fmla="*/ 0 w 3181350"/>
              <a:gd name="connsiteY5" fmla="*/ 0 h 31089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181350" h="310896">
                <a:moveTo>
                  <a:pt x="0" y="0"/>
                </a:moveTo>
                <a:lnTo>
                  <a:pt x="3181350" y="0"/>
                </a:lnTo>
                <a:lnTo>
                  <a:pt x="3181350" y="2286"/>
                </a:lnTo>
                <a:lnTo>
                  <a:pt x="2880247" y="310895"/>
                </a:lnTo>
                <a:lnTo>
                  <a:pt x="0" y="310896"/>
                </a:lnTo>
                <a:lnTo>
                  <a:pt x="0" y="0"/>
                </a:lnTo>
                <a:close/>
              </a:path>
            </a:pathLst>
          </a:custGeom>
          <a:solidFill>
            <a:schemeClr val="accent1"/>
          </a:solidFill>
        </p:spPr>
        <p:txBody>
          <a:bodyPr wrap="square" lIns="91440" tIns="0" rIns="0" bIns="0" anchor="ctr">
            <a:noAutofit/>
          </a:bodyPr>
          <a:lstStyle>
            <a:lvl1pPr>
              <a:defRPr sz="1600">
                <a:solidFill>
                  <a:srgbClr val="D3D755"/>
                </a:solidFill>
              </a:defRPr>
            </a:lvl1pPr>
            <a:lvl2pPr marL="228600" indent="0">
              <a:buNone/>
              <a:defRPr sz="1600"/>
            </a:lvl2pPr>
            <a:lvl3pPr>
              <a:defRPr sz="1400"/>
            </a:lvl3pPr>
            <a:lvl4pPr>
              <a:defRPr sz="1200"/>
            </a:lvl4pPr>
            <a:lvl5pPr>
              <a:defRPr sz="1100"/>
            </a:lvl5pPr>
          </a:lstStyle>
          <a:p>
            <a:pPr lvl="0"/>
            <a:r>
              <a:rPr lang="en-US" dirty="0"/>
              <a:t>[Insert text]</a:t>
            </a:r>
          </a:p>
        </p:txBody>
      </p:sp>
      <p:sp>
        <p:nvSpPr>
          <p:cNvPr id="41" name="Text Placeholder 40">
            <a:extLst>
              <a:ext uri="{FF2B5EF4-FFF2-40B4-BE49-F238E27FC236}">
                <a16:creationId xmlns:a16="http://schemas.microsoft.com/office/drawing/2014/main" id="{D788EC05-5918-48E0-99FC-B5ED16550AA6}"/>
              </a:ext>
            </a:extLst>
          </p:cNvPr>
          <p:cNvSpPr>
            <a:spLocks noGrp="1"/>
          </p:cNvSpPr>
          <p:nvPr>
            <p:ph type="body" sz="quarter" idx="19" hasCustomPrompt="1"/>
          </p:nvPr>
        </p:nvSpPr>
        <p:spPr>
          <a:xfrm>
            <a:off x="652463" y="4375000"/>
            <a:ext cx="3181350" cy="310896"/>
          </a:xfrm>
          <a:custGeom>
            <a:avLst/>
            <a:gdLst>
              <a:gd name="connsiteX0" fmla="*/ 0 w 3181350"/>
              <a:gd name="connsiteY0" fmla="*/ 0 h 310896"/>
              <a:gd name="connsiteX1" fmla="*/ 3181350 w 3181350"/>
              <a:gd name="connsiteY1" fmla="*/ 0 h 310896"/>
              <a:gd name="connsiteX2" fmla="*/ 3181350 w 3181350"/>
              <a:gd name="connsiteY2" fmla="*/ 4570 h 310896"/>
              <a:gd name="connsiteX3" fmla="*/ 2882476 w 3181350"/>
              <a:gd name="connsiteY3" fmla="*/ 310895 h 310896"/>
              <a:gd name="connsiteX4" fmla="*/ 3181350 w 3181350"/>
              <a:gd name="connsiteY4" fmla="*/ 310895 h 310896"/>
              <a:gd name="connsiteX5" fmla="*/ 3181350 w 3181350"/>
              <a:gd name="connsiteY5" fmla="*/ 310896 h 310896"/>
              <a:gd name="connsiteX6" fmla="*/ 0 w 3181350"/>
              <a:gd name="connsiteY6" fmla="*/ 310896 h 310896"/>
              <a:gd name="connsiteX0" fmla="*/ 0 w 3181350"/>
              <a:gd name="connsiteY0" fmla="*/ 0 h 310896"/>
              <a:gd name="connsiteX1" fmla="*/ 3181350 w 3181350"/>
              <a:gd name="connsiteY1" fmla="*/ 0 h 310896"/>
              <a:gd name="connsiteX2" fmla="*/ 3181350 w 3181350"/>
              <a:gd name="connsiteY2" fmla="*/ 4570 h 310896"/>
              <a:gd name="connsiteX3" fmla="*/ 2882476 w 3181350"/>
              <a:gd name="connsiteY3" fmla="*/ 310895 h 310896"/>
              <a:gd name="connsiteX4" fmla="*/ 3181350 w 3181350"/>
              <a:gd name="connsiteY4" fmla="*/ 310895 h 310896"/>
              <a:gd name="connsiteX5" fmla="*/ 0 w 3181350"/>
              <a:gd name="connsiteY5" fmla="*/ 310896 h 310896"/>
              <a:gd name="connsiteX6" fmla="*/ 0 w 3181350"/>
              <a:gd name="connsiteY6" fmla="*/ 0 h 310896"/>
              <a:gd name="connsiteX0" fmla="*/ 0 w 3181350"/>
              <a:gd name="connsiteY0" fmla="*/ 0 h 310896"/>
              <a:gd name="connsiteX1" fmla="*/ 3181350 w 3181350"/>
              <a:gd name="connsiteY1" fmla="*/ 0 h 310896"/>
              <a:gd name="connsiteX2" fmla="*/ 3181350 w 3181350"/>
              <a:gd name="connsiteY2" fmla="*/ 4570 h 310896"/>
              <a:gd name="connsiteX3" fmla="*/ 2882476 w 3181350"/>
              <a:gd name="connsiteY3" fmla="*/ 310895 h 310896"/>
              <a:gd name="connsiteX4" fmla="*/ 0 w 3181350"/>
              <a:gd name="connsiteY4" fmla="*/ 310896 h 310896"/>
              <a:gd name="connsiteX5" fmla="*/ 0 w 3181350"/>
              <a:gd name="connsiteY5" fmla="*/ 0 h 31089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181350" h="310896">
                <a:moveTo>
                  <a:pt x="0" y="0"/>
                </a:moveTo>
                <a:lnTo>
                  <a:pt x="3181350" y="0"/>
                </a:lnTo>
                <a:lnTo>
                  <a:pt x="3181350" y="4570"/>
                </a:lnTo>
                <a:lnTo>
                  <a:pt x="2882476" y="310895"/>
                </a:lnTo>
                <a:lnTo>
                  <a:pt x="0" y="310896"/>
                </a:lnTo>
                <a:lnTo>
                  <a:pt x="0" y="0"/>
                </a:lnTo>
                <a:close/>
              </a:path>
            </a:pathLst>
          </a:custGeom>
          <a:solidFill>
            <a:schemeClr val="accent1"/>
          </a:solidFill>
        </p:spPr>
        <p:txBody>
          <a:bodyPr wrap="square" lIns="91440" tIns="0" rIns="0" bIns="0" anchor="ctr">
            <a:noAutofit/>
          </a:bodyPr>
          <a:lstStyle>
            <a:lvl1pPr>
              <a:defRPr sz="1600">
                <a:solidFill>
                  <a:srgbClr val="D3D755"/>
                </a:solidFill>
              </a:defRPr>
            </a:lvl1pPr>
            <a:lvl2pPr>
              <a:defRPr sz="1600"/>
            </a:lvl2pPr>
            <a:lvl3pPr>
              <a:defRPr sz="1400"/>
            </a:lvl3pPr>
            <a:lvl4pPr>
              <a:defRPr sz="1200"/>
            </a:lvl4pPr>
            <a:lvl5pPr>
              <a:defRPr sz="1100"/>
            </a:lvl5pPr>
          </a:lstStyle>
          <a:p>
            <a:pPr lvl="0"/>
            <a:r>
              <a:rPr lang="en-US" dirty="0"/>
              <a:t>[Insert text]</a:t>
            </a:r>
          </a:p>
        </p:txBody>
      </p:sp>
      <p:sp>
        <p:nvSpPr>
          <p:cNvPr id="42" name="Text Placeholder 41">
            <a:extLst>
              <a:ext uri="{FF2B5EF4-FFF2-40B4-BE49-F238E27FC236}">
                <a16:creationId xmlns:a16="http://schemas.microsoft.com/office/drawing/2014/main" id="{52E642F3-886C-4D6D-978D-7CE2950BA7D5}"/>
              </a:ext>
            </a:extLst>
          </p:cNvPr>
          <p:cNvSpPr>
            <a:spLocks noGrp="1"/>
          </p:cNvSpPr>
          <p:nvPr>
            <p:ph type="body" sz="quarter" idx="20" hasCustomPrompt="1"/>
          </p:nvPr>
        </p:nvSpPr>
        <p:spPr>
          <a:xfrm>
            <a:off x="4340225" y="4375000"/>
            <a:ext cx="3181350" cy="310896"/>
          </a:xfrm>
          <a:custGeom>
            <a:avLst/>
            <a:gdLst>
              <a:gd name="connsiteX0" fmla="*/ 0 w 3181350"/>
              <a:gd name="connsiteY0" fmla="*/ 0 h 310896"/>
              <a:gd name="connsiteX1" fmla="*/ 3181350 w 3181350"/>
              <a:gd name="connsiteY1" fmla="*/ 0 h 310896"/>
              <a:gd name="connsiteX2" fmla="*/ 3181350 w 3181350"/>
              <a:gd name="connsiteY2" fmla="*/ 2285 h 310896"/>
              <a:gd name="connsiteX3" fmla="*/ 2880246 w 3181350"/>
              <a:gd name="connsiteY3" fmla="*/ 310895 h 310896"/>
              <a:gd name="connsiteX4" fmla="*/ 3181350 w 3181350"/>
              <a:gd name="connsiteY4" fmla="*/ 310895 h 310896"/>
              <a:gd name="connsiteX5" fmla="*/ 3181350 w 3181350"/>
              <a:gd name="connsiteY5" fmla="*/ 310896 h 310896"/>
              <a:gd name="connsiteX6" fmla="*/ 0 w 3181350"/>
              <a:gd name="connsiteY6" fmla="*/ 310896 h 310896"/>
              <a:gd name="connsiteX0" fmla="*/ 0 w 3181350"/>
              <a:gd name="connsiteY0" fmla="*/ 0 h 310896"/>
              <a:gd name="connsiteX1" fmla="*/ 3181350 w 3181350"/>
              <a:gd name="connsiteY1" fmla="*/ 0 h 310896"/>
              <a:gd name="connsiteX2" fmla="*/ 3181350 w 3181350"/>
              <a:gd name="connsiteY2" fmla="*/ 2285 h 310896"/>
              <a:gd name="connsiteX3" fmla="*/ 2880246 w 3181350"/>
              <a:gd name="connsiteY3" fmla="*/ 310895 h 310896"/>
              <a:gd name="connsiteX4" fmla="*/ 3181350 w 3181350"/>
              <a:gd name="connsiteY4" fmla="*/ 310895 h 310896"/>
              <a:gd name="connsiteX5" fmla="*/ 0 w 3181350"/>
              <a:gd name="connsiteY5" fmla="*/ 310896 h 310896"/>
              <a:gd name="connsiteX6" fmla="*/ 0 w 3181350"/>
              <a:gd name="connsiteY6" fmla="*/ 0 h 310896"/>
              <a:gd name="connsiteX0" fmla="*/ 0 w 3181350"/>
              <a:gd name="connsiteY0" fmla="*/ 0 h 310896"/>
              <a:gd name="connsiteX1" fmla="*/ 3181350 w 3181350"/>
              <a:gd name="connsiteY1" fmla="*/ 0 h 310896"/>
              <a:gd name="connsiteX2" fmla="*/ 3181350 w 3181350"/>
              <a:gd name="connsiteY2" fmla="*/ 2285 h 310896"/>
              <a:gd name="connsiteX3" fmla="*/ 2880246 w 3181350"/>
              <a:gd name="connsiteY3" fmla="*/ 310895 h 310896"/>
              <a:gd name="connsiteX4" fmla="*/ 0 w 3181350"/>
              <a:gd name="connsiteY4" fmla="*/ 310896 h 310896"/>
              <a:gd name="connsiteX5" fmla="*/ 0 w 3181350"/>
              <a:gd name="connsiteY5" fmla="*/ 0 h 31089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181350" h="310896">
                <a:moveTo>
                  <a:pt x="0" y="0"/>
                </a:moveTo>
                <a:lnTo>
                  <a:pt x="3181350" y="0"/>
                </a:lnTo>
                <a:lnTo>
                  <a:pt x="3181350" y="2285"/>
                </a:lnTo>
                <a:lnTo>
                  <a:pt x="2880246" y="310895"/>
                </a:lnTo>
                <a:lnTo>
                  <a:pt x="0" y="310896"/>
                </a:lnTo>
                <a:lnTo>
                  <a:pt x="0" y="0"/>
                </a:lnTo>
                <a:close/>
              </a:path>
            </a:pathLst>
          </a:custGeom>
          <a:solidFill>
            <a:schemeClr val="accent1"/>
          </a:solidFill>
        </p:spPr>
        <p:txBody>
          <a:bodyPr wrap="square" lIns="91440" tIns="0" rIns="0" bIns="0" anchor="ctr">
            <a:noAutofit/>
          </a:bodyPr>
          <a:lstStyle>
            <a:lvl1pPr>
              <a:defRPr sz="1600">
                <a:solidFill>
                  <a:srgbClr val="D3D755"/>
                </a:solidFill>
              </a:defRPr>
            </a:lvl1pPr>
            <a:lvl2pPr marL="228600" indent="0">
              <a:buNone/>
              <a:defRPr sz="1600"/>
            </a:lvl2pPr>
            <a:lvl3pPr>
              <a:defRPr sz="1400"/>
            </a:lvl3pPr>
            <a:lvl4pPr>
              <a:defRPr sz="1200"/>
            </a:lvl4pPr>
            <a:lvl5pPr>
              <a:defRPr sz="1100"/>
            </a:lvl5pPr>
          </a:lstStyle>
          <a:p>
            <a:pPr lvl="0"/>
            <a:r>
              <a:rPr lang="en-US" dirty="0"/>
              <a:t>[Insert text]</a:t>
            </a:r>
          </a:p>
        </p:txBody>
      </p:sp>
      <p:sp>
        <p:nvSpPr>
          <p:cNvPr id="44" name="Text Placeholder 43">
            <a:extLst>
              <a:ext uri="{FF2B5EF4-FFF2-40B4-BE49-F238E27FC236}">
                <a16:creationId xmlns:a16="http://schemas.microsoft.com/office/drawing/2014/main" id="{109B01AC-4063-4659-AF62-D588C2F33D17}"/>
              </a:ext>
            </a:extLst>
          </p:cNvPr>
          <p:cNvSpPr>
            <a:spLocks noGrp="1"/>
          </p:cNvSpPr>
          <p:nvPr>
            <p:ph type="body" sz="quarter" idx="21" hasCustomPrompt="1"/>
          </p:nvPr>
        </p:nvSpPr>
        <p:spPr>
          <a:xfrm>
            <a:off x="8046149" y="4375000"/>
            <a:ext cx="3181350" cy="310896"/>
          </a:xfrm>
          <a:custGeom>
            <a:avLst/>
            <a:gdLst>
              <a:gd name="connsiteX0" fmla="*/ 0 w 3181350"/>
              <a:gd name="connsiteY0" fmla="*/ 0 h 310896"/>
              <a:gd name="connsiteX1" fmla="*/ 3181350 w 3181350"/>
              <a:gd name="connsiteY1" fmla="*/ 0 h 310896"/>
              <a:gd name="connsiteX2" fmla="*/ 3181350 w 3181350"/>
              <a:gd name="connsiteY2" fmla="*/ 2286 h 310896"/>
              <a:gd name="connsiteX3" fmla="*/ 2880247 w 3181350"/>
              <a:gd name="connsiteY3" fmla="*/ 310895 h 310896"/>
              <a:gd name="connsiteX4" fmla="*/ 3181350 w 3181350"/>
              <a:gd name="connsiteY4" fmla="*/ 310895 h 310896"/>
              <a:gd name="connsiteX5" fmla="*/ 3181350 w 3181350"/>
              <a:gd name="connsiteY5" fmla="*/ 310896 h 310896"/>
              <a:gd name="connsiteX6" fmla="*/ 0 w 3181350"/>
              <a:gd name="connsiteY6" fmla="*/ 310896 h 310896"/>
              <a:gd name="connsiteX0" fmla="*/ 0 w 3181350"/>
              <a:gd name="connsiteY0" fmla="*/ 0 h 310896"/>
              <a:gd name="connsiteX1" fmla="*/ 3181350 w 3181350"/>
              <a:gd name="connsiteY1" fmla="*/ 0 h 310896"/>
              <a:gd name="connsiteX2" fmla="*/ 3181350 w 3181350"/>
              <a:gd name="connsiteY2" fmla="*/ 2286 h 310896"/>
              <a:gd name="connsiteX3" fmla="*/ 2880247 w 3181350"/>
              <a:gd name="connsiteY3" fmla="*/ 310895 h 310896"/>
              <a:gd name="connsiteX4" fmla="*/ 3181350 w 3181350"/>
              <a:gd name="connsiteY4" fmla="*/ 310895 h 310896"/>
              <a:gd name="connsiteX5" fmla="*/ 0 w 3181350"/>
              <a:gd name="connsiteY5" fmla="*/ 310896 h 310896"/>
              <a:gd name="connsiteX6" fmla="*/ 0 w 3181350"/>
              <a:gd name="connsiteY6" fmla="*/ 0 h 310896"/>
              <a:gd name="connsiteX0" fmla="*/ 0 w 3181350"/>
              <a:gd name="connsiteY0" fmla="*/ 0 h 310896"/>
              <a:gd name="connsiteX1" fmla="*/ 3181350 w 3181350"/>
              <a:gd name="connsiteY1" fmla="*/ 0 h 310896"/>
              <a:gd name="connsiteX2" fmla="*/ 3181350 w 3181350"/>
              <a:gd name="connsiteY2" fmla="*/ 2286 h 310896"/>
              <a:gd name="connsiteX3" fmla="*/ 2880247 w 3181350"/>
              <a:gd name="connsiteY3" fmla="*/ 310895 h 310896"/>
              <a:gd name="connsiteX4" fmla="*/ 0 w 3181350"/>
              <a:gd name="connsiteY4" fmla="*/ 310896 h 310896"/>
              <a:gd name="connsiteX5" fmla="*/ 0 w 3181350"/>
              <a:gd name="connsiteY5" fmla="*/ 0 h 31089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181350" h="310896">
                <a:moveTo>
                  <a:pt x="0" y="0"/>
                </a:moveTo>
                <a:lnTo>
                  <a:pt x="3181350" y="0"/>
                </a:lnTo>
                <a:lnTo>
                  <a:pt x="3181350" y="2286"/>
                </a:lnTo>
                <a:lnTo>
                  <a:pt x="2880247" y="310895"/>
                </a:lnTo>
                <a:lnTo>
                  <a:pt x="0" y="310896"/>
                </a:lnTo>
                <a:lnTo>
                  <a:pt x="0" y="0"/>
                </a:lnTo>
                <a:close/>
              </a:path>
            </a:pathLst>
          </a:custGeom>
          <a:solidFill>
            <a:schemeClr val="accent1"/>
          </a:solidFill>
        </p:spPr>
        <p:txBody>
          <a:bodyPr wrap="square" lIns="91440" tIns="0" rIns="0" bIns="0" anchor="ctr">
            <a:noAutofit/>
          </a:bodyPr>
          <a:lstStyle>
            <a:lvl1pPr>
              <a:defRPr sz="1600">
                <a:solidFill>
                  <a:srgbClr val="D3D755"/>
                </a:solidFill>
              </a:defRPr>
            </a:lvl1pPr>
            <a:lvl2pPr marL="228600" indent="0">
              <a:buNone/>
              <a:defRPr sz="1600"/>
            </a:lvl2pPr>
            <a:lvl3pPr>
              <a:defRPr sz="1400"/>
            </a:lvl3pPr>
            <a:lvl4pPr>
              <a:defRPr sz="1200"/>
            </a:lvl4pPr>
            <a:lvl5pPr>
              <a:defRPr sz="1100"/>
            </a:lvl5pPr>
          </a:lstStyle>
          <a:p>
            <a:pPr lvl="0"/>
            <a:r>
              <a:rPr lang="en-US" dirty="0"/>
              <a:t>[Insert text]</a:t>
            </a:r>
          </a:p>
        </p:txBody>
      </p:sp>
    </p:spTree>
    <p:extLst>
      <p:ext uri="{BB962C8B-B14F-4D97-AF65-F5344CB8AC3E}">
        <p14:creationId xmlns:p14="http://schemas.microsoft.com/office/powerpoint/2010/main" val="1366023092"/>
      </p:ext>
    </p:extLst>
  </p:cSld>
  <p:clrMapOvr>
    <a:masterClrMapping/>
  </p:clrMapOvr>
  <p:extLst>
    <p:ext uri="{DCECCB84-F9BA-43D5-87BE-67443E8EF086}">
      <p15:sldGuideLst xmlns:p15="http://schemas.microsoft.com/office/powerpoint/2012/main">
        <p15:guide id="1" pos="2734">
          <p15:clr>
            <a:srgbClr val="FBAE40"/>
          </p15:clr>
        </p15:guide>
        <p15:guide id="2" pos="2611">
          <p15:clr>
            <a:srgbClr val="FBAE40"/>
          </p15:clr>
        </p15:guide>
        <p15:guide id="3" pos="4940">
          <p15:clr>
            <a:srgbClr val="FBAE40"/>
          </p15:clr>
        </p15:guide>
        <p15:guide id="4" pos="5059">
          <p15:clr>
            <a:srgbClr val="FBAE40"/>
          </p15:clr>
        </p15:guide>
      </p15:sldGuideLst>
    </p:ext>
  </p:extLst>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Timelin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C52C78D-46EF-4E59-AF5C-1B55CBC3603C}"/>
              </a:ext>
            </a:extLst>
          </p:cNvPr>
          <p:cNvSpPr>
            <a:spLocks noGrp="1"/>
          </p:cNvSpPr>
          <p:nvPr>
            <p:ph type="title" hasCustomPrompt="1"/>
          </p:nvPr>
        </p:nvSpPr>
        <p:spPr/>
        <p:txBody>
          <a:bodyPr/>
          <a:lstStyle/>
          <a:p>
            <a:r>
              <a:rPr lang="en-GB" dirty="0"/>
              <a:t>Click to edit master title style</a:t>
            </a:r>
            <a:endParaRPr lang="en-US" dirty="0"/>
          </a:p>
        </p:txBody>
      </p:sp>
      <p:sp>
        <p:nvSpPr>
          <p:cNvPr id="3" name="Date Placeholder 2">
            <a:extLst>
              <a:ext uri="{FF2B5EF4-FFF2-40B4-BE49-F238E27FC236}">
                <a16:creationId xmlns:a16="http://schemas.microsoft.com/office/drawing/2014/main" id="{D449FF86-ABF9-4337-BDBB-FDCE34B0493F}"/>
              </a:ext>
            </a:extLst>
          </p:cNvPr>
          <p:cNvSpPr>
            <a:spLocks noGrp="1"/>
          </p:cNvSpPr>
          <p:nvPr>
            <p:ph type="dt" sz="half" idx="10"/>
          </p:nvPr>
        </p:nvSpPr>
        <p:spPr/>
        <p:txBody>
          <a:bodyPr/>
          <a:lstStyle/>
          <a:p>
            <a:fld id="{B2207101-D00B-427C-8887-46EA07F03CB7}" type="datetime1">
              <a:rPr lang="en-US" smtClean="0"/>
              <a:t>5/9/2025</a:t>
            </a:fld>
            <a:endParaRPr lang="en-US"/>
          </a:p>
        </p:txBody>
      </p:sp>
      <p:sp>
        <p:nvSpPr>
          <p:cNvPr id="4" name="Footer Placeholder 3">
            <a:extLst>
              <a:ext uri="{FF2B5EF4-FFF2-40B4-BE49-F238E27FC236}">
                <a16:creationId xmlns:a16="http://schemas.microsoft.com/office/drawing/2014/main" id="{E510281F-7451-4996-BC5D-20EED4D881E9}"/>
              </a:ext>
            </a:extLst>
          </p:cNvPr>
          <p:cNvSpPr>
            <a:spLocks noGrp="1"/>
          </p:cNvSpPr>
          <p:nvPr>
            <p:ph type="ftr" sz="quarter" idx="11"/>
          </p:nvPr>
        </p:nvSpPr>
        <p:spPr>
          <a:xfrm>
            <a:off x="6096000" y="6508001"/>
            <a:ext cx="5345151" cy="349999"/>
          </a:xfrm>
          <a:prstGeom prst="rect">
            <a:avLst/>
          </a:prstGeom>
        </p:spPr>
        <p:txBody>
          <a:bodyPr/>
          <a:lstStyle/>
          <a:p>
            <a:endParaRPr lang="en-US" dirty="0"/>
          </a:p>
        </p:txBody>
      </p:sp>
      <p:sp>
        <p:nvSpPr>
          <p:cNvPr id="5" name="Slide Number Placeholder 4">
            <a:extLst>
              <a:ext uri="{FF2B5EF4-FFF2-40B4-BE49-F238E27FC236}">
                <a16:creationId xmlns:a16="http://schemas.microsoft.com/office/drawing/2014/main" id="{38B1C23C-18C0-40DE-9F00-AD32EBC50D85}"/>
              </a:ext>
            </a:extLst>
          </p:cNvPr>
          <p:cNvSpPr>
            <a:spLocks noGrp="1"/>
          </p:cNvSpPr>
          <p:nvPr>
            <p:ph type="sldNum" sz="quarter" idx="12"/>
          </p:nvPr>
        </p:nvSpPr>
        <p:spPr/>
        <p:txBody>
          <a:bodyPr/>
          <a:lstStyle/>
          <a:p>
            <a:fld id="{507CC9FD-F0BE-4343-88E6-11D806760E48}" type="slidenum">
              <a:rPr lang="en-US" smtClean="0"/>
              <a:pPr/>
              <a:t>‹#›</a:t>
            </a:fld>
            <a:endParaRPr lang="en-US" dirty="0"/>
          </a:p>
        </p:txBody>
      </p:sp>
      <p:sp>
        <p:nvSpPr>
          <p:cNvPr id="30" name="Text Placeholder 29">
            <a:extLst>
              <a:ext uri="{FF2B5EF4-FFF2-40B4-BE49-F238E27FC236}">
                <a16:creationId xmlns:a16="http://schemas.microsoft.com/office/drawing/2014/main" id="{5DCE28D9-AC23-4E31-9484-082689437A08}"/>
              </a:ext>
            </a:extLst>
          </p:cNvPr>
          <p:cNvSpPr>
            <a:spLocks noGrp="1"/>
          </p:cNvSpPr>
          <p:nvPr>
            <p:ph type="body" sz="quarter" idx="13" hasCustomPrompt="1"/>
          </p:nvPr>
        </p:nvSpPr>
        <p:spPr>
          <a:xfrm>
            <a:off x="652463" y="1613262"/>
            <a:ext cx="1862137" cy="1386512"/>
          </a:xfrm>
          <a:prstGeom prst="rect">
            <a:avLst/>
          </a:prstGeom>
          <a:noFill/>
        </p:spPr>
        <p:txBody>
          <a:bodyPr wrap="square" lIns="91440" tIns="0" rIns="0" bIns="0" anchor="b">
            <a:noAutofit/>
          </a:bodyPr>
          <a:lstStyle>
            <a:lvl1pPr>
              <a:defRPr sz="1400">
                <a:solidFill>
                  <a:schemeClr val="tx2"/>
                </a:solidFill>
              </a:defRPr>
            </a:lvl1pPr>
            <a:lvl2pPr marL="228600" indent="0">
              <a:buNone/>
              <a:defRPr sz="1600"/>
            </a:lvl2pPr>
            <a:lvl3pPr>
              <a:defRPr sz="1400"/>
            </a:lvl3pPr>
            <a:lvl4pPr>
              <a:defRPr sz="1200"/>
            </a:lvl4pPr>
            <a:lvl5pPr>
              <a:defRPr sz="1100"/>
            </a:lvl5pPr>
          </a:lstStyle>
          <a:p>
            <a:pPr lvl="0"/>
            <a:r>
              <a:rPr lang="en-US" dirty="0"/>
              <a:t>[Insert text]</a:t>
            </a:r>
          </a:p>
        </p:txBody>
      </p:sp>
      <p:sp>
        <p:nvSpPr>
          <p:cNvPr id="46" name="Text Placeholder 45">
            <a:extLst>
              <a:ext uri="{FF2B5EF4-FFF2-40B4-BE49-F238E27FC236}">
                <a16:creationId xmlns:a16="http://schemas.microsoft.com/office/drawing/2014/main" id="{6791866A-12A6-46F1-B35B-04C5F6A2FEAD}"/>
              </a:ext>
            </a:extLst>
          </p:cNvPr>
          <p:cNvSpPr>
            <a:spLocks noGrp="1"/>
          </p:cNvSpPr>
          <p:nvPr>
            <p:ph type="body" sz="quarter" idx="14" hasCustomPrompt="1"/>
          </p:nvPr>
        </p:nvSpPr>
        <p:spPr>
          <a:xfrm>
            <a:off x="5016576" y="4016956"/>
            <a:ext cx="1865022" cy="1386512"/>
          </a:xfrm>
          <a:prstGeom prst="rect">
            <a:avLst/>
          </a:prstGeom>
          <a:noFill/>
        </p:spPr>
        <p:txBody>
          <a:bodyPr wrap="square" lIns="91440" tIns="0" rIns="0" bIns="0" anchor="t">
            <a:noAutofit/>
          </a:bodyPr>
          <a:lstStyle>
            <a:lvl1pPr>
              <a:defRPr sz="1400">
                <a:solidFill>
                  <a:schemeClr val="tx2"/>
                </a:solidFill>
              </a:defRPr>
            </a:lvl1pPr>
            <a:lvl2pPr marL="228600" indent="0">
              <a:buNone/>
              <a:defRPr sz="1600"/>
            </a:lvl2pPr>
            <a:lvl3pPr>
              <a:defRPr sz="1400"/>
            </a:lvl3pPr>
            <a:lvl4pPr>
              <a:defRPr sz="1200"/>
            </a:lvl4pPr>
            <a:lvl5pPr>
              <a:defRPr sz="1100"/>
            </a:lvl5pPr>
          </a:lstStyle>
          <a:p>
            <a:pPr lvl="0"/>
            <a:r>
              <a:rPr lang="en-US" dirty="0"/>
              <a:t>[Insert text]</a:t>
            </a:r>
          </a:p>
        </p:txBody>
      </p:sp>
      <p:sp>
        <p:nvSpPr>
          <p:cNvPr id="47" name="Text Placeholder 46">
            <a:extLst>
              <a:ext uri="{FF2B5EF4-FFF2-40B4-BE49-F238E27FC236}">
                <a16:creationId xmlns:a16="http://schemas.microsoft.com/office/drawing/2014/main" id="{D0481DA2-ADBB-45C2-BDB1-E3F0E097398E}"/>
              </a:ext>
            </a:extLst>
          </p:cNvPr>
          <p:cNvSpPr>
            <a:spLocks noGrp="1"/>
          </p:cNvSpPr>
          <p:nvPr>
            <p:ph type="body" sz="quarter" idx="15" hasCustomPrompt="1"/>
          </p:nvPr>
        </p:nvSpPr>
        <p:spPr>
          <a:xfrm>
            <a:off x="7182287" y="4016956"/>
            <a:ext cx="1865022" cy="1386512"/>
          </a:xfrm>
          <a:prstGeom prst="rect">
            <a:avLst/>
          </a:prstGeom>
          <a:noFill/>
        </p:spPr>
        <p:txBody>
          <a:bodyPr wrap="square" lIns="91440" tIns="0" rIns="0" bIns="0" anchor="t">
            <a:noAutofit/>
          </a:bodyPr>
          <a:lstStyle>
            <a:lvl1pPr>
              <a:defRPr sz="1400">
                <a:solidFill>
                  <a:schemeClr val="tx2"/>
                </a:solidFill>
              </a:defRPr>
            </a:lvl1pPr>
            <a:lvl2pPr marL="228600" indent="0">
              <a:buNone/>
              <a:defRPr sz="1600"/>
            </a:lvl2pPr>
            <a:lvl3pPr>
              <a:defRPr sz="1400"/>
            </a:lvl3pPr>
            <a:lvl4pPr>
              <a:defRPr sz="1200"/>
            </a:lvl4pPr>
            <a:lvl5pPr>
              <a:defRPr sz="1100"/>
            </a:lvl5pPr>
          </a:lstStyle>
          <a:p>
            <a:pPr lvl="0"/>
            <a:r>
              <a:rPr lang="en-US" dirty="0"/>
              <a:t>[Insert text]</a:t>
            </a:r>
          </a:p>
        </p:txBody>
      </p:sp>
      <p:sp>
        <p:nvSpPr>
          <p:cNvPr id="40" name="Text Placeholder 39">
            <a:extLst>
              <a:ext uri="{FF2B5EF4-FFF2-40B4-BE49-F238E27FC236}">
                <a16:creationId xmlns:a16="http://schemas.microsoft.com/office/drawing/2014/main" id="{F65EF6C1-F268-4E40-AF42-E8F73900971A}"/>
              </a:ext>
            </a:extLst>
          </p:cNvPr>
          <p:cNvSpPr>
            <a:spLocks noGrp="1"/>
          </p:cNvSpPr>
          <p:nvPr>
            <p:ph type="body" sz="quarter" idx="16" hasCustomPrompt="1"/>
          </p:nvPr>
        </p:nvSpPr>
        <p:spPr>
          <a:xfrm>
            <a:off x="2830042" y="1613262"/>
            <a:ext cx="1865022" cy="1386512"/>
          </a:xfrm>
          <a:prstGeom prst="rect">
            <a:avLst/>
          </a:prstGeom>
          <a:noFill/>
        </p:spPr>
        <p:txBody>
          <a:bodyPr wrap="square" lIns="91440" tIns="0" rIns="0" bIns="0" anchor="b">
            <a:noAutofit/>
          </a:bodyPr>
          <a:lstStyle>
            <a:lvl1pPr>
              <a:defRPr sz="1400">
                <a:solidFill>
                  <a:schemeClr val="tx2"/>
                </a:solidFill>
              </a:defRPr>
            </a:lvl1pPr>
            <a:lvl2pPr>
              <a:defRPr sz="1600"/>
            </a:lvl2pPr>
            <a:lvl3pPr>
              <a:defRPr sz="1400"/>
            </a:lvl3pPr>
            <a:lvl4pPr>
              <a:defRPr sz="1200"/>
            </a:lvl4pPr>
            <a:lvl5pPr>
              <a:defRPr sz="1100"/>
            </a:lvl5pPr>
          </a:lstStyle>
          <a:p>
            <a:pPr lvl="0"/>
            <a:r>
              <a:rPr lang="en-US" dirty="0"/>
              <a:t>[Insert text]</a:t>
            </a:r>
          </a:p>
        </p:txBody>
      </p:sp>
      <p:sp>
        <p:nvSpPr>
          <p:cNvPr id="43" name="Text Placeholder 42">
            <a:extLst>
              <a:ext uri="{FF2B5EF4-FFF2-40B4-BE49-F238E27FC236}">
                <a16:creationId xmlns:a16="http://schemas.microsoft.com/office/drawing/2014/main" id="{42A1221E-E83A-4BF8-B8DE-FA5240885D34}"/>
              </a:ext>
            </a:extLst>
          </p:cNvPr>
          <p:cNvSpPr>
            <a:spLocks noGrp="1"/>
          </p:cNvSpPr>
          <p:nvPr>
            <p:ph type="body" sz="quarter" idx="17" hasCustomPrompt="1"/>
          </p:nvPr>
        </p:nvSpPr>
        <p:spPr>
          <a:xfrm>
            <a:off x="9363340" y="1613262"/>
            <a:ext cx="1865022" cy="1386512"/>
          </a:xfrm>
          <a:prstGeom prst="rect">
            <a:avLst/>
          </a:prstGeom>
          <a:noFill/>
        </p:spPr>
        <p:txBody>
          <a:bodyPr wrap="square" lIns="91440" tIns="0" rIns="0" bIns="0" anchor="b">
            <a:noAutofit/>
          </a:bodyPr>
          <a:lstStyle>
            <a:lvl1pPr>
              <a:defRPr sz="1400">
                <a:solidFill>
                  <a:schemeClr val="tx2"/>
                </a:solidFill>
              </a:defRPr>
            </a:lvl1pPr>
            <a:lvl2pPr marL="228600" indent="0">
              <a:buNone/>
              <a:defRPr sz="1600"/>
            </a:lvl2pPr>
            <a:lvl3pPr>
              <a:defRPr sz="1400"/>
            </a:lvl3pPr>
            <a:lvl4pPr>
              <a:defRPr sz="1200"/>
            </a:lvl4pPr>
            <a:lvl5pPr>
              <a:defRPr sz="1100"/>
            </a:lvl5pPr>
          </a:lstStyle>
          <a:p>
            <a:pPr lvl="0"/>
            <a:r>
              <a:rPr lang="en-US" dirty="0"/>
              <a:t>[Insert text]</a:t>
            </a:r>
          </a:p>
        </p:txBody>
      </p:sp>
      <p:sp>
        <p:nvSpPr>
          <p:cNvPr id="45" name="Text Placeholder 44">
            <a:extLst>
              <a:ext uri="{FF2B5EF4-FFF2-40B4-BE49-F238E27FC236}">
                <a16:creationId xmlns:a16="http://schemas.microsoft.com/office/drawing/2014/main" id="{0032F926-1D38-404D-B09D-F794CA91F9AB}"/>
              </a:ext>
            </a:extLst>
          </p:cNvPr>
          <p:cNvSpPr>
            <a:spLocks noGrp="1"/>
          </p:cNvSpPr>
          <p:nvPr>
            <p:ph type="body" sz="quarter" idx="18" hasCustomPrompt="1"/>
          </p:nvPr>
        </p:nvSpPr>
        <p:spPr>
          <a:xfrm>
            <a:off x="2830042" y="4016956"/>
            <a:ext cx="1865022" cy="1386512"/>
          </a:xfrm>
          <a:prstGeom prst="rect">
            <a:avLst/>
          </a:prstGeom>
          <a:noFill/>
        </p:spPr>
        <p:txBody>
          <a:bodyPr wrap="square" lIns="91440" tIns="0" rIns="0" bIns="0" anchor="t">
            <a:noAutofit/>
          </a:bodyPr>
          <a:lstStyle>
            <a:lvl1pPr>
              <a:defRPr sz="1400">
                <a:solidFill>
                  <a:schemeClr val="tx2"/>
                </a:solidFill>
              </a:defRPr>
            </a:lvl1pPr>
            <a:lvl2pPr marL="228600" indent="0">
              <a:buNone/>
              <a:defRPr sz="1600"/>
            </a:lvl2pPr>
            <a:lvl3pPr>
              <a:defRPr sz="1400"/>
            </a:lvl3pPr>
            <a:lvl4pPr>
              <a:defRPr sz="1200"/>
            </a:lvl4pPr>
            <a:lvl5pPr>
              <a:defRPr sz="1100"/>
            </a:lvl5pPr>
          </a:lstStyle>
          <a:p>
            <a:pPr lvl="0"/>
            <a:r>
              <a:rPr lang="en-US" dirty="0"/>
              <a:t>[Insert text]</a:t>
            </a:r>
          </a:p>
        </p:txBody>
      </p:sp>
      <p:sp>
        <p:nvSpPr>
          <p:cNvPr id="41" name="Text Placeholder 40">
            <a:extLst>
              <a:ext uri="{FF2B5EF4-FFF2-40B4-BE49-F238E27FC236}">
                <a16:creationId xmlns:a16="http://schemas.microsoft.com/office/drawing/2014/main" id="{D788EC05-5918-48E0-99FC-B5ED16550AA6}"/>
              </a:ext>
            </a:extLst>
          </p:cNvPr>
          <p:cNvSpPr>
            <a:spLocks noGrp="1"/>
          </p:cNvSpPr>
          <p:nvPr>
            <p:ph type="body" sz="quarter" idx="19" hasCustomPrompt="1"/>
          </p:nvPr>
        </p:nvSpPr>
        <p:spPr>
          <a:xfrm>
            <a:off x="5016576" y="1613262"/>
            <a:ext cx="1865022" cy="1386512"/>
          </a:xfrm>
          <a:prstGeom prst="rect">
            <a:avLst/>
          </a:prstGeom>
          <a:noFill/>
        </p:spPr>
        <p:txBody>
          <a:bodyPr wrap="square" lIns="91440" tIns="0" rIns="0" bIns="0" anchor="b">
            <a:noAutofit/>
          </a:bodyPr>
          <a:lstStyle>
            <a:lvl1pPr>
              <a:defRPr sz="1400">
                <a:solidFill>
                  <a:schemeClr val="tx2"/>
                </a:solidFill>
              </a:defRPr>
            </a:lvl1pPr>
            <a:lvl2pPr>
              <a:defRPr sz="1600"/>
            </a:lvl2pPr>
            <a:lvl3pPr>
              <a:defRPr sz="1400"/>
            </a:lvl3pPr>
            <a:lvl4pPr>
              <a:defRPr sz="1200"/>
            </a:lvl4pPr>
            <a:lvl5pPr>
              <a:defRPr sz="1100"/>
            </a:lvl5pPr>
          </a:lstStyle>
          <a:p>
            <a:pPr lvl="0"/>
            <a:r>
              <a:rPr lang="en-US" dirty="0"/>
              <a:t>[Insert text]</a:t>
            </a:r>
          </a:p>
        </p:txBody>
      </p:sp>
      <p:sp>
        <p:nvSpPr>
          <p:cNvPr id="42" name="Text Placeholder 41">
            <a:extLst>
              <a:ext uri="{FF2B5EF4-FFF2-40B4-BE49-F238E27FC236}">
                <a16:creationId xmlns:a16="http://schemas.microsoft.com/office/drawing/2014/main" id="{52E642F3-886C-4D6D-978D-7CE2950BA7D5}"/>
              </a:ext>
            </a:extLst>
          </p:cNvPr>
          <p:cNvSpPr>
            <a:spLocks noGrp="1"/>
          </p:cNvSpPr>
          <p:nvPr>
            <p:ph type="body" sz="quarter" idx="20" hasCustomPrompt="1"/>
          </p:nvPr>
        </p:nvSpPr>
        <p:spPr>
          <a:xfrm>
            <a:off x="7182287" y="1613262"/>
            <a:ext cx="1865022" cy="1386512"/>
          </a:xfrm>
          <a:prstGeom prst="rect">
            <a:avLst/>
          </a:prstGeom>
          <a:noFill/>
        </p:spPr>
        <p:txBody>
          <a:bodyPr wrap="square" lIns="91440" tIns="0" rIns="0" bIns="0" anchor="b">
            <a:noAutofit/>
          </a:bodyPr>
          <a:lstStyle>
            <a:lvl1pPr>
              <a:defRPr sz="1400">
                <a:solidFill>
                  <a:schemeClr val="tx2"/>
                </a:solidFill>
              </a:defRPr>
            </a:lvl1pPr>
            <a:lvl2pPr marL="228600" indent="0">
              <a:buNone/>
              <a:defRPr sz="1600"/>
            </a:lvl2pPr>
            <a:lvl3pPr>
              <a:defRPr sz="1400"/>
            </a:lvl3pPr>
            <a:lvl4pPr>
              <a:defRPr sz="1200"/>
            </a:lvl4pPr>
            <a:lvl5pPr>
              <a:defRPr sz="1100"/>
            </a:lvl5pPr>
          </a:lstStyle>
          <a:p>
            <a:pPr lvl="0"/>
            <a:r>
              <a:rPr lang="en-US" dirty="0"/>
              <a:t>[Insert text]</a:t>
            </a:r>
          </a:p>
        </p:txBody>
      </p:sp>
      <p:sp>
        <p:nvSpPr>
          <p:cNvPr id="44" name="Text Placeholder 43">
            <a:extLst>
              <a:ext uri="{FF2B5EF4-FFF2-40B4-BE49-F238E27FC236}">
                <a16:creationId xmlns:a16="http://schemas.microsoft.com/office/drawing/2014/main" id="{109B01AC-4063-4659-AF62-D588C2F33D17}"/>
              </a:ext>
            </a:extLst>
          </p:cNvPr>
          <p:cNvSpPr>
            <a:spLocks noGrp="1"/>
          </p:cNvSpPr>
          <p:nvPr>
            <p:ph type="body" sz="quarter" idx="21" hasCustomPrompt="1"/>
          </p:nvPr>
        </p:nvSpPr>
        <p:spPr>
          <a:xfrm>
            <a:off x="652463" y="4016956"/>
            <a:ext cx="1865022" cy="1386512"/>
          </a:xfrm>
          <a:prstGeom prst="rect">
            <a:avLst/>
          </a:prstGeom>
          <a:noFill/>
        </p:spPr>
        <p:txBody>
          <a:bodyPr wrap="square" lIns="91440" tIns="0" rIns="0" bIns="0" anchor="t">
            <a:noAutofit/>
          </a:bodyPr>
          <a:lstStyle>
            <a:lvl1pPr>
              <a:defRPr sz="1400">
                <a:solidFill>
                  <a:schemeClr val="tx2"/>
                </a:solidFill>
              </a:defRPr>
            </a:lvl1pPr>
            <a:lvl2pPr marL="228600" indent="0">
              <a:buNone/>
              <a:defRPr sz="1600"/>
            </a:lvl2pPr>
            <a:lvl3pPr>
              <a:defRPr sz="1400"/>
            </a:lvl3pPr>
            <a:lvl4pPr>
              <a:defRPr sz="1200"/>
            </a:lvl4pPr>
            <a:lvl5pPr>
              <a:defRPr sz="1100"/>
            </a:lvl5pPr>
          </a:lstStyle>
          <a:p>
            <a:pPr lvl="0"/>
            <a:r>
              <a:rPr lang="en-US" dirty="0"/>
              <a:t>[Insert text]</a:t>
            </a:r>
          </a:p>
        </p:txBody>
      </p:sp>
      <p:cxnSp>
        <p:nvCxnSpPr>
          <p:cNvPr id="7" name="Straight Connector 6">
            <a:extLst>
              <a:ext uri="{FF2B5EF4-FFF2-40B4-BE49-F238E27FC236}">
                <a16:creationId xmlns:a16="http://schemas.microsoft.com/office/drawing/2014/main" id="{7E671D35-7C29-423D-B542-0F586763C790}"/>
              </a:ext>
            </a:extLst>
          </p:cNvPr>
          <p:cNvCxnSpPr>
            <a:cxnSpLocks/>
          </p:cNvCxnSpPr>
          <p:nvPr userDrawn="1"/>
        </p:nvCxnSpPr>
        <p:spPr>
          <a:xfrm>
            <a:off x="652463" y="3657600"/>
            <a:ext cx="10883900" cy="0"/>
          </a:xfrm>
          <a:prstGeom prst="line">
            <a:avLst/>
          </a:prstGeom>
          <a:ln w="9525"/>
        </p:spPr>
        <p:style>
          <a:lnRef idx="1">
            <a:schemeClr val="accent1"/>
          </a:lnRef>
          <a:fillRef idx="0">
            <a:schemeClr val="accent1"/>
          </a:fillRef>
          <a:effectRef idx="0">
            <a:schemeClr val="accent1"/>
          </a:effectRef>
          <a:fontRef idx="minor">
            <a:schemeClr val="tx1"/>
          </a:fontRef>
        </p:style>
      </p:cxnSp>
      <p:sp>
        <p:nvSpPr>
          <p:cNvPr id="10" name="Text Placeholder 9">
            <a:extLst>
              <a:ext uri="{FF2B5EF4-FFF2-40B4-BE49-F238E27FC236}">
                <a16:creationId xmlns:a16="http://schemas.microsoft.com/office/drawing/2014/main" id="{E64C6647-B079-446B-AA8D-5B4DFB59404B}"/>
              </a:ext>
            </a:extLst>
          </p:cNvPr>
          <p:cNvSpPr>
            <a:spLocks noGrp="1"/>
          </p:cNvSpPr>
          <p:nvPr>
            <p:ph type="body" sz="quarter" idx="22" hasCustomPrompt="1"/>
          </p:nvPr>
        </p:nvSpPr>
        <p:spPr>
          <a:xfrm>
            <a:off x="9363340" y="4016956"/>
            <a:ext cx="1865022" cy="1386512"/>
          </a:xfrm>
        </p:spPr>
        <p:txBody>
          <a:bodyPr anchor="t">
            <a:noAutofit/>
          </a:bodyPr>
          <a:lstStyle>
            <a:lvl1pPr>
              <a:defRPr sz="1400"/>
            </a:lvl1pPr>
            <a:lvl2pPr marL="228600" indent="0">
              <a:buNone/>
              <a:defRPr/>
            </a:lvl2pPr>
          </a:lstStyle>
          <a:p>
            <a:pPr lvl="0"/>
            <a:r>
              <a:rPr lang="en-US" dirty="0"/>
              <a:t>[Insert text]</a:t>
            </a:r>
          </a:p>
        </p:txBody>
      </p:sp>
      <p:sp>
        <p:nvSpPr>
          <p:cNvPr id="14" name="Text Placeholder 13">
            <a:extLst>
              <a:ext uri="{FF2B5EF4-FFF2-40B4-BE49-F238E27FC236}">
                <a16:creationId xmlns:a16="http://schemas.microsoft.com/office/drawing/2014/main" id="{C11D1857-A729-4929-8734-503DD3D681BB}"/>
              </a:ext>
            </a:extLst>
          </p:cNvPr>
          <p:cNvSpPr>
            <a:spLocks noGrp="1"/>
          </p:cNvSpPr>
          <p:nvPr>
            <p:ph type="body" sz="quarter" idx="23" hasCustomPrompt="1"/>
          </p:nvPr>
        </p:nvSpPr>
        <p:spPr>
          <a:xfrm>
            <a:off x="652463" y="3272241"/>
            <a:ext cx="1865376" cy="365760"/>
          </a:xfrm>
          <a:prstGeom prst="rect">
            <a:avLst/>
          </a:prstGeom>
          <a:ln>
            <a:noFill/>
            <a:bevel/>
            <a:headEnd type="none" w="med" len="med"/>
            <a:tailEnd type="none" w="med" len="med"/>
          </a:ln>
        </p:spPr>
        <p:txBody>
          <a:bodyPr lIns="91440" anchor="ctr">
            <a:noAutofit/>
          </a:bodyPr>
          <a:lstStyle>
            <a:lvl1pPr marL="0" indent="0">
              <a:buNone/>
              <a:defRPr sz="1400">
                <a:solidFill>
                  <a:schemeClr val="accent6"/>
                </a:solidFill>
                <a:latin typeface="+mj-lt"/>
              </a:defRPr>
            </a:lvl1pPr>
          </a:lstStyle>
          <a:p>
            <a:pPr lvl="0"/>
            <a:r>
              <a:rPr lang="en-US" dirty="0"/>
              <a:t>[Year]</a:t>
            </a:r>
          </a:p>
        </p:txBody>
      </p:sp>
      <p:sp>
        <p:nvSpPr>
          <p:cNvPr id="16" name="Text Placeholder 15">
            <a:extLst>
              <a:ext uri="{FF2B5EF4-FFF2-40B4-BE49-F238E27FC236}">
                <a16:creationId xmlns:a16="http://schemas.microsoft.com/office/drawing/2014/main" id="{5E80E44C-4A2D-4661-AD22-BB24C15D3DF4}"/>
              </a:ext>
            </a:extLst>
          </p:cNvPr>
          <p:cNvSpPr>
            <a:spLocks noGrp="1"/>
          </p:cNvSpPr>
          <p:nvPr>
            <p:ph type="body" sz="quarter" idx="24" hasCustomPrompt="1"/>
          </p:nvPr>
        </p:nvSpPr>
        <p:spPr>
          <a:xfrm>
            <a:off x="2830042" y="3272241"/>
            <a:ext cx="1865376" cy="365760"/>
          </a:xfrm>
        </p:spPr>
        <p:txBody>
          <a:bodyPr lIns="91440" anchor="ctr">
            <a:noAutofit/>
          </a:bodyPr>
          <a:lstStyle>
            <a:lvl1pPr marL="0" indent="0">
              <a:buNone/>
              <a:defRPr sz="1400">
                <a:solidFill>
                  <a:schemeClr val="accent6"/>
                </a:solidFill>
                <a:latin typeface="+mj-lt"/>
              </a:defRPr>
            </a:lvl1pPr>
          </a:lstStyle>
          <a:p>
            <a:pPr lvl="0"/>
            <a:r>
              <a:rPr lang="en-US" dirty="0"/>
              <a:t>[Year]</a:t>
            </a:r>
          </a:p>
        </p:txBody>
      </p:sp>
      <p:sp>
        <p:nvSpPr>
          <p:cNvPr id="18" name="Text Placeholder 17">
            <a:extLst>
              <a:ext uri="{FF2B5EF4-FFF2-40B4-BE49-F238E27FC236}">
                <a16:creationId xmlns:a16="http://schemas.microsoft.com/office/drawing/2014/main" id="{7CB43FDB-A6F2-4060-91A6-8E96774AD2E7}"/>
              </a:ext>
            </a:extLst>
          </p:cNvPr>
          <p:cNvSpPr>
            <a:spLocks noGrp="1"/>
          </p:cNvSpPr>
          <p:nvPr>
            <p:ph type="body" sz="quarter" idx="25" hasCustomPrompt="1"/>
          </p:nvPr>
        </p:nvSpPr>
        <p:spPr>
          <a:xfrm>
            <a:off x="5016575" y="3272241"/>
            <a:ext cx="1865376" cy="365760"/>
          </a:xfrm>
        </p:spPr>
        <p:txBody>
          <a:bodyPr lIns="91440" anchor="ctr">
            <a:noAutofit/>
          </a:bodyPr>
          <a:lstStyle>
            <a:lvl1pPr marL="0" indent="0">
              <a:buNone/>
              <a:defRPr sz="1400">
                <a:solidFill>
                  <a:schemeClr val="accent6"/>
                </a:solidFill>
                <a:latin typeface="+mj-lt"/>
              </a:defRPr>
            </a:lvl1pPr>
          </a:lstStyle>
          <a:p>
            <a:pPr lvl="0"/>
            <a:r>
              <a:rPr lang="en-US" dirty="0"/>
              <a:t>[Year]</a:t>
            </a:r>
          </a:p>
        </p:txBody>
      </p:sp>
      <p:sp>
        <p:nvSpPr>
          <p:cNvPr id="20" name="Text Placeholder 19">
            <a:extLst>
              <a:ext uri="{FF2B5EF4-FFF2-40B4-BE49-F238E27FC236}">
                <a16:creationId xmlns:a16="http://schemas.microsoft.com/office/drawing/2014/main" id="{2F1F0739-9660-4447-B3E7-73C480F03266}"/>
              </a:ext>
            </a:extLst>
          </p:cNvPr>
          <p:cNvSpPr>
            <a:spLocks noGrp="1"/>
          </p:cNvSpPr>
          <p:nvPr>
            <p:ph type="body" sz="quarter" idx="26" hasCustomPrompt="1"/>
          </p:nvPr>
        </p:nvSpPr>
        <p:spPr>
          <a:xfrm>
            <a:off x="7182286" y="3272241"/>
            <a:ext cx="1865376" cy="365760"/>
          </a:xfrm>
        </p:spPr>
        <p:txBody>
          <a:bodyPr lIns="91440" anchor="ctr">
            <a:noAutofit/>
          </a:bodyPr>
          <a:lstStyle>
            <a:lvl1pPr marL="0" indent="0">
              <a:buNone/>
              <a:defRPr sz="1400">
                <a:solidFill>
                  <a:schemeClr val="accent6"/>
                </a:solidFill>
                <a:latin typeface="+mj-lt"/>
              </a:defRPr>
            </a:lvl1pPr>
          </a:lstStyle>
          <a:p>
            <a:pPr lvl="0"/>
            <a:r>
              <a:rPr lang="en-US" dirty="0"/>
              <a:t>[Year]</a:t>
            </a:r>
          </a:p>
        </p:txBody>
      </p:sp>
      <p:sp>
        <p:nvSpPr>
          <p:cNvPr id="22" name="Text Placeholder 21">
            <a:extLst>
              <a:ext uri="{FF2B5EF4-FFF2-40B4-BE49-F238E27FC236}">
                <a16:creationId xmlns:a16="http://schemas.microsoft.com/office/drawing/2014/main" id="{ABB6C881-9C1D-4D94-AE7C-212446E928BA}"/>
              </a:ext>
            </a:extLst>
          </p:cNvPr>
          <p:cNvSpPr>
            <a:spLocks noGrp="1"/>
          </p:cNvSpPr>
          <p:nvPr>
            <p:ph type="body" sz="quarter" idx="27" hasCustomPrompt="1"/>
          </p:nvPr>
        </p:nvSpPr>
        <p:spPr>
          <a:xfrm>
            <a:off x="9363339" y="3272241"/>
            <a:ext cx="1865376" cy="365760"/>
          </a:xfrm>
        </p:spPr>
        <p:txBody>
          <a:bodyPr lIns="91440" anchor="ctr">
            <a:noAutofit/>
          </a:bodyPr>
          <a:lstStyle>
            <a:lvl1pPr marL="0" indent="0">
              <a:buNone/>
              <a:defRPr sz="1400">
                <a:solidFill>
                  <a:schemeClr val="accent6"/>
                </a:solidFill>
                <a:latin typeface="+mj-lt"/>
              </a:defRPr>
            </a:lvl1pPr>
          </a:lstStyle>
          <a:p>
            <a:pPr lvl="0"/>
            <a:r>
              <a:rPr lang="en-US" dirty="0"/>
              <a:t>[Year]</a:t>
            </a:r>
          </a:p>
        </p:txBody>
      </p:sp>
      <p:cxnSp>
        <p:nvCxnSpPr>
          <p:cNvPr id="27" name="Straight Connector 26">
            <a:extLst>
              <a:ext uri="{FF2B5EF4-FFF2-40B4-BE49-F238E27FC236}">
                <a16:creationId xmlns:a16="http://schemas.microsoft.com/office/drawing/2014/main" id="{B4469A45-AC07-4939-BD36-B7C8309EBD6D}"/>
              </a:ext>
            </a:extLst>
          </p:cNvPr>
          <p:cNvCxnSpPr>
            <a:cxnSpLocks/>
          </p:cNvCxnSpPr>
          <p:nvPr userDrawn="1"/>
        </p:nvCxnSpPr>
        <p:spPr>
          <a:xfrm>
            <a:off x="652463" y="3048000"/>
            <a:ext cx="0" cy="920167"/>
          </a:xfrm>
          <a:prstGeom prst="line">
            <a:avLst/>
          </a:prstGeom>
          <a:ln w="9525"/>
        </p:spPr>
        <p:style>
          <a:lnRef idx="1">
            <a:schemeClr val="accent1"/>
          </a:lnRef>
          <a:fillRef idx="0">
            <a:schemeClr val="accent1"/>
          </a:fillRef>
          <a:effectRef idx="0">
            <a:schemeClr val="accent1"/>
          </a:effectRef>
          <a:fontRef idx="minor">
            <a:schemeClr val="tx1"/>
          </a:fontRef>
        </p:style>
      </p:cxnSp>
      <p:cxnSp>
        <p:nvCxnSpPr>
          <p:cNvPr id="39" name="Straight Connector 38">
            <a:extLst>
              <a:ext uri="{FF2B5EF4-FFF2-40B4-BE49-F238E27FC236}">
                <a16:creationId xmlns:a16="http://schemas.microsoft.com/office/drawing/2014/main" id="{EA1CD60C-6072-4BF3-98B8-99C49F48F12B}"/>
              </a:ext>
            </a:extLst>
          </p:cNvPr>
          <p:cNvCxnSpPr>
            <a:cxnSpLocks/>
          </p:cNvCxnSpPr>
          <p:nvPr userDrawn="1"/>
        </p:nvCxnSpPr>
        <p:spPr>
          <a:xfrm>
            <a:off x="2830042" y="3048000"/>
            <a:ext cx="0" cy="920167"/>
          </a:xfrm>
          <a:prstGeom prst="line">
            <a:avLst/>
          </a:prstGeom>
          <a:ln w="9525"/>
        </p:spPr>
        <p:style>
          <a:lnRef idx="1">
            <a:schemeClr val="accent1"/>
          </a:lnRef>
          <a:fillRef idx="0">
            <a:schemeClr val="accent1"/>
          </a:fillRef>
          <a:effectRef idx="0">
            <a:schemeClr val="accent1"/>
          </a:effectRef>
          <a:fontRef idx="minor">
            <a:schemeClr val="tx1"/>
          </a:fontRef>
        </p:style>
      </p:cxnSp>
      <p:cxnSp>
        <p:nvCxnSpPr>
          <p:cNvPr id="48" name="Straight Connector 47">
            <a:extLst>
              <a:ext uri="{FF2B5EF4-FFF2-40B4-BE49-F238E27FC236}">
                <a16:creationId xmlns:a16="http://schemas.microsoft.com/office/drawing/2014/main" id="{1BA9941D-6D6D-462F-B0C7-FDE8FB232F17}"/>
              </a:ext>
            </a:extLst>
          </p:cNvPr>
          <p:cNvCxnSpPr>
            <a:cxnSpLocks/>
          </p:cNvCxnSpPr>
          <p:nvPr userDrawn="1"/>
        </p:nvCxnSpPr>
        <p:spPr>
          <a:xfrm>
            <a:off x="5010150" y="3048000"/>
            <a:ext cx="0" cy="920167"/>
          </a:xfrm>
          <a:prstGeom prst="line">
            <a:avLst/>
          </a:prstGeom>
          <a:ln w="9525"/>
        </p:spPr>
        <p:style>
          <a:lnRef idx="1">
            <a:schemeClr val="accent1"/>
          </a:lnRef>
          <a:fillRef idx="0">
            <a:schemeClr val="accent1"/>
          </a:fillRef>
          <a:effectRef idx="0">
            <a:schemeClr val="accent1"/>
          </a:effectRef>
          <a:fontRef idx="minor">
            <a:schemeClr val="tx1"/>
          </a:fontRef>
        </p:style>
      </p:cxnSp>
      <p:cxnSp>
        <p:nvCxnSpPr>
          <p:cNvPr id="49" name="Straight Connector 48">
            <a:extLst>
              <a:ext uri="{FF2B5EF4-FFF2-40B4-BE49-F238E27FC236}">
                <a16:creationId xmlns:a16="http://schemas.microsoft.com/office/drawing/2014/main" id="{03AEC5B3-F4A2-434A-A88D-D6EB5EEFD11C}"/>
              </a:ext>
            </a:extLst>
          </p:cNvPr>
          <p:cNvCxnSpPr>
            <a:cxnSpLocks/>
          </p:cNvCxnSpPr>
          <p:nvPr userDrawn="1"/>
        </p:nvCxnSpPr>
        <p:spPr>
          <a:xfrm>
            <a:off x="7178675" y="3048000"/>
            <a:ext cx="0" cy="920167"/>
          </a:xfrm>
          <a:prstGeom prst="line">
            <a:avLst/>
          </a:prstGeom>
          <a:ln w="9525"/>
        </p:spPr>
        <p:style>
          <a:lnRef idx="1">
            <a:schemeClr val="accent1"/>
          </a:lnRef>
          <a:fillRef idx="0">
            <a:schemeClr val="accent1"/>
          </a:fillRef>
          <a:effectRef idx="0">
            <a:schemeClr val="accent1"/>
          </a:effectRef>
          <a:fontRef idx="minor">
            <a:schemeClr val="tx1"/>
          </a:fontRef>
        </p:style>
      </p:cxnSp>
      <p:cxnSp>
        <p:nvCxnSpPr>
          <p:cNvPr id="50" name="Straight Connector 49">
            <a:extLst>
              <a:ext uri="{FF2B5EF4-FFF2-40B4-BE49-F238E27FC236}">
                <a16:creationId xmlns:a16="http://schemas.microsoft.com/office/drawing/2014/main" id="{2D0FF1AE-B051-43C4-B478-25C9FF963716}"/>
              </a:ext>
            </a:extLst>
          </p:cNvPr>
          <p:cNvCxnSpPr>
            <a:cxnSpLocks/>
          </p:cNvCxnSpPr>
          <p:nvPr userDrawn="1"/>
        </p:nvCxnSpPr>
        <p:spPr>
          <a:xfrm>
            <a:off x="9359900" y="3048000"/>
            <a:ext cx="0" cy="920167"/>
          </a:xfrm>
          <a:prstGeom prst="line">
            <a:avLst/>
          </a:prstGeom>
          <a:ln w="9525"/>
        </p:spPr>
        <p:style>
          <a:lnRef idx="1">
            <a:schemeClr val="accent1"/>
          </a:lnRef>
          <a:fillRef idx="0">
            <a:schemeClr val="accent1"/>
          </a:fillRef>
          <a:effectRef idx="0">
            <a:schemeClr val="accent1"/>
          </a:effectRef>
          <a:fontRef idx="minor">
            <a:schemeClr val="tx1"/>
          </a:fontRef>
        </p:style>
      </p:cxnSp>
      <p:sp>
        <p:nvSpPr>
          <p:cNvPr id="31" name="Rectangle 30">
            <a:extLst>
              <a:ext uri="{FF2B5EF4-FFF2-40B4-BE49-F238E27FC236}">
                <a16:creationId xmlns:a16="http://schemas.microsoft.com/office/drawing/2014/main" id="{94347A8D-8D3D-470C-B3AF-EE5654AD31C2}"/>
              </a:ext>
            </a:extLst>
          </p:cNvPr>
          <p:cNvSpPr/>
          <p:nvPr userDrawn="1"/>
        </p:nvSpPr>
        <p:spPr>
          <a:xfrm>
            <a:off x="9321800" y="3619500"/>
            <a:ext cx="76200" cy="76200"/>
          </a:xfrm>
          <a:prstGeom prst="rect">
            <a:avLst/>
          </a:prstGeom>
          <a:solidFill>
            <a:srgbClr val="F36D2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1" name="Rectangle 50">
            <a:extLst>
              <a:ext uri="{FF2B5EF4-FFF2-40B4-BE49-F238E27FC236}">
                <a16:creationId xmlns:a16="http://schemas.microsoft.com/office/drawing/2014/main" id="{3066184E-51B6-47D7-AE97-17999DAFCC5E}"/>
              </a:ext>
            </a:extLst>
          </p:cNvPr>
          <p:cNvSpPr/>
          <p:nvPr userDrawn="1"/>
        </p:nvSpPr>
        <p:spPr>
          <a:xfrm>
            <a:off x="7140575" y="3619500"/>
            <a:ext cx="76200" cy="76200"/>
          </a:xfrm>
          <a:prstGeom prst="rect">
            <a:avLst/>
          </a:prstGeom>
          <a:solidFill>
            <a:srgbClr val="F36D2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2" name="Rectangle 51">
            <a:extLst>
              <a:ext uri="{FF2B5EF4-FFF2-40B4-BE49-F238E27FC236}">
                <a16:creationId xmlns:a16="http://schemas.microsoft.com/office/drawing/2014/main" id="{C6C33653-7B96-48E2-A96C-A8941F5EA7CB}"/>
              </a:ext>
            </a:extLst>
          </p:cNvPr>
          <p:cNvSpPr/>
          <p:nvPr userDrawn="1"/>
        </p:nvSpPr>
        <p:spPr>
          <a:xfrm>
            <a:off x="4972050" y="3619500"/>
            <a:ext cx="76200" cy="76200"/>
          </a:xfrm>
          <a:prstGeom prst="rect">
            <a:avLst/>
          </a:prstGeom>
          <a:solidFill>
            <a:srgbClr val="F36D2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3" name="Rectangle 52">
            <a:extLst>
              <a:ext uri="{FF2B5EF4-FFF2-40B4-BE49-F238E27FC236}">
                <a16:creationId xmlns:a16="http://schemas.microsoft.com/office/drawing/2014/main" id="{EF5A9EBB-AD97-432E-B603-644FB25C4F7B}"/>
              </a:ext>
            </a:extLst>
          </p:cNvPr>
          <p:cNvSpPr/>
          <p:nvPr userDrawn="1"/>
        </p:nvSpPr>
        <p:spPr>
          <a:xfrm>
            <a:off x="2794799" y="3619500"/>
            <a:ext cx="76200" cy="76200"/>
          </a:xfrm>
          <a:prstGeom prst="rect">
            <a:avLst/>
          </a:prstGeom>
          <a:solidFill>
            <a:srgbClr val="F36D2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4" name="Rectangle 53">
            <a:extLst>
              <a:ext uri="{FF2B5EF4-FFF2-40B4-BE49-F238E27FC236}">
                <a16:creationId xmlns:a16="http://schemas.microsoft.com/office/drawing/2014/main" id="{B6D0AD25-E239-4962-BC9B-8F79D23F7F92}"/>
              </a:ext>
            </a:extLst>
          </p:cNvPr>
          <p:cNvSpPr/>
          <p:nvPr userDrawn="1"/>
        </p:nvSpPr>
        <p:spPr>
          <a:xfrm>
            <a:off x="614363" y="3619500"/>
            <a:ext cx="76200" cy="76200"/>
          </a:xfrm>
          <a:prstGeom prst="rect">
            <a:avLst/>
          </a:prstGeom>
          <a:solidFill>
            <a:srgbClr val="F36D2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75024012"/>
      </p:ext>
    </p:extLst>
  </p:cSld>
  <p:clrMapOvr>
    <a:masterClrMapping/>
  </p:clrMapOvr>
  <p:extLst>
    <p:ext uri="{DCECCB84-F9BA-43D5-87BE-67443E8EF086}">
      <p15:sldGuideLst xmlns:p15="http://schemas.microsoft.com/office/powerpoint/2012/main">
        <p15:guide id="1" pos="3156">
          <p15:clr>
            <a:srgbClr val="FBAE40"/>
          </p15:clr>
        </p15:guide>
        <p15:guide id="2" pos="1781">
          <p15:clr>
            <a:srgbClr val="FBAE40"/>
          </p15:clr>
        </p15:guide>
        <p15:guide id="3" pos="4522">
          <p15:clr>
            <a:srgbClr val="FBAE40"/>
          </p15:clr>
        </p15:guide>
        <p15:guide id="4" pos="5896">
          <p15:clr>
            <a:srgbClr val="FBAE40"/>
          </p15:clr>
        </p15:guide>
      </p15:sldGuideLst>
    </p:ext>
  </p:extLst>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Timeline - Movabl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C52C78D-46EF-4E59-AF5C-1B55CBC3603C}"/>
              </a:ext>
            </a:extLst>
          </p:cNvPr>
          <p:cNvSpPr>
            <a:spLocks noGrp="1"/>
          </p:cNvSpPr>
          <p:nvPr>
            <p:ph type="title" hasCustomPrompt="1"/>
          </p:nvPr>
        </p:nvSpPr>
        <p:spPr/>
        <p:txBody>
          <a:bodyPr/>
          <a:lstStyle/>
          <a:p>
            <a:r>
              <a:rPr lang="en-GB" dirty="0"/>
              <a:t>Click to edit master title style</a:t>
            </a:r>
            <a:endParaRPr lang="en-US" dirty="0"/>
          </a:p>
        </p:txBody>
      </p:sp>
      <p:sp>
        <p:nvSpPr>
          <p:cNvPr id="3" name="Date Placeholder 2">
            <a:extLst>
              <a:ext uri="{FF2B5EF4-FFF2-40B4-BE49-F238E27FC236}">
                <a16:creationId xmlns:a16="http://schemas.microsoft.com/office/drawing/2014/main" id="{D449FF86-ABF9-4337-BDBB-FDCE34B0493F}"/>
              </a:ext>
            </a:extLst>
          </p:cNvPr>
          <p:cNvSpPr>
            <a:spLocks noGrp="1"/>
          </p:cNvSpPr>
          <p:nvPr>
            <p:ph type="dt" sz="half" idx="10"/>
          </p:nvPr>
        </p:nvSpPr>
        <p:spPr/>
        <p:txBody>
          <a:bodyPr/>
          <a:lstStyle/>
          <a:p>
            <a:fld id="{8969AB1E-B120-4CDD-929A-156C9EC0B20E}" type="datetime1">
              <a:rPr lang="en-US" smtClean="0"/>
              <a:t>5/9/2025</a:t>
            </a:fld>
            <a:endParaRPr lang="en-US"/>
          </a:p>
        </p:txBody>
      </p:sp>
      <p:sp>
        <p:nvSpPr>
          <p:cNvPr id="4" name="Footer Placeholder 3">
            <a:extLst>
              <a:ext uri="{FF2B5EF4-FFF2-40B4-BE49-F238E27FC236}">
                <a16:creationId xmlns:a16="http://schemas.microsoft.com/office/drawing/2014/main" id="{E510281F-7451-4996-BC5D-20EED4D881E9}"/>
              </a:ext>
            </a:extLst>
          </p:cNvPr>
          <p:cNvSpPr>
            <a:spLocks noGrp="1"/>
          </p:cNvSpPr>
          <p:nvPr>
            <p:ph type="ftr" sz="quarter" idx="11"/>
          </p:nvPr>
        </p:nvSpPr>
        <p:spPr>
          <a:xfrm>
            <a:off x="6096000" y="6508001"/>
            <a:ext cx="5345151" cy="349999"/>
          </a:xfrm>
          <a:prstGeom prst="rect">
            <a:avLst/>
          </a:prstGeom>
        </p:spPr>
        <p:txBody>
          <a:bodyPr/>
          <a:lstStyle/>
          <a:p>
            <a:endParaRPr lang="en-US" dirty="0"/>
          </a:p>
        </p:txBody>
      </p:sp>
      <p:sp>
        <p:nvSpPr>
          <p:cNvPr id="5" name="Slide Number Placeholder 4">
            <a:extLst>
              <a:ext uri="{FF2B5EF4-FFF2-40B4-BE49-F238E27FC236}">
                <a16:creationId xmlns:a16="http://schemas.microsoft.com/office/drawing/2014/main" id="{38B1C23C-18C0-40DE-9F00-AD32EBC50D85}"/>
              </a:ext>
            </a:extLst>
          </p:cNvPr>
          <p:cNvSpPr>
            <a:spLocks noGrp="1"/>
          </p:cNvSpPr>
          <p:nvPr>
            <p:ph type="sldNum" sz="quarter" idx="12"/>
          </p:nvPr>
        </p:nvSpPr>
        <p:spPr/>
        <p:txBody>
          <a:bodyPr/>
          <a:lstStyle/>
          <a:p>
            <a:fld id="{507CC9FD-F0BE-4343-88E6-11D806760E48}" type="slidenum">
              <a:rPr lang="en-US" smtClean="0"/>
              <a:pPr/>
              <a:t>‹#›</a:t>
            </a:fld>
            <a:endParaRPr lang="en-US" dirty="0"/>
          </a:p>
        </p:txBody>
      </p:sp>
      <p:sp>
        <p:nvSpPr>
          <p:cNvPr id="30" name="Text Placeholder 29">
            <a:extLst>
              <a:ext uri="{FF2B5EF4-FFF2-40B4-BE49-F238E27FC236}">
                <a16:creationId xmlns:a16="http://schemas.microsoft.com/office/drawing/2014/main" id="{5DCE28D9-AC23-4E31-9484-082689437A08}"/>
              </a:ext>
            </a:extLst>
          </p:cNvPr>
          <p:cNvSpPr>
            <a:spLocks noGrp="1"/>
          </p:cNvSpPr>
          <p:nvPr>
            <p:ph type="body" sz="quarter" idx="13" hasCustomPrompt="1"/>
          </p:nvPr>
        </p:nvSpPr>
        <p:spPr>
          <a:xfrm>
            <a:off x="652463" y="1613262"/>
            <a:ext cx="1862137" cy="1386512"/>
          </a:xfrm>
          <a:prstGeom prst="rect">
            <a:avLst/>
          </a:prstGeom>
          <a:noFill/>
        </p:spPr>
        <p:txBody>
          <a:bodyPr wrap="square" lIns="91440" tIns="0" rIns="0" bIns="0" anchor="b">
            <a:noAutofit/>
          </a:bodyPr>
          <a:lstStyle>
            <a:lvl1pPr>
              <a:defRPr sz="1400">
                <a:solidFill>
                  <a:schemeClr val="tx2"/>
                </a:solidFill>
              </a:defRPr>
            </a:lvl1pPr>
            <a:lvl2pPr marL="228600" indent="0">
              <a:buNone/>
              <a:defRPr sz="1600"/>
            </a:lvl2pPr>
            <a:lvl3pPr>
              <a:defRPr sz="1400"/>
            </a:lvl3pPr>
            <a:lvl4pPr>
              <a:defRPr sz="1200"/>
            </a:lvl4pPr>
            <a:lvl5pPr>
              <a:defRPr sz="1100"/>
            </a:lvl5pPr>
          </a:lstStyle>
          <a:p>
            <a:pPr lvl="0"/>
            <a:r>
              <a:rPr lang="en-US" dirty="0"/>
              <a:t>[Insert text]</a:t>
            </a:r>
          </a:p>
        </p:txBody>
      </p:sp>
      <p:sp>
        <p:nvSpPr>
          <p:cNvPr id="46" name="Text Placeholder 45">
            <a:extLst>
              <a:ext uri="{FF2B5EF4-FFF2-40B4-BE49-F238E27FC236}">
                <a16:creationId xmlns:a16="http://schemas.microsoft.com/office/drawing/2014/main" id="{6791866A-12A6-46F1-B35B-04C5F6A2FEAD}"/>
              </a:ext>
            </a:extLst>
          </p:cNvPr>
          <p:cNvSpPr>
            <a:spLocks noGrp="1"/>
          </p:cNvSpPr>
          <p:nvPr>
            <p:ph type="body" sz="quarter" idx="14" hasCustomPrompt="1"/>
          </p:nvPr>
        </p:nvSpPr>
        <p:spPr>
          <a:xfrm>
            <a:off x="5016576" y="4023688"/>
            <a:ext cx="1865022" cy="1386512"/>
          </a:xfrm>
          <a:prstGeom prst="rect">
            <a:avLst/>
          </a:prstGeom>
          <a:noFill/>
        </p:spPr>
        <p:txBody>
          <a:bodyPr wrap="square" lIns="91440" tIns="0" rIns="0" bIns="0" anchor="t">
            <a:noAutofit/>
          </a:bodyPr>
          <a:lstStyle>
            <a:lvl1pPr>
              <a:defRPr sz="1400">
                <a:solidFill>
                  <a:schemeClr val="tx2"/>
                </a:solidFill>
              </a:defRPr>
            </a:lvl1pPr>
            <a:lvl2pPr marL="228600" indent="0">
              <a:buNone/>
              <a:defRPr sz="1600"/>
            </a:lvl2pPr>
            <a:lvl3pPr>
              <a:defRPr sz="1400"/>
            </a:lvl3pPr>
            <a:lvl4pPr>
              <a:defRPr sz="1200"/>
            </a:lvl4pPr>
            <a:lvl5pPr>
              <a:defRPr sz="1100"/>
            </a:lvl5pPr>
          </a:lstStyle>
          <a:p>
            <a:pPr lvl="0"/>
            <a:r>
              <a:rPr lang="en-US" dirty="0"/>
              <a:t>[Insert text]</a:t>
            </a:r>
          </a:p>
        </p:txBody>
      </p:sp>
      <p:sp>
        <p:nvSpPr>
          <p:cNvPr id="47" name="Text Placeholder 46">
            <a:extLst>
              <a:ext uri="{FF2B5EF4-FFF2-40B4-BE49-F238E27FC236}">
                <a16:creationId xmlns:a16="http://schemas.microsoft.com/office/drawing/2014/main" id="{D0481DA2-ADBB-45C2-BDB1-E3F0E097398E}"/>
              </a:ext>
            </a:extLst>
          </p:cNvPr>
          <p:cNvSpPr>
            <a:spLocks noGrp="1"/>
          </p:cNvSpPr>
          <p:nvPr>
            <p:ph type="body" sz="quarter" idx="15" hasCustomPrompt="1"/>
          </p:nvPr>
        </p:nvSpPr>
        <p:spPr>
          <a:xfrm>
            <a:off x="7182287" y="4023688"/>
            <a:ext cx="1865022" cy="1386512"/>
          </a:xfrm>
          <a:prstGeom prst="rect">
            <a:avLst/>
          </a:prstGeom>
          <a:noFill/>
        </p:spPr>
        <p:txBody>
          <a:bodyPr wrap="square" lIns="91440" tIns="0" rIns="0" bIns="0" anchor="t">
            <a:noAutofit/>
          </a:bodyPr>
          <a:lstStyle>
            <a:lvl1pPr>
              <a:defRPr sz="1400">
                <a:solidFill>
                  <a:schemeClr val="tx2"/>
                </a:solidFill>
              </a:defRPr>
            </a:lvl1pPr>
            <a:lvl2pPr marL="228600" indent="0">
              <a:buNone/>
              <a:defRPr sz="1600"/>
            </a:lvl2pPr>
            <a:lvl3pPr>
              <a:defRPr sz="1400"/>
            </a:lvl3pPr>
            <a:lvl4pPr>
              <a:defRPr sz="1200"/>
            </a:lvl4pPr>
            <a:lvl5pPr>
              <a:defRPr sz="1100"/>
            </a:lvl5pPr>
          </a:lstStyle>
          <a:p>
            <a:pPr lvl="0"/>
            <a:r>
              <a:rPr lang="en-US" dirty="0"/>
              <a:t>[Insert text]</a:t>
            </a:r>
          </a:p>
        </p:txBody>
      </p:sp>
      <p:sp>
        <p:nvSpPr>
          <p:cNvPr id="40" name="Text Placeholder 39">
            <a:extLst>
              <a:ext uri="{FF2B5EF4-FFF2-40B4-BE49-F238E27FC236}">
                <a16:creationId xmlns:a16="http://schemas.microsoft.com/office/drawing/2014/main" id="{F65EF6C1-F268-4E40-AF42-E8F73900971A}"/>
              </a:ext>
            </a:extLst>
          </p:cNvPr>
          <p:cNvSpPr>
            <a:spLocks noGrp="1"/>
          </p:cNvSpPr>
          <p:nvPr>
            <p:ph type="body" sz="quarter" idx="16" hasCustomPrompt="1"/>
          </p:nvPr>
        </p:nvSpPr>
        <p:spPr>
          <a:xfrm>
            <a:off x="2830042" y="1613262"/>
            <a:ext cx="1865022" cy="1386512"/>
          </a:xfrm>
          <a:prstGeom prst="rect">
            <a:avLst/>
          </a:prstGeom>
          <a:noFill/>
        </p:spPr>
        <p:txBody>
          <a:bodyPr wrap="square" lIns="91440" tIns="0" rIns="0" bIns="0" anchor="b">
            <a:noAutofit/>
          </a:bodyPr>
          <a:lstStyle>
            <a:lvl1pPr>
              <a:defRPr sz="1400">
                <a:solidFill>
                  <a:schemeClr val="tx2"/>
                </a:solidFill>
              </a:defRPr>
            </a:lvl1pPr>
            <a:lvl2pPr>
              <a:defRPr sz="1600"/>
            </a:lvl2pPr>
            <a:lvl3pPr>
              <a:defRPr sz="1400"/>
            </a:lvl3pPr>
            <a:lvl4pPr>
              <a:defRPr sz="1200"/>
            </a:lvl4pPr>
            <a:lvl5pPr>
              <a:defRPr sz="1100"/>
            </a:lvl5pPr>
          </a:lstStyle>
          <a:p>
            <a:pPr lvl="0"/>
            <a:r>
              <a:rPr lang="en-US" dirty="0"/>
              <a:t>[Insert text]</a:t>
            </a:r>
          </a:p>
        </p:txBody>
      </p:sp>
      <p:sp>
        <p:nvSpPr>
          <p:cNvPr id="43" name="Text Placeholder 42">
            <a:extLst>
              <a:ext uri="{FF2B5EF4-FFF2-40B4-BE49-F238E27FC236}">
                <a16:creationId xmlns:a16="http://schemas.microsoft.com/office/drawing/2014/main" id="{42A1221E-E83A-4BF8-B8DE-FA5240885D34}"/>
              </a:ext>
            </a:extLst>
          </p:cNvPr>
          <p:cNvSpPr>
            <a:spLocks noGrp="1"/>
          </p:cNvSpPr>
          <p:nvPr>
            <p:ph type="body" sz="quarter" idx="17" hasCustomPrompt="1"/>
          </p:nvPr>
        </p:nvSpPr>
        <p:spPr>
          <a:xfrm>
            <a:off x="9363340" y="1613262"/>
            <a:ext cx="1865022" cy="1386512"/>
          </a:xfrm>
          <a:prstGeom prst="rect">
            <a:avLst/>
          </a:prstGeom>
          <a:noFill/>
        </p:spPr>
        <p:txBody>
          <a:bodyPr wrap="square" lIns="91440" tIns="0" rIns="0" bIns="0" anchor="b">
            <a:noAutofit/>
          </a:bodyPr>
          <a:lstStyle>
            <a:lvl1pPr>
              <a:defRPr sz="1400">
                <a:solidFill>
                  <a:schemeClr val="tx2"/>
                </a:solidFill>
              </a:defRPr>
            </a:lvl1pPr>
            <a:lvl2pPr marL="228600" indent="0">
              <a:buNone/>
              <a:defRPr sz="1600"/>
            </a:lvl2pPr>
            <a:lvl3pPr>
              <a:defRPr sz="1400"/>
            </a:lvl3pPr>
            <a:lvl4pPr>
              <a:defRPr sz="1200"/>
            </a:lvl4pPr>
            <a:lvl5pPr>
              <a:defRPr sz="1100"/>
            </a:lvl5pPr>
          </a:lstStyle>
          <a:p>
            <a:pPr lvl="0"/>
            <a:r>
              <a:rPr lang="en-US" dirty="0"/>
              <a:t>[Insert text]</a:t>
            </a:r>
          </a:p>
        </p:txBody>
      </p:sp>
      <p:sp>
        <p:nvSpPr>
          <p:cNvPr id="45" name="Text Placeholder 44">
            <a:extLst>
              <a:ext uri="{FF2B5EF4-FFF2-40B4-BE49-F238E27FC236}">
                <a16:creationId xmlns:a16="http://schemas.microsoft.com/office/drawing/2014/main" id="{0032F926-1D38-404D-B09D-F794CA91F9AB}"/>
              </a:ext>
            </a:extLst>
          </p:cNvPr>
          <p:cNvSpPr>
            <a:spLocks noGrp="1"/>
          </p:cNvSpPr>
          <p:nvPr>
            <p:ph type="body" sz="quarter" idx="18" hasCustomPrompt="1"/>
          </p:nvPr>
        </p:nvSpPr>
        <p:spPr>
          <a:xfrm>
            <a:off x="2830042" y="4023688"/>
            <a:ext cx="1865022" cy="1386512"/>
          </a:xfrm>
          <a:prstGeom prst="rect">
            <a:avLst/>
          </a:prstGeom>
          <a:noFill/>
        </p:spPr>
        <p:txBody>
          <a:bodyPr wrap="square" lIns="91440" tIns="0" rIns="0" bIns="0" anchor="t">
            <a:noAutofit/>
          </a:bodyPr>
          <a:lstStyle>
            <a:lvl1pPr>
              <a:defRPr sz="1400">
                <a:solidFill>
                  <a:schemeClr val="tx2"/>
                </a:solidFill>
              </a:defRPr>
            </a:lvl1pPr>
            <a:lvl2pPr marL="228600" indent="0">
              <a:buNone/>
              <a:defRPr sz="1600"/>
            </a:lvl2pPr>
            <a:lvl3pPr>
              <a:defRPr sz="1400"/>
            </a:lvl3pPr>
            <a:lvl4pPr>
              <a:defRPr sz="1200"/>
            </a:lvl4pPr>
            <a:lvl5pPr>
              <a:defRPr sz="1100"/>
            </a:lvl5pPr>
          </a:lstStyle>
          <a:p>
            <a:pPr lvl="0"/>
            <a:r>
              <a:rPr lang="en-US" dirty="0"/>
              <a:t>[Insert text]</a:t>
            </a:r>
          </a:p>
        </p:txBody>
      </p:sp>
      <p:sp>
        <p:nvSpPr>
          <p:cNvPr id="41" name="Text Placeholder 40">
            <a:extLst>
              <a:ext uri="{FF2B5EF4-FFF2-40B4-BE49-F238E27FC236}">
                <a16:creationId xmlns:a16="http://schemas.microsoft.com/office/drawing/2014/main" id="{D788EC05-5918-48E0-99FC-B5ED16550AA6}"/>
              </a:ext>
            </a:extLst>
          </p:cNvPr>
          <p:cNvSpPr>
            <a:spLocks noGrp="1"/>
          </p:cNvSpPr>
          <p:nvPr>
            <p:ph type="body" sz="quarter" idx="19" hasCustomPrompt="1"/>
          </p:nvPr>
        </p:nvSpPr>
        <p:spPr>
          <a:xfrm>
            <a:off x="5016576" y="1613262"/>
            <a:ext cx="1865022" cy="1386512"/>
          </a:xfrm>
          <a:prstGeom prst="rect">
            <a:avLst/>
          </a:prstGeom>
          <a:noFill/>
        </p:spPr>
        <p:txBody>
          <a:bodyPr wrap="square" lIns="91440" tIns="0" rIns="0" bIns="0" anchor="b">
            <a:noAutofit/>
          </a:bodyPr>
          <a:lstStyle>
            <a:lvl1pPr>
              <a:defRPr sz="1400">
                <a:solidFill>
                  <a:schemeClr val="tx2"/>
                </a:solidFill>
              </a:defRPr>
            </a:lvl1pPr>
            <a:lvl2pPr>
              <a:defRPr sz="1600"/>
            </a:lvl2pPr>
            <a:lvl3pPr>
              <a:defRPr sz="1400"/>
            </a:lvl3pPr>
            <a:lvl4pPr>
              <a:defRPr sz="1200"/>
            </a:lvl4pPr>
            <a:lvl5pPr>
              <a:defRPr sz="1100"/>
            </a:lvl5pPr>
          </a:lstStyle>
          <a:p>
            <a:pPr lvl="0"/>
            <a:r>
              <a:rPr lang="en-US" dirty="0"/>
              <a:t>[Insert text]</a:t>
            </a:r>
          </a:p>
        </p:txBody>
      </p:sp>
      <p:sp>
        <p:nvSpPr>
          <p:cNvPr id="42" name="Text Placeholder 41">
            <a:extLst>
              <a:ext uri="{FF2B5EF4-FFF2-40B4-BE49-F238E27FC236}">
                <a16:creationId xmlns:a16="http://schemas.microsoft.com/office/drawing/2014/main" id="{52E642F3-886C-4D6D-978D-7CE2950BA7D5}"/>
              </a:ext>
            </a:extLst>
          </p:cNvPr>
          <p:cNvSpPr>
            <a:spLocks noGrp="1"/>
          </p:cNvSpPr>
          <p:nvPr>
            <p:ph type="body" sz="quarter" idx="20" hasCustomPrompt="1"/>
          </p:nvPr>
        </p:nvSpPr>
        <p:spPr>
          <a:xfrm>
            <a:off x="7182287" y="1613262"/>
            <a:ext cx="1865022" cy="1386512"/>
          </a:xfrm>
          <a:prstGeom prst="rect">
            <a:avLst/>
          </a:prstGeom>
          <a:noFill/>
        </p:spPr>
        <p:txBody>
          <a:bodyPr wrap="square" lIns="91440" tIns="0" rIns="0" bIns="0" anchor="b">
            <a:noAutofit/>
          </a:bodyPr>
          <a:lstStyle>
            <a:lvl1pPr>
              <a:defRPr sz="1400">
                <a:solidFill>
                  <a:schemeClr val="tx2"/>
                </a:solidFill>
              </a:defRPr>
            </a:lvl1pPr>
            <a:lvl2pPr marL="228600" indent="0">
              <a:buNone/>
              <a:defRPr sz="1600"/>
            </a:lvl2pPr>
            <a:lvl3pPr>
              <a:defRPr sz="1400"/>
            </a:lvl3pPr>
            <a:lvl4pPr>
              <a:defRPr sz="1200"/>
            </a:lvl4pPr>
            <a:lvl5pPr>
              <a:defRPr sz="1100"/>
            </a:lvl5pPr>
          </a:lstStyle>
          <a:p>
            <a:pPr lvl="0"/>
            <a:r>
              <a:rPr lang="en-US" dirty="0"/>
              <a:t>[Insert text]</a:t>
            </a:r>
          </a:p>
        </p:txBody>
      </p:sp>
      <p:sp>
        <p:nvSpPr>
          <p:cNvPr id="44" name="Text Placeholder 43">
            <a:extLst>
              <a:ext uri="{FF2B5EF4-FFF2-40B4-BE49-F238E27FC236}">
                <a16:creationId xmlns:a16="http://schemas.microsoft.com/office/drawing/2014/main" id="{109B01AC-4063-4659-AF62-D588C2F33D17}"/>
              </a:ext>
            </a:extLst>
          </p:cNvPr>
          <p:cNvSpPr>
            <a:spLocks noGrp="1"/>
          </p:cNvSpPr>
          <p:nvPr>
            <p:ph type="body" sz="quarter" idx="21" hasCustomPrompt="1"/>
          </p:nvPr>
        </p:nvSpPr>
        <p:spPr>
          <a:xfrm>
            <a:off x="652463" y="4023688"/>
            <a:ext cx="1865022" cy="1386512"/>
          </a:xfrm>
          <a:prstGeom prst="rect">
            <a:avLst/>
          </a:prstGeom>
          <a:noFill/>
        </p:spPr>
        <p:txBody>
          <a:bodyPr wrap="square" lIns="91440" tIns="0" rIns="0" bIns="0" anchor="t">
            <a:noAutofit/>
          </a:bodyPr>
          <a:lstStyle>
            <a:lvl1pPr>
              <a:defRPr sz="1400">
                <a:solidFill>
                  <a:schemeClr val="tx2"/>
                </a:solidFill>
              </a:defRPr>
            </a:lvl1pPr>
            <a:lvl2pPr marL="228600" indent="0">
              <a:buNone/>
              <a:defRPr sz="1600"/>
            </a:lvl2pPr>
            <a:lvl3pPr>
              <a:defRPr sz="1400"/>
            </a:lvl3pPr>
            <a:lvl4pPr>
              <a:defRPr sz="1200"/>
            </a:lvl4pPr>
            <a:lvl5pPr>
              <a:defRPr sz="1100"/>
            </a:lvl5pPr>
          </a:lstStyle>
          <a:p>
            <a:pPr lvl="0"/>
            <a:r>
              <a:rPr lang="en-US" dirty="0"/>
              <a:t>[Insert text]</a:t>
            </a:r>
          </a:p>
        </p:txBody>
      </p:sp>
      <p:cxnSp>
        <p:nvCxnSpPr>
          <p:cNvPr id="7" name="Straight Connector 6">
            <a:extLst>
              <a:ext uri="{FF2B5EF4-FFF2-40B4-BE49-F238E27FC236}">
                <a16:creationId xmlns:a16="http://schemas.microsoft.com/office/drawing/2014/main" id="{7E671D35-7C29-423D-B542-0F586763C790}"/>
              </a:ext>
            </a:extLst>
          </p:cNvPr>
          <p:cNvCxnSpPr>
            <a:cxnSpLocks/>
          </p:cNvCxnSpPr>
          <p:nvPr userDrawn="1"/>
        </p:nvCxnSpPr>
        <p:spPr>
          <a:xfrm>
            <a:off x="652463" y="3657600"/>
            <a:ext cx="10883900" cy="0"/>
          </a:xfrm>
          <a:prstGeom prst="line">
            <a:avLst/>
          </a:prstGeom>
          <a:ln w="9525"/>
        </p:spPr>
        <p:style>
          <a:lnRef idx="1">
            <a:schemeClr val="accent1"/>
          </a:lnRef>
          <a:fillRef idx="0">
            <a:schemeClr val="accent1"/>
          </a:fillRef>
          <a:effectRef idx="0">
            <a:schemeClr val="accent1"/>
          </a:effectRef>
          <a:fontRef idx="minor">
            <a:schemeClr val="tx1"/>
          </a:fontRef>
        </p:style>
      </p:cxnSp>
      <p:sp>
        <p:nvSpPr>
          <p:cNvPr id="10" name="Text Placeholder 9">
            <a:extLst>
              <a:ext uri="{FF2B5EF4-FFF2-40B4-BE49-F238E27FC236}">
                <a16:creationId xmlns:a16="http://schemas.microsoft.com/office/drawing/2014/main" id="{E64C6647-B079-446B-AA8D-5B4DFB59404B}"/>
              </a:ext>
            </a:extLst>
          </p:cNvPr>
          <p:cNvSpPr>
            <a:spLocks noGrp="1"/>
          </p:cNvSpPr>
          <p:nvPr>
            <p:ph type="body" sz="quarter" idx="22" hasCustomPrompt="1"/>
          </p:nvPr>
        </p:nvSpPr>
        <p:spPr>
          <a:xfrm>
            <a:off x="9363340" y="4023688"/>
            <a:ext cx="1865022" cy="1386512"/>
          </a:xfrm>
        </p:spPr>
        <p:txBody>
          <a:bodyPr anchor="t">
            <a:noAutofit/>
          </a:bodyPr>
          <a:lstStyle>
            <a:lvl1pPr>
              <a:defRPr sz="1400"/>
            </a:lvl1pPr>
            <a:lvl2pPr marL="228600" indent="0">
              <a:buNone/>
              <a:defRPr/>
            </a:lvl2pPr>
          </a:lstStyle>
          <a:p>
            <a:pPr lvl="0"/>
            <a:r>
              <a:rPr lang="en-US" dirty="0"/>
              <a:t>[Insert text]</a:t>
            </a:r>
          </a:p>
        </p:txBody>
      </p:sp>
      <p:sp>
        <p:nvSpPr>
          <p:cNvPr id="14" name="Text Placeholder 13">
            <a:extLst>
              <a:ext uri="{FF2B5EF4-FFF2-40B4-BE49-F238E27FC236}">
                <a16:creationId xmlns:a16="http://schemas.microsoft.com/office/drawing/2014/main" id="{C11D1857-A729-4929-8734-503DD3D681BB}"/>
              </a:ext>
            </a:extLst>
          </p:cNvPr>
          <p:cNvSpPr>
            <a:spLocks noGrp="1"/>
          </p:cNvSpPr>
          <p:nvPr>
            <p:ph type="body" sz="quarter" idx="23" hasCustomPrompt="1"/>
          </p:nvPr>
        </p:nvSpPr>
        <p:spPr>
          <a:xfrm>
            <a:off x="652463" y="3048000"/>
            <a:ext cx="1865376" cy="918487"/>
          </a:xfrm>
          <a:prstGeom prst="accentCallout1">
            <a:avLst>
              <a:gd name="adj1" fmla="val 65508"/>
              <a:gd name="adj2" fmla="val 86"/>
              <a:gd name="adj3" fmla="val 65889"/>
              <a:gd name="adj4" fmla="val -61"/>
            </a:avLst>
          </a:prstGeom>
          <a:ln cap="rnd">
            <a:solidFill>
              <a:schemeClr val="accent1"/>
            </a:solidFill>
            <a:bevel/>
            <a:headEnd type="oval" w="med" len="med"/>
            <a:tailEnd type="oval" w="med" len="med"/>
          </a:ln>
        </p:spPr>
        <p:txBody>
          <a:bodyPr lIns="91440" bIns="91440" anchor="ctr">
            <a:noAutofit/>
          </a:bodyPr>
          <a:lstStyle>
            <a:lvl1pPr marL="0" indent="0">
              <a:buNone/>
              <a:defRPr sz="1400">
                <a:solidFill>
                  <a:schemeClr val="accent6"/>
                </a:solidFill>
                <a:latin typeface="+mj-lt"/>
              </a:defRPr>
            </a:lvl1pPr>
          </a:lstStyle>
          <a:p>
            <a:pPr lvl="0"/>
            <a:r>
              <a:rPr lang="en-US" dirty="0"/>
              <a:t>[Date]</a:t>
            </a:r>
          </a:p>
        </p:txBody>
      </p:sp>
      <p:sp>
        <p:nvSpPr>
          <p:cNvPr id="16" name="Text Placeholder 15">
            <a:extLst>
              <a:ext uri="{FF2B5EF4-FFF2-40B4-BE49-F238E27FC236}">
                <a16:creationId xmlns:a16="http://schemas.microsoft.com/office/drawing/2014/main" id="{5E80E44C-4A2D-4661-AD22-BB24C15D3DF4}"/>
              </a:ext>
            </a:extLst>
          </p:cNvPr>
          <p:cNvSpPr>
            <a:spLocks noGrp="1"/>
          </p:cNvSpPr>
          <p:nvPr>
            <p:ph type="body" sz="quarter" idx="24" hasCustomPrompt="1"/>
          </p:nvPr>
        </p:nvSpPr>
        <p:spPr>
          <a:xfrm>
            <a:off x="2830041" y="3047999"/>
            <a:ext cx="1865376" cy="917575"/>
          </a:xfrm>
          <a:prstGeom prst="accentCallout1">
            <a:avLst>
              <a:gd name="adj1" fmla="val 65924"/>
              <a:gd name="adj2" fmla="val -252"/>
              <a:gd name="adj3" fmla="val 63269"/>
              <a:gd name="adj4" fmla="val -404"/>
            </a:avLst>
          </a:prstGeom>
          <a:ln>
            <a:solidFill>
              <a:schemeClr val="accent1"/>
            </a:solidFill>
            <a:headEnd type="oval" w="med" len="med"/>
            <a:tailEnd type="oval" w="med" len="med"/>
          </a:ln>
        </p:spPr>
        <p:txBody>
          <a:bodyPr lIns="91440" bIns="91440" anchor="ctr">
            <a:noAutofit/>
          </a:bodyPr>
          <a:lstStyle>
            <a:lvl1pPr marL="0" indent="0">
              <a:buNone/>
              <a:defRPr sz="1400">
                <a:solidFill>
                  <a:schemeClr val="accent6"/>
                </a:solidFill>
                <a:latin typeface="+mj-lt"/>
              </a:defRPr>
            </a:lvl1pPr>
          </a:lstStyle>
          <a:p>
            <a:pPr lvl="0"/>
            <a:r>
              <a:rPr lang="en-US" dirty="0"/>
              <a:t>[Date]</a:t>
            </a:r>
          </a:p>
        </p:txBody>
      </p:sp>
      <p:sp>
        <p:nvSpPr>
          <p:cNvPr id="18" name="Text Placeholder 17">
            <a:extLst>
              <a:ext uri="{FF2B5EF4-FFF2-40B4-BE49-F238E27FC236}">
                <a16:creationId xmlns:a16="http://schemas.microsoft.com/office/drawing/2014/main" id="{7CB43FDB-A6F2-4060-91A6-8E96774AD2E7}"/>
              </a:ext>
            </a:extLst>
          </p:cNvPr>
          <p:cNvSpPr>
            <a:spLocks noGrp="1"/>
          </p:cNvSpPr>
          <p:nvPr>
            <p:ph type="body" sz="quarter" idx="25" hasCustomPrompt="1"/>
          </p:nvPr>
        </p:nvSpPr>
        <p:spPr>
          <a:xfrm>
            <a:off x="5016575" y="3048000"/>
            <a:ext cx="1865376" cy="917574"/>
          </a:xfrm>
          <a:prstGeom prst="accentCallout1">
            <a:avLst>
              <a:gd name="adj1" fmla="val 66674"/>
              <a:gd name="adj2" fmla="val -622"/>
              <a:gd name="adj3" fmla="val 69055"/>
              <a:gd name="adj4" fmla="val 222"/>
            </a:avLst>
          </a:prstGeom>
          <a:ln>
            <a:solidFill>
              <a:schemeClr val="accent1"/>
            </a:solidFill>
            <a:headEnd type="oval" w="med" len="med"/>
            <a:tailEnd type="oval" w="med" len="med"/>
          </a:ln>
        </p:spPr>
        <p:txBody>
          <a:bodyPr lIns="91440" bIns="91440" anchor="ctr">
            <a:noAutofit/>
          </a:bodyPr>
          <a:lstStyle>
            <a:lvl1pPr marL="0" indent="0">
              <a:buNone/>
              <a:defRPr sz="1400">
                <a:solidFill>
                  <a:schemeClr val="accent6"/>
                </a:solidFill>
                <a:latin typeface="+mj-lt"/>
              </a:defRPr>
            </a:lvl1pPr>
          </a:lstStyle>
          <a:p>
            <a:pPr lvl="0"/>
            <a:r>
              <a:rPr lang="en-US" dirty="0"/>
              <a:t>[Date]</a:t>
            </a:r>
          </a:p>
        </p:txBody>
      </p:sp>
      <p:sp>
        <p:nvSpPr>
          <p:cNvPr id="20" name="Text Placeholder 19">
            <a:extLst>
              <a:ext uri="{FF2B5EF4-FFF2-40B4-BE49-F238E27FC236}">
                <a16:creationId xmlns:a16="http://schemas.microsoft.com/office/drawing/2014/main" id="{2F1F0739-9660-4447-B3E7-73C480F03266}"/>
              </a:ext>
            </a:extLst>
          </p:cNvPr>
          <p:cNvSpPr>
            <a:spLocks noGrp="1"/>
          </p:cNvSpPr>
          <p:nvPr>
            <p:ph type="body" sz="quarter" idx="26" hasCustomPrompt="1"/>
          </p:nvPr>
        </p:nvSpPr>
        <p:spPr>
          <a:xfrm>
            <a:off x="7182286" y="3047999"/>
            <a:ext cx="1865376" cy="917575"/>
          </a:xfrm>
          <a:prstGeom prst="accentCallout1">
            <a:avLst>
              <a:gd name="adj1" fmla="val 66450"/>
              <a:gd name="adj2" fmla="val -401"/>
              <a:gd name="adj3" fmla="val 65696"/>
              <a:gd name="adj4" fmla="val -329"/>
            </a:avLst>
          </a:prstGeom>
          <a:ln>
            <a:solidFill>
              <a:schemeClr val="accent1"/>
            </a:solidFill>
            <a:headEnd type="oval" w="med" len="med"/>
            <a:tailEnd type="oval" w="med" len="med"/>
          </a:ln>
        </p:spPr>
        <p:txBody>
          <a:bodyPr lIns="91440" bIns="91440" anchor="ctr">
            <a:noAutofit/>
          </a:bodyPr>
          <a:lstStyle>
            <a:lvl1pPr marL="0" indent="0">
              <a:buNone/>
              <a:defRPr sz="1400">
                <a:solidFill>
                  <a:schemeClr val="accent6"/>
                </a:solidFill>
                <a:latin typeface="+mj-lt"/>
              </a:defRPr>
            </a:lvl1pPr>
          </a:lstStyle>
          <a:p>
            <a:pPr lvl="0"/>
            <a:r>
              <a:rPr lang="en-US" dirty="0"/>
              <a:t>[Date]</a:t>
            </a:r>
          </a:p>
        </p:txBody>
      </p:sp>
      <p:sp>
        <p:nvSpPr>
          <p:cNvPr id="22" name="Text Placeholder 21">
            <a:extLst>
              <a:ext uri="{FF2B5EF4-FFF2-40B4-BE49-F238E27FC236}">
                <a16:creationId xmlns:a16="http://schemas.microsoft.com/office/drawing/2014/main" id="{ABB6C881-9C1D-4D94-AE7C-212446E928BA}"/>
              </a:ext>
            </a:extLst>
          </p:cNvPr>
          <p:cNvSpPr>
            <a:spLocks noGrp="1"/>
          </p:cNvSpPr>
          <p:nvPr>
            <p:ph type="body" sz="quarter" idx="27" hasCustomPrompt="1"/>
          </p:nvPr>
        </p:nvSpPr>
        <p:spPr>
          <a:xfrm>
            <a:off x="9363339" y="3047999"/>
            <a:ext cx="1865376" cy="917575"/>
          </a:xfrm>
          <a:prstGeom prst="accentCallout1">
            <a:avLst>
              <a:gd name="adj1" fmla="val 65415"/>
              <a:gd name="adj2" fmla="val -292"/>
              <a:gd name="adj3" fmla="val 65781"/>
              <a:gd name="adj4" fmla="val -464"/>
            </a:avLst>
          </a:prstGeom>
          <a:ln>
            <a:solidFill>
              <a:schemeClr val="accent1"/>
            </a:solidFill>
            <a:headEnd type="oval" w="med" len="med"/>
            <a:tailEnd type="oval" w="med" len="med"/>
          </a:ln>
        </p:spPr>
        <p:txBody>
          <a:bodyPr lIns="91440" bIns="91440" anchor="ctr">
            <a:noAutofit/>
          </a:bodyPr>
          <a:lstStyle>
            <a:lvl1pPr marL="0" indent="0">
              <a:buNone/>
              <a:defRPr sz="1400">
                <a:solidFill>
                  <a:schemeClr val="accent6"/>
                </a:solidFill>
                <a:latin typeface="+mj-lt"/>
              </a:defRPr>
            </a:lvl1pPr>
          </a:lstStyle>
          <a:p>
            <a:pPr lvl="0"/>
            <a:r>
              <a:rPr lang="en-US" dirty="0"/>
              <a:t>[Date]</a:t>
            </a:r>
          </a:p>
        </p:txBody>
      </p:sp>
    </p:spTree>
    <p:extLst>
      <p:ext uri="{BB962C8B-B14F-4D97-AF65-F5344CB8AC3E}">
        <p14:creationId xmlns:p14="http://schemas.microsoft.com/office/powerpoint/2010/main" val="2842794484"/>
      </p:ext>
    </p:extLst>
  </p:cSld>
  <p:clrMapOvr>
    <a:masterClrMapping/>
  </p:clrMapOvr>
  <p:extLst>
    <p:ext uri="{DCECCB84-F9BA-43D5-87BE-67443E8EF086}">
      <p15:sldGuideLst xmlns:p15="http://schemas.microsoft.com/office/powerpoint/2012/main">
        <p15:guide id="1" pos="3156">
          <p15:clr>
            <a:srgbClr val="FBAE40"/>
          </p15:clr>
        </p15:guide>
        <p15:guide id="2" pos="1781">
          <p15:clr>
            <a:srgbClr val="FBAE40"/>
          </p15:clr>
        </p15:guide>
        <p15:guide id="3" pos="4522">
          <p15:clr>
            <a:srgbClr val="FBAE40"/>
          </p15:clr>
        </p15:guide>
        <p15:guide id="4" pos="5896">
          <p15:clr>
            <a:srgbClr val="FBAE40"/>
          </p15:clr>
        </p15:guide>
      </p15:sldGuideLst>
    </p:ext>
  </p:extLst>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Comparison">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B043D075-2D2A-432B-A997-D5993EB17945}"/>
              </a:ext>
            </a:extLst>
          </p:cNvPr>
          <p:cNvSpPr>
            <a:spLocks noGrp="1"/>
          </p:cNvSpPr>
          <p:nvPr>
            <p:ph type="body" idx="1" hasCustomPrompt="1"/>
          </p:nvPr>
        </p:nvSpPr>
        <p:spPr>
          <a:xfrm>
            <a:off x="652464" y="1300213"/>
            <a:ext cx="5346892" cy="411180"/>
          </a:xfrm>
        </p:spPr>
        <p:txBody>
          <a:bodyPr tIns="0" bIns="0" anchor="t">
            <a:noAutofit/>
          </a:bodyPr>
          <a:lstStyle>
            <a:lvl1pPr marL="0" indent="0">
              <a:buNone/>
              <a:defRPr sz="2400" b="0">
                <a:solidFill>
                  <a:schemeClr val="accent1"/>
                </a:solidFill>
                <a:latin typeface="+mj-lt"/>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dirty="0"/>
              <a:t>Click to edit master text styles</a:t>
            </a:r>
          </a:p>
        </p:txBody>
      </p:sp>
      <p:sp>
        <p:nvSpPr>
          <p:cNvPr id="4" name="Content Placeholder 3">
            <a:extLst>
              <a:ext uri="{FF2B5EF4-FFF2-40B4-BE49-F238E27FC236}">
                <a16:creationId xmlns:a16="http://schemas.microsoft.com/office/drawing/2014/main" id="{7F9F82A4-080D-41BF-B4A7-7E4FACCED81A}"/>
              </a:ext>
            </a:extLst>
          </p:cNvPr>
          <p:cNvSpPr>
            <a:spLocks noGrp="1"/>
          </p:cNvSpPr>
          <p:nvPr>
            <p:ph sz="half" idx="2" hasCustomPrompt="1"/>
          </p:nvPr>
        </p:nvSpPr>
        <p:spPr>
          <a:xfrm>
            <a:off x="652464" y="1905000"/>
            <a:ext cx="5346892" cy="4341813"/>
          </a:xfrm>
        </p:spPr>
        <p:txBody>
          <a:bodyPr/>
          <a:lstStyle/>
          <a:p>
            <a:pPr lvl="0"/>
            <a:r>
              <a:rPr lang="en-GB" dirty="0"/>
              <a:t>Click to edit master text styles</a:t>
            </a:r>
          </a:p>
          <a:p>
            <a:pPr lvl="1"/>
            <a:r>
              <a:rPr lang="en-GB" dirty="0"/>
              <a:t>Second level</a:t>
            </a:r>
          </a:p>
          <a:p>
            <a:pPr lvl="2"/>
            <a:r>
              <a:rPr lang="en-GB" dirty="0"/>
              <a:t>Third level</a:t>
            </a:r>
          </a:p>
          <a:p>
            <a:pPr lvl="3"/>
            <a:r>
              <a:rPr lang="en-GB" dirty="0"/>
              <a:t>Fourth level</a:t>
            </a:r>
          </a:p>
          <a:p>
            <a:pPr lvl="4"/>
            <a:r>
              <a:rPr lang="en-GB" dirty="0"/>
              <a:t>Fifth level</a:t>
            </a:r>
            <a:endParaRPr lang="en-US" dirty="0"/>
          </a:p>
        </p:txBody>
      </p:sp>
      <p:sp>
        <p:nvSpPr>
          <p:cNvPr id="5" name="Text Placeholder 4">
            <a:extLst>
              <a:ext uri="{FF2B5EF4-FFF2-40B4-BE49-F238E27FC236}">
                <a16:creationId xmlns:a16="http://schemas.microsoft.com/office/drawing/2014/main" id="{74AB3100-2FB8-47F1-8100-0FBAE4AEF7DE}"/>
              </a:ext>
            </a:extLst>
          </p:cNvPr>
          <p:cNvSpPr>
            <a:spLocks noGrp="1"/>
          </p:cNvSpPr>
          <p:nvPr>
            <p:ph type="body" sz="quarter" idx="3" hasCustomPrompt="1"/>
          </p:nvPr>
        </p:nvSpPr>
        <p:spPr>
          <a:xfrm>
            <a:off x="6191651" y="1300213"/>
            <a:ext cx="5349240" cy="411180"/>
          </a:xfrm>
        </p:spPr>
        <p:txBody>
          <a:bodyPr tIns="0" bIns="0" anchor="t">
            <a:noAutofit/>
          </a:bodyPr>
          <a:lstStyle>
            <a:lvl1pPr marL="0" indent="0">
              <a:buNone/>
              <a:defRPr sz="2400" b="0">
                <a:solidFill>
                  <a:schemeClr val="accent1"/>
                </a:solidFill>
                <a:latin typeface="+mj-lt"/>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dirty="0"/>
              <a:t>Click to edit master text styles</a:t>
            </a:r>
          </a:p>
        </p:txBody>
      </p:sp>
      <p:sp>
        <p:nvSpPr>
          <p:cNvPr id="6" name="Content Placeholder 5">
            <a:extLst>
              <a:ext uri="{FF2B5EF4-FFF2-40B4-BE49-F238E27FC236}">
                <a16:creationId xmlns:a16="http://schemas.microsoft.com/office/drawing/2014/main" id="{A9C8BA0B-4EA0-48FF-8698-F2CB788CC4FD}"/>
              </a:ext>
            </a:extLst>
          </p:cNvPr>
          <p:cNvSpPr>
            <a:spLocks noGrp="1"/>
          </p:cNvSpPr>
          <p:nvPr>
            <p:ph sz="quarter" idx="4" hasCustomPrompt="1"/>
          </p:nvPr>
        </p:nvSpPr>
        <p:spPr>
          <a:xfrm>
            <a:off x="6191650" y="1905000"/>
            <a:ext cx="5349240" cy="4341813"/>
          </a:xfrm>
        </p:spPr>
        <p:txBody>
          <a:bodyPr/>
          <a:lstStyle/>
          <a:p>
            <a:pPr lvl="0"/>
            <a:r>
              <a:rPr lang="en-GB" dirty="0"/>
              <a:t>Click to edit master text styles</a:t>
            </a:r>
          </a:p>
          <a:p>
            <a:pPr lvl="1"/>
            <a:r>
              <a:rPr lang="en-GB" dirty="0"/>
              <a:t>Second level</a:t>
            </a:r>
          </a:p>
          <a:p>
            <a:pPr lvl="2"/>
            <a:r>
              <a:rPr lang="en-GB" dirty="0"/>
              <a:t>Third level</a:t>
            </a:r>
          </a:p>
          <a:p>
            <a:pPr lvl="3"/>
            <a:r>
              <a:rPr lang="en-GB" dirty="0"/>
              <a:t>Fourth level</a:t>
            </a:r>
          </a:p>
          <a:p>
            <a:pPr lvl="4"/>
            <a:r>
              <a:rPr lang="en-GB" dirty="0"/>
              <a:t>Fifth level</a:t>
            </a:r>
            <a:endParaRPr lang="en-US" dirty="0"/>
          </a:p>
        </p:txBody>
      </p:sp>
      <p:sp>
        <p:nvSpPr>
          <p:cNvPr id="7" name="Date Placeholder 6">
            <a:extLst>
              <a:ext uri="{FF2B5EF4-FFF2-40B4-BE49-F238E27FC236}">
                <a16:creationId xmlns:a16="http://schemas.microsoft.com/office/drawing/2014/main" id="{BE32F647-FBD3-4D46-9714-C0D779A8080D}"/>
              </a:ext>
            </a:extLst>
          </p:cNvPr>
          <p:cNvSpPr>
            <a:spLocks noGrp="1"/>
          </p:cNvSpPr>
          <p:nvPr>
            <p:ph type="dt" sz="half" idx="10"/>
          </p:nvPr>
        </p:nvSpPr>
        <p:spPr/>
        <p:txBody>
          <a:bodyPr/>
          <a:lstStyle/>
          <a:p>
            <a:fld id="{0BB6AF70-7C68-4319-AF4B-345D23F475EF}" type="datetime1">
              <a:rPr lang="en-US" smtClean="0"/>
              <a:t>5/9/2025</a:t>
            </a:fld>
            <a:endParaRPr lang="en-US"/>
          </a:p>
        </p:txBody>
      </p:sp>
      <p:sp>
        <p:nvSpPr>
          <p:cNvPr id="8" name="Footer Placeholder 7">
            <a:extLst>
              <a:ext uri="{FF2B5EF4-FFF2-40B4-BE49-F238E27FC236}">
                <a16:creationId xmlns:a16="http://schemas.microsoft.com/office/drawing/2014/main" id="{14760753-8345-48D3-823E-E7799D85E9A8}"/>
              </a:ext>
            </a:extLst>
          </p:cNvPr>
          <p:cNvSpPr>
            <a:spLocks noGrp="1"/>
          </p:cNvSpPr>
          <p:nvPr>
            <p:ph type="ftr" sz="quarter" idx="11"/>
          </p:nvPr>
        </p:nvSpPr>
        <p:spPr>
          <a:xfrm>
            <a:off x="6096000" y="6508001"/>
            <a:ext cx="5345151" cy="349999"/>
          </a:xfrm>
          <a:prstGeom prst="rect">
            <a:avLst/>
          </a:prstGeom>
        </p:spPr>
        <p:txBody>
          <a:bodyPr/>
          <a:lstStyle/>
          <a:p>
            <a:endParaRPr lang="en-US"/>
          </a:p>
        </p:txBody>
      </p:sp>
      <p:sp>
        <p:nvSpPr>
          <p:cNvPr id="9" name="Slide Number Placeholder 8">
            <a:extLst>
              <a:ext uri="{FF2B5EF4-FFF2-40B4-BE49-F238E27FC236}">
                <a16:creationId xmlns:a16="http://schemas.microsoft.com/office/drawing/2014/main" id="{EABB99D5-02A7-45F0-B534-B6581DF5847D}"/>
              </a:ext>
            </a:extLst>
          </p:cNvPr>
          <p:cNvSpPr>
            <a:spLocks noGrp="1"/>
          </p:cNvSpPr>
          <p:nvPr>
            <p:ph type="sldNum" sz="quarter" idx="12"/>
          </p:nvPr>
        </p:nvSpPr>
        <p:spPr/>
        <p:txBody>
          <a:bodyPr/>
          <a:lstStyle/>
          <a:p>
            <a:fld id="{507CC9FD-F0BE-4343-88E6-11D806760E48}" type="slidenum">
              <a:rPr lang="en-US" smtClean="0"/>
              <a:t>‹#›</a:t>
            </a:fld>
            <a:endParaRPr lang="en-US"/>
          </a:p>
        </p:txBody>
      </p:sp>
      <p:sp>
        <p:nvSpPr>
          <p:cNvPr id="10" name="Title 9">
            <a:extLst>
              <a:ext uri="{FF2B5EF4-FFF2-40B4-BE49-F238E27FC236}">
                <a16:creationId xmlns:a16="http://schemas.microsoft.com/office/drawing/2014/main" id="{15A8E38F-F454-4E0C-98DB-2A7A7146FFCA}"/>
              </a:ext>
            </a:extLst>
          </p:cNvPr>
          <p:cNvSpPr>
            <a:spLocks noGrp="1"/>
          </p:cNvSpPr>
          <p:nvPr>
            <p:ph type="title" hasCustomPrompt="1"/>
          </p:nvPr>
        </p:nvSpPr>
        <p:spPr/>
        <p:txBody>
          <a:bodyPr/>
          <a:lstStyle/>
          <a:p>
            <a:r>
              <a:rPr lang="en-GB" dirty="0"/>
              <a:t>Click to edit master title style</a:t>
            </a:r>
            <a:endParaRPr lang="en-US" dirty="0"/>
          </a:p>
        </p:txBody>
      </p:sp>
    </p:spTree>
    <p:extLst>
      <p:ext uri="{BB962C8B-B14F-4D97-AF65-F5344CB8AC3E}">
        <p14:creationId xmlns:p14="http://schemas.microsoft.com/office/powerpoint/2010/main" val="3776580285"/>
      </p:ext>
    </p:extLst>
  </p:cSld>
  <p:clrMapOvr>
    <a:masterClrMapping/>
  </p:clrMapOvr>
  <p:extLst>
    <p:ext uri="{DCECCB84-F9BA-43D5-87BE-67443E8EF086}">
      <p15:sldGuideLst xmlns:p15="http://schemas.microsoft.com/office/powerpoint/2012/main">
        <p15:guide id="1" pos="3898">
          <p15:clr>
            <a:srgbClr val="FBAE40"/>
          </p15:clr>
        </p15:guide>
        <p15:guide id="2" pos="3779">
          <p15:clr>
            <a:srgbClr val="FBAE40"/>
          </p15:clr>
        </p15:guide>
      </p15:sldGuideLst>
    </p:ext>
  </p:extLst>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2_Comparison">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B043D075-2D2A-432B-A997-D5993EB17945}"/>
              </a:ext>
            </a:extLst>
          </p:cNvPr>
          <p:cNvSpPr>
            <a:spLocks noGrp="1"/>
          </p:cNvSpPr>
          <p:nvPr>
            <p:ph type="body" idx="1" hasCustomPrompt="1"/>
          </p:nvPr>
        </p:nvSpPr>
        <p:spPr>
          <a:xfrm>
            <a:off x="652463" y="1300213"/>
            <a:ext cx="10877549" cy="411180"/>
          </a:xfrm>
        </p:spPr>
        <p:txBody>
          <a:bodyPr tIns="0" bIns="0" anchor="t">
            <a:noAutofit/>
          </a:bodyPr>
          <a:lstStyle>
            <a:lvl1pPr marL="0" indent="0">
              <a:buNone/>
              <a:defRPr sz="2400" b="0">
                <a:solidFill>
                  <a:schemeClr val="accent1"/>
                </a:solidFill>
                <a:latin typeface="+mj-lt"/>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dirty="0"/>
              <a:t>Click to edit master text styles</a:t>
            </a:r>
          </a:p>
        </p:txBody>
      </p:sp>
      <p:sp>
        <p:nvSpPr>
          <p:cNvPr id="4" name="Content Placeholder 3">
            <a:extLst>
              <a:ext uri="{FF2B5EF4-FFF2-40B4-BE49-F238E27FC236}">
                <a16:creationId xmlns:a16="http://schemas.microsoft.com/office/drawing/2014/main" id="{7F9F82A4-080D-41BF-B4A7-7E4FACCED81A}"/>
              </a:ext>
            </a:extLst>
          </p:cNvPr>
          <p:cNvSpPr>
            <a:spLocks noGrp="1"/>
          </p:cNvSpPr>
          <p:nvPr>
            <p:ph sz="half" idx="2" hasCustomPrompt="1"/>
          </p:nvPr>
        </p:nvSpPr>
        <p:spPr>
          <a:xfrm>
            <a:off x="652464" y="1905000"/>
            <a:ext cx="5346892" cy="4341813"/>
          </a:xfrm>
        </p:spPr>
        <p:txBody>
          <a:bodyPr/>
          <a:lstStyle/>
          <a:p>
            <a:pPr lvl="0"/>
            <a:r>
              <a:rPr lang="en-GB" dirty="0"/>
              <a:t>Click to edit master text styles</a:t>
            </a:r>
          </a:p>
          <a:p>
            <a:pPr lvl="1"/>
            <a:r>
              <a:rPr lang="en-GB" dirty="0"/>
              <a:t>Second level</a:t>
            </a:r>
          </a:p>
          <a:p>
            <a:pPr lvl="2"/>
            <a:r>
              <a:rPr lang="en-GB" dirty="0"/>
              <a:t>Third level</a:t>
            </a:r>
          </a:p>
          <a:p>
            <a:pPr lvl="3"/>
            <a:r>
              <a:rPr lang="en-GB" dirty="0"/>
              <a:t>Fourth level</a:t>
            </a:r>
          </a:p>
          <a:p>
            <a:pPr lvl="4"/>
            <a:r>
              <a:rPr lang="en-GB" dirty="0"/>
              <a:t>Fifth level</a:t>
            </a:r>
            <a:endParaRPr lang="en-US" dirty="0"/>
          </a:p>
        </p:txBody>
      </p:sp>
      <p:sp>
        <p:nvSpPr>
          <p:cNvPr id="6" name="Content Placeholder 5">
            <a:extLst>
              <a:ext uri="{FF2B5EF4-FFF2-40B4-BE49-F238E27FC236}">
                <a16:creationId xmlns:a16="http://schemas.microsoft.com/office/drawing/2014/main" id="{A9C8BA0B-4EA0-48FF-8698-F2CB788CC4FD}"/>
              </a:ext>
            </a:extLst>
          </p:cNvPr>
          <p:cNvSpPr>
            <a:spLocks noGrp="1"/>
          </p:cNvSpPr>
          <p:nvPr>
            <p:ph sz="quarter" idx="4" hasCustomPrompt="1"/>
          </p:nvPr>
        </p:nvSpPr>
        <p:spPr>
          <a:xfrm>
            <a:off x="6191650" y="1905000"/>
            <a:ext cx="5349240" cy="4341813"/>
          </a:xfrm>
        </p:spPr>
        <p:txBody>
          <a:bodyPr/>
          <a:lstStyle/>
          <a:p>
            <a:pPr lvl="0"/>
            <a:r>
              <a:rPr lang="en-GB" dirty="0"/>
              <a:t>Click to edit master text styles</a:t>
            </a:r>
          </a:p>
          <a:p>
            <a:pPr lvl="1"/>
            <a:r>
              <a:rPr lang="en-GB" dirty="0"/>
              <a:t>Second level</a:t>
            </a:r>
          </a:p>
          <a:p>
            <a:pPr lvl="2"/>
            <a:r>
              <a:rPr lang="en-GB" dirty="0"/>
              <a:t>Third level</a:t>
            </a:r>
          </a:p>
          <a:p>
            <a:pPr lvl="3"/>
            <a:r>
              <a:rPr lang="en-GB" dirty="0"/>
              <a:t>Fourth level</a:t>
            </a:r>
          </a:p>
          <a:p>
            <a:pPr lvl="4"/>
            <a:r>
              <a:rPr lang="en-GB" dirty="0"/>
              <a:t>Fifth level</a:t>
            </a:r>
            <a:endParaRPr lang="en-US" dirty="0"/>
          </a:p>
        </p:txBody>
      </p:sp>
      <p:sp>
        <p:nvSpPr>
          <p:cNvPr id="7" name="Date Placeholder 6">
            <a:extLst>
              <a:ext uri="{FF2B5EF4-FFF2-40B4-BE49-F238E27FC236}">
                <a16:creationId xmlns:a16="http://schemas.microsoft.com/office/drawing/2014/main" id="{BE32F647-FBD3-4D46-9714-C0D779A8080D}"/>
              </a:ext>
            </a:extLst>
          </p:cNvPr>
          <p:cNvSpPr>
            <a:spLocks noGrp="1"/>
          </p:cNvSpPr>
          <p:nvPr>
            <p:ph type="dt" sz="half" idx="10"/>
          </p:nvPr>
        </p:nvSpPr>
        <p:spPr/>
        <p:txBody>
          <a:bodyPr/>
          <a:lstStyle/>
          <a:p>
            <a:fld id="{0BB6AF70-7C68-4319-AF4B-345D23F475EF}" type="datetime1">
              <a:rPr lang="en-US" smtClean="0"/>
              <a:t>5/9/2025</a:t>
            </a:fld>
            <a:endParaRPr lang="en-US"/>
          </a:p>
        </p:txBody>
      </p:sp>
      <p:sp>
        <p:nvSpPr>
          <p:cNvPr id="8" name="Footer Placeholder 7">
            <a:extLst>
              <a:ext uri="{FF2B5EF4-FFF2-40B4-BE49-F238E27FC236}">
                <a16:creationId xmlns:a16="http://schemas.microsoft.com/office/drawing/2014/main" id="{14760753-8345-48D3-823E-E7799D85E9A8}"/>
              </a:ext>
            </a:extLst>
          </p:cNvPr>
          <p:cNvSpPr>
            <a:spLocks noGrp="1"/>
          </p:cNvSpPr>
          <p:nvPr>
            <p:ph type="ftr" sz="quarter" idx="11"/>
          </p:nvPr>
        </p:nvSpPr>
        <p:spPr>
          <a:xfrm>
            <a:off x="6096000" y="6508001"/>
            <a:ext cx="5345151" cy="349999"/>
          </a:xfrm>
          <a:prstGeom prst="rect">
            <a:avLst/>
          </a:prstGeom>
        </p:spPr>
        <p:txBody>
          <a:bodyPr/>
          <a:lstStyle/>
          <a:p>
            <a:endParaRPr lang="en-US"/>
          </a:p>
        </p:txBody>
      </p:sp>
      <p:sp>
        <p:nvSpPr>
          <p:cNvPr id="9" name="Slide Number Placeholder 8">
            <a:extLst>
              <a:ext uri="{FF2B5EF4-FFF2-40B4-BE49-F238E27FC236}">
                <a16:creationId xmlns:a16="http://schemas.microsoft.com/office/drawing/2014/main" id="{EABB99D5-02A7-45F0-B534-B6581DF5847D}"/>
              </a:ext>
            </a:extLst>
          </p:cNvPr>
          <p:cNvSpPr>
            <a:spLocks noGrp="1"/>
          </p:cNvSpPr>
          <p:nvPr>
            <p:ph type="sldNum" sz="quarter" idx="12"/>
          </p:nvPr>
        </p:nvSpPr>
        <p:spPr/>
        <p:txBody>
          <a:bodyPr/>
          <a:lstStyle/>
          <a:p>
            <a:fld id="{507CC9FD-F0BE-4343-88E6-11D806760E48}" type="slidenum">
              <a:rPr lang="en-US" smtClean="0"/>
              <a:t>‹#›</a:t>
            </a:fld>
            <a:endParaRPr lang="en-US"/>
          </a:p>
        </p:txBody>
      </p:sp>
      <p:sp>
        <p:nvSpPr>
          <p:cNvPr id="10" name="Title 9">
            <a:extLst>
              <a:ext uri="{FF2B5EF4-FFF2-40B4-BE49-F238E27FC236}">
                <a16:creationId xmlns:a16="http://schemas.microsoft.com/office/drawing/2014/main" id="{15A8E38F-F454-4E0C-98DB-2A7A7146FFCA}"/>
              </a:ext>
            </a:extLst>
          </p:cNvPr>
          <p:cNvSpPr>
            <a:spLocks noGrp="1"/>
          </p:cNvSpPr>
          <p:nvPr>
            <p:ph type="title" hasCustomPrompt="1"/>
          </p:nvPr>
        </p:nvSpPr>
        <p:spPr/>
        <p:txBody>
          <a:bodyPr/>
          <a:lstStyle/>
          <a:p>
            <a:r>
              <a:rPr lang="en-GB" dirty="0"/>
              <a:t>Click to edit master title style</a:t>
            </a:r>
            <a:endParaRPr lang="en-US" dirty="0"/>
          </a:p>
        </p:txBody>
      </p:sp>
    </p:spTree>
    <p:extLst>
      <p:ext uri="{BB962C8B-B14F-4D97-AF65-F5344CB8AC3E}">
        <p14:creationId xmlns:p14="http://schemas.microsoft.com/office/powerpoint/2010/main" val="1066783899"/>
      </p:ext>
    </p:extLst>
  </p:cSld>
  <p:clrMapOvr>
    <a:masterClrMapping/>
  </p:clrMapOvr>
  <p:extLst>
    <p:ext uri="{DCECCB84-F9BA-43D5-87BE-67443E8EF086}">
      <p15:sldGuideLst xmlns:p15="http://schemas.microsoft.com/office/powerpoint/2012/main">
        <p15:guide id="1" pos="3898">
          <p15:clr>
            <a:srgbClr val="FBAE40"/>
          </p15:clr>
        </p15:guide>
        <p15:guide id="2" pos="3779">
          <p15:clr>
            <a:srgbClr val="FBAE40"/>
          </p15:clr>
        </p15:guide>
      </p15:sldGuideLst>
    </p:ext>
  </p:extLst>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1_Comparison">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B043D075-2D2A-432B-A997-D5993EB17945}"/>
              </a:ext>
            </a:extLst>
          </p:cNvPr>
          <p:cNvSpPr>
            <a:spLocks noGrp="1"/>
          </p:cNvSpPr>
          <p:nvPr>
            <p:ph type="body" idx="1" hasCustomPrompt="1"/>
          </p:nvPr>
        </p:nvSpPr>
        <p:spPr>
          <a:xfrm>
            <a:off x="652463" y="1300213"/>
            <a:ext cx="10877549" cy="411180"/>
          </a:xfrm>
        </p:spPr>
        <p:txBody>
          <a:bodyPr tIns="0" bIns="0" anchor="t">
            <a:noAutofit/>
          </a:bodyPr>
          <a:lstStyle>
            <a:lvl1pPr marL="0" indent="0">
              <a:buNone/>
              <a:defRPr sz="2400" b="0">
                <a:solidFill>
                  <a:schemeClr val="accent1"/>
                </a:solidFill>
                <a:latin typeface="+mj-lt"/>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dirty="0"/>
              <a:t>Click to edit master text styles</a:t>
            </a:r>
          </a:p>
        </p:txBody>
      </p:sp>
      <p:sp>
        <p:nvSpPr>
          <p:cNvPr id="4" name="Content Placeholder 3">
            <a:extLst>
              <a:ext uri="{FF2B5EF4-FFF2-40B4-BE49-F238E27FC236}">
                <a16:creationId xmlns:a16="http://schemas.microsoft.com/office/drawing/2014/main" id="{7F9F82A4-080D-41BF-B4A7-7E4FACCED81A}"/>
              </a:ext>
            </a:extLst>
          </p:cNvPr>
          <p:cNvSpPr>
            <a:spLocks noGrp="1"/>
          </p:cNvSpPr>
          <p:nvPr>
            <p:ph sz="half" idx="2" hasCustomPrompt="1"/>
          </p:nvPr>
        </p:nvSpPr>
        <p:spPr>
          <a:xfrm>
            <a:off x="652464" y="1905000"/>
            <a:ext cx="10877548" cy="4341813"/>
          </a:xfrm>
        </p:spPr>
        <p:txBody>
          <a:bodyPr/>
          <a:lstStyle/>
          <a:p>
            <a:pPr lvl="0"/>
            <a:r>
              <a:rPr lang="en-GB" dirty="0"/>
              <a:t>Click to edit master text styles</a:t>
            </a:r>
          </a:p>
          <a:p>
            <a:pPr lvl="1"/>
            <a:r>
              <a:rPr lang="en-GB" dirty="0"/>
              <a:t>Second level</a:t>
            </a:r>
          </a:p>
          <a:p>
            <a:pPr lvl="2"/>
            <a:r>
              <a:rPr lang="en-GB" dirty="0"/>
              <a:t>Third level</a:t>
            </a:r>
          </a:p>
          <a:p>
            <a:pPr lvl="3"/>
            <a:r>
              <a:rPr lang="en-GB" dirty="0"/>
              <a:t>Fourth level</a:t>
            </a:r>
          </a:p>
          <a:p>
            <a:pPr lvl="4"/>
            <a:r>
              <a:rPr lang="en-GB" dirty="0"/>
              <a:t>Fifth level</a:t>
            </a:r>
            <a:endParaRPr lang="en-US" dirty="0"/>
          </a:p>
        </p:txBody>
      </p:sp>
      <p:sp>
        <p:nvSpPr>
          <p:cNvPr id="7" name="Date Placeholder 6">
            <a:extLst>
              <a:ext uri="{FF2B5EF4-FFF2-40B4-BE49-F238E27FC236}">
                <a16:creationId xmlns:a16="http://schemas.microsoft.com/office/drawing/2014/main" id="{BE32F647-FBD3-4D46-9714-C0D779A8080D}"/>
              </a:ext>
            </a:extLst>
          </p:cNvPr>
          <p:cNvSpPr>
            <a:spLocks noGrp="1"/>
          </p:cNvSpPr>
          <p:nvPr>
            <p:ph type="dt" sz="half" idx="10"/>
          </p:nvPr>
        </p:nvSpPr>
        <p:spPr/>
        <p:txBody>
          <a:bodyPr/>
          <a:lstStyle/>
          <a:p>
            <a:fld id="{0BB6AF70-7C68-4319-AF4B-345D23F475EF}" type="datetime1">
              <a:rPr lang="en-US" smtClean="0"/>
              <a:t>5/9/2025</a:t>
            </a:fld>
            <a:endParaRPr lang="en-US"/>
          </a:p>
        </p:txBody>
      </p:sp>
      <p:sp>
        <p:nvSpPr>
          <p:cNvPr id="8" name="Footer Placeholder 7">
            <a:extLst>
              <a:ext uri="{FF2B5EF4-FFF2-40B4-BE49-F238E27FC236}">
                <a16:creationId xmlns:a16="http://schemas.microsoft.com/office/drawing/2014/main" id="{14760753-8345-48D3-823E-E7799D85E9A8}"/>
              </a:ext>
            </a:extLst>
          </p:cNvPr>
          <p:cNvSpPr>
            <a:spLocks noGrp="1"/>
          </p:cNvSpPr>
          <p:nvPr>
            <p:ph type="ftr" sz="quarter" idx="11"/>
          </p:nvPr>
        </p:nvSpPr>
        <p:spPr>
          <a:xfrm>
            <a:off x="6096000" y="6508001"/>
            <a:ext cx="5345151" cy="349999"/>
          </a:xfrm>
          <a:prstGeom prst="rect">
            <a:avLst/>
          </a:prstGeom>
        </p:spPr>
        <p:txBody>
          <a:bodyPr/>
          <a:lstStyle/>
          <a:p>
            <a:endParaRPr lang="en-US"/>
          </a:p>
        </p:txBody>
      </p:sp>
      <p:sp>
        <p:nvSpPr>
          <p:cNvPr id="9" name="Slide Number Placeholder 8">
            <a:extLst>
              <a:ext uri="{FF2B5EF4-FFF2-40B4-BE49-F238E27FC236}">
                <a16:creationId xmlns:a16="http://schemas.microsoft.com/office/drawing/2014/main" id="{EABB99D5-02A7-45F0-B534-B6581DF5847D}"/>
              </a:ext>
            </a:extLst>
          </p:cNvPr>
          <p:cNvSpPr>
            <a:spLocks noGrp="1"/>
          </p:cNvSpPr>
          <p:nvPr>
            <p:ph type="sldNum" sz="quarter" idx="12"/>
          </p:nvPr>
        </p:nvSpPr>
        <p:spPr/>
        <p:txBody>
          <a:bodyPr/>
          <a:lstStyle/>
          <a:p>
            <a:fld id="{507CC9FD-F0BE-4343-88E6-11D806760E48}" type="slidenum">
              <a:rPr lang="en-US" smtClean="0"/>
              <a:t>‹#›</a:t>
            </a:fld>
            <a:endParaRPr lang="en-US"/>
          </a:p>
        </p:txBody>
      </p:sp>
      <p:sp>
        <p:nvSpPr>
          <p:cNvPr id="10" name="Title 9">
            <a:extLst>
              <a:ext uri="{FF2B5EF4-FFF2-40B4-BE49-F238E27FC236}">
                <a16:creationId xmlns:a16="http://schemas.microsoft.com/office/drawing/2014/main" id="{15A8E38F-F454-4E0C-98DB-2A7A7146FFCA}"/>
              </a:ext>
            </a:extLst>
          </p:cNvPr>
          <p:cNvSpPr>
            <a:spLocks noGrp="1"/>
          </p:cNvSpPr>
          <p:nvPr>
            <p:ph type="title" hasCustomPrompt="1"/>
          </p:nvPr>
        </p:nvSpPr>
        <p:spPr/>
        <p:txBody>
          <a:bodyPr/>
          <a:lstStyle/>
          <a:p>
            <a:r>
              <a:rPr lang="en-GB" dirty="0"/>
              <a:t>Click to edit master title style</a:t>
            </a:r>
            <a:endParaRPr lang="en-US" dirty="0"/>
          </a:p>
        </p:txBody>
      </p:sp>
    </p:spTree>
    <p:extLst>
      <p:ext uri="{BB962C8B-B14F-4D97-AF65-F5344CB8AC3E}">
        <p14:creationId xmlns:p14="http://schemas.microsoft.com/office/powerpoint/2010/main" val="971025593"/>
      </p:ext>
    </p:extLst>
  </p:cSld>
  <p:clrMapOvr>
    <a:masterClrMapping/>
  </p:clrMapOvr>
  <p:extLst>
    <p:ext uri="{DCECCB84-F9BA-43D5-87BE-67443E8EF086}">
      <p15:sldGuideLst xmlns:p15="http://schemas.microsoft.com/office/powerpoint/2012/main">
        <p15:guide id="1" pos="3898">
          <p15:clr>
            <a:srgbClr val="FBAE40"/>
          </p15:clr>
        </p15:guide>
        <p15:guide id="2" pos="3779">
          <p15:clr>
            <a:srgbClr val="FBAE40"/>
          </p15:clr>
        </p15:guide>
      </p15:sldGuideLst>
    </p:ext>
  </p:extLst>
</p:sldLayout>
</file>

<file path=ppt/slideLayouts/slideLayout18.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0FD9177-7015-4A49-8BC8-19EBA7FA07BC}"/>
              </a:ext>
            </a:extLst>
          </p:cNvPr>
          <p:cNvSpPr>
            <a:spLocks noGrp="1"/>
          </p:cNvSpPr>
          <p:nvPr>
            <p:ph type="title" hasCustomPrompt="1"/>
          </p:nvPr>
        </p:nvSpPr>
        <p:spPr/>
        <p:txBody>
          <a:bodyPr/>
          <a:lstStyle/>
          <a:p>
            <a:r>
              <a:rPr lang="en-GB" dirty="0"/>
              <a:t>Click to edit master title style</a:t>
            </a:r>
            <a:endParaRPr lang="en-US" dirty="0"/>
          </a:p>
        </p:txBody>
      </p:sp>
      <p:sp>
        <p:nvSpPr>
          <p:cNvPr id="3" name="Date Placeholder 2">
            <a:extLst>
              <a:ext uri="{FF2B5EF4-FFF2-40B4-BE49-F238E27FC236}">
                <a16:creationId xmlns:a16="http://schemas.microsoft.com/office/drawing/2014/main" id="{77311BDC-FBFB-4E6B-85D8-50672F62708B}"/>
              </a:ext>
            </a:extLst>
          </p:cNvPr>
          <p:cNvSpPr>
            <a:spLocks noGrp="1"/>
          </p:cNvSpPr>
          <p:nvPr>
            <p:ph type="dt" sz="half" idx="10"/>
          </p:nvPr>
        </p:nvSpPr>
        <p:spPr/>
        <p:txBody>
          <a:bodyPr/>
          <a:lstStyle/>
          <a:p>
            <a:fld id="{533A0BCA-0219-4609-BCAA-F9B407977B87}" type="datetime1">
              <a:rPr lang="en-US" smtClean="0"/>
              <a:t>5/9/2025</a:t>
            </a:fld>
            <a:endParaRPr lang="en-US"/>
          </a:p>
        </p:txBody>
      </p:sp>
      <p:sp>
        <p:nvSpPr>
          <p:cNvPr id="4" name="Footer Placeholder 3">
            <a:extLst>
              <a:ext uri="{FF2B5EF4-FFF2-40B4-BE49-F238E27FC236}">
                <a16:creationId xmlns:a16="http://schemas.microsoft.com/office/drawing/2014/main" id="{43C351E5-FCF4-4BB9-847A-04873875751A}"/>
              </a:ext>
            </a:extLst>
          </p:cNvPr>
          <p:cNvSpPr>
            <a:spLocks noGrp="1"/>
          </p:cNvSpPr>
          <p:nvPr>
            <p:ph type="ftr" sz="quarter" idx="11"/>
          </p:nvPr>
        </p:nvSpPr>
        <p:spPr>
          <a:xfrm>
            <a:off x="6096000" y="6508001"/>
            <a:ext cx="5345151" cy="349999"/>
          </a:xfrm>
          <a:prstGeom prst="rect">
            <a:avLst/>
          </a:prstGeom>
        </p:spPr>
        <p:txBody>
          <a:bodyPr/>
          <a:lstStyle/>
          <a:p>
            <a:endParaRPr lang="en-US"/>
          </a:p>
        </p:txBody>
      </p:sp>
      <p:sp>
        <p:nvSpPr>
          <p:cNvPr id="5" name="Slide Number Placeholder 4">
            <a:extLst>
              <a:ext uri="{FF2B5EF4-FFF2-40B4-BE49-F238E27FC236}">
                <a16:creationId xmlns:a16="http://schemas.microsoft.com/office/drawing/2014/main" id="{C37F9528-8E12-4DE8-A972-12DB95868CE4}"/>
              </a:ext>
            </a:extLst>
          </p:cNvPr>
          <p:cNvSpPr>
            <a:spLocks noGrp="1"/>
          </p:cNvSpPr>
          <p:nvPr>
            <p:ph type="sldNum" sz="quarter" idx="12"/>
          </p:nvPr>
        </p:nvSpPr>
        <p:spPr/>
        <p:txBody>
          <a:bodyPr/>
          <a:lstStyle/>
          <a:p>
            <a:fld id="{507CC9FD-F0BE-4343-88E6-11D806760E48}" type="slidenum">
              <a:rPr lang="en-US" smtClean="0"/>
              <a:t>‹#›</a:t>
            </a:fld>
            <a:endParaRPr lang="en-US"/>
          </a:p>
        </p:txBody>
      </p:sp>
    </p:spTree>
    <p:extLst>
      <p:ext uri="{BB962C8B-B14F-4D97-AF65-F5344CB8AC3E}">
        <p14:creationId xmlns:p14="http://schemas.microsoft.com/office/powerpoint/2010/main" val="2440870159"/>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DFCD0E95-6493-46FB-AF34-EA94C065B215}"/>
              </a:ext>
            </a:extLst>
          </p:cNvPr>
          <p:cNvSpPr>
            <a:spLocks noGrp="1"/>
          </p:cNvSpPr>
          <p:nvPr>
            <p:ph type="dt" sz="half" idx="10"/>
          </p:nvPr>
        </p:nvSpPr>
        <p:spPr/>
        <p:txBody>
          <a:bodyPr/>
          <a:lstStyle/>
          <a:p>
            <a:fld id="{62DED536-BC70-44DD-A9ED-888FC9634950}" type="datetime1">
              <a:rPr lang="en-US" smtClean="0"/>
              <a:t>5/9/2025</a:t>
            </a:fld>
            <a:endParaRPr lang="en-US"/>
          </a:p>
        </p:txBody>
      </p:sp>
      <p:sp>
        <p:nvSpPr>
          <p:cNvPr id="3" name="Footer Placeholder 2">
            <a:extLst>
              <a:ext uri="{FF2B5EF4-FFF2-40B4-BE49-F238E27FC236}">
                <a16:creationId xmlns:a16="http://schemas.microsoft.com/office/drawing/2014/main" id="{AF73F9C0-4038-4555-936D-C20E8B3F8729}"/>
              </a:ext>
            </a:extLst>
          </p:cNvPr>
          <p:cNvSpPr>
            <a:spLocks noGrp="1"/>
          </p:cNvSpPr>
          <p:nvPr>
            <p:ph type="ftr" sz="quarter" idx="11"/>
          </p:nvPr>
        </p:nvSpPr>
        <p:spPr>
          <a:xfrm>
            <a:off x="6096000" y="6508001"/>
            <a:ext cx="5345151" cy="349999"/>
          </a:xfrm>
          <a:prstGeom prst="rect">
            <a:avLst/>
          </a:prstGeom>
        </p:spPr>
        <p:txBody>
          <a:bodyPr/>
          <a:lstStyle/>
          <a:p>
            <a:endParaRPr lang="en-US"/>
          </a:p>
        </p:txBody>
      </p:sp>
      <p:sp>
        <p:nvSpPr>
          <p:cNvPr id="4" name="Slide Number Placeholder 3">
            <a:extLst>
              <a:ext uri="{FF2B5EF4-FFF2-40B4-BE49-F238E27FC236}">
                <a16:creationId xmlns:a16="http://schemas.microsoft.com/office/drawing/2014/main" id="{C05BBFE0-4186-4F2B-9BA3-81016EB00AB0}"/>
              </a:ext>
            </a:extLst>
          </p:cNvPr>
          <p:cNvSpPr>
            <a:spLocks noGrp="1"/>
          </p:cNvSpPr>
          <p:nvPr>
            <p:ph type="sldNum" sz="quarter" idx="12"/>
          </p:nvPr>
        </p:nvSpPr>
        <p:spPr/>
        <p:txBody>
          <a:bodyPr/>
          <a:lstStyle/>
          <a:p>
            <a:fld id="{507CC9FD-F0BE-4343-88E6-11D806760E48}" type="slidenum">
              <a:rPr lang="en-US" smtClean="0"/>
              <a:t>‹#›</a:t>
            </a:fld>
            <a:endParaRPr lang="en-US"/>
          </a:p>
        </p:txBody>
      </p:sp>
    </p:spTree>
    <p:extLst>
      <p:ext uri="{BB962C8B-B14F-4D97-AF65-F5344CB8AC3E}">
        <p14:creationId xmlns:p14="http://schemas.microsoft.com/office/powerpoint/2010/main" val="1189261844"/>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Content with Caption">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5CF916F4-C38C-43B6-B235-3D502D1227FA}"/>
              </a:ext>
            </a:extLst>
          </p:cNvPr>
          <p:cNvSpPr>
            <a:spLocks noGrp="1"/>
          </p:cNvSpPr>
          <p:nvPr>
            <p:ph idx="1" hasCustomPrompt="1"/>
          </p:nvPr>
        </p:nvSpPr>
        <p:spPr>
          <a:xfrm>
            <a:off x="652463" y="1299411"/>
            <a:ext cx="7281862" cy="4947402"/>
          </a:xfrm>
        </p:spPr>
        <p:txBody>
          <a:bodyPr>
            <a:normAutofit/>
          </a:bodyPr>
          <a:lstStyle>
            <a:lvl1pPr>
              <a:defRPr sz="2400"/>
            </a:lvl1pPr>
            <a:lvl2pPr>
              <a:defRPr sz="2000"/>
            </a:lvl2pPr>
            <a:lvl3pPr>
              <a:defRPr sz="2000"/>
            </a:lvl3pPr>
            <a:lvl4pPr>
              <a:defRPr sz="1600"/>
            </a:lvl4pPr>
            <a:lvl5pPr>
              <a:defRPr sz="1400"/>
            </a:lvl5pPr>
            <a:lvl6pPr>
              <a:defRPr sz="2000"/>
            </a:lvl6pPr>
            <a:lvl7pPr>
              <a:defRPr sz="2000"/>
            </a:lvl7pPr>
            <a:lvl8pPr>
              <a:defRPr sz="2000"/>
            </a:lvl8pPr>
            <a:lvl9pPr>
              <a:defRPr sz="2000"/>
            </a:lvl9pPr>
          </a:lstStyle>
          <a:p>
            <a:pPr lvl="0"/>
            <a:r>
              <a:rPr lang="en-GB" dirty="0"/>
              <a:t>Click to edit master text styles</a:t>
            </a:r>
          </a:p>
          <a:p>
            <a:pPr lvl="1"/>
            <a:r>
              <a:rPr lang="en-GB" dirty="0"/>
              <a:t>Second level</a:t>
            </a:r>
          </a:p>
          <a:p>
            <a:pPr lvl="2"/>
            <a:r>
              <a:rPr lang="en-GB" dirty="0"/>
              <a:t>Third level</a:t>
            </a:r>
          </a:p>
          <a:p>
            <a:pPr lvl="3"/>
            <a:r>
              <a:rPr lang="en-GB" dirty="0"/>
              <a:t>Fourth level</a:t>
            </a:r>
          </a:p>
          <a:p>
            <a:pPr lvl="4"/>
            <a:r>
              <a:rPr lang="en-GB" dirty="0"/>
              <a:t>Fifth level</a:t>
            </a:r>
            <a:endParaRPr lang="en-US" dirty="0"/>
          </a:p>
        </p:txBody>
      </p:sp>
      <p:sp>
        <p:nvSpPr>
          <p:cNvPr id="4" name="Text Placeholder 3">
            <a:extLst>
              <a:ext uri="{FF2B5EF4-FFF2-40B4-BE49-F238E27FC236}">
                <a16:creationId xmlns:a16="http://schemas.microsoft.com/office/drawing/2014/main" id="{11459137-F3DC-4BFD-A914-BD2F074799C4}"/>
              </a:ext>
            </a:extLst>
          </p:cNvPr>
          <p:cNvSpPr>
            <a:spLocks noGrp="1"/>
          </p:cNvSpPr>
          <p:nvPr>
            <p:ph type="body" sz="half" idx="2"/>
          </p:nvPr>
        </p:nvSpPr>
        <p:spPr>
          <a:xfrm>
            <a:off x="8115299" y="1299411"/>
            <a:ext cx="3424237" cy="4947402"/>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62841241-AD4B-40FC-B359-5F905A3F54EA}"/>
              </a:ext>
            </a:extLst>
          </p:cNvPr>
          <p:cNvSpPr>
            <a:spLocks noGrp="1"/>
          </p:cNvSpPr>
          <p:nvPr>
            <p:ph type="dt" sz="half" idx="10"/>
          </p:nvPr>
        </p:nvSpPr>
        <p:spPr/>
        <p:txBody>
          <a:bodyPr/>
          <a:lstStyle/>
          <a:p>
            <a:fld id="{7EAD5DDF-78C3-4D24-8288-F1F973E8CFAC}" type="datetime1">
              <a:rPr lang="en-US" smtClean="0"/>
              <a:t>5/9/2025</a:t>
            </a:fld>
            <a:endParaRPr lang="en-US"/>
          </a:p>
        </p:txBody>
      </p:sp>
      <p:sp>
        <p:nvSpPr>
          <p:cNvPr id="6" name="Footer Placeholder 5">
            <a:extLst>
              <a:ext uri="{FF2B5EF4-FFF2-40B4-BE49-F238E27FC236}">
                <a16:creationId xmlns:a16="http://schemas.microsoft.com/office/drawing/2014/main" id="{9BFCE36F-6757-4C81-8D75-C1BA7445B180}"/>
              </a:ext>
            </a:extLst>
          </p:cNvPr>
          <p:cNvSpPr>
            <a:spLocks noGrp="1"/>
          </p:cNvSpPr>
          <p:nvPr>
            <p:ph type="ftr" sz="quarter" idx="11"/>
          </p:nvPr>
        </p:nvSpPr>
        <p:spPr>
          <a:xfrm>
            <a:off x="6096000" y="6508001"/>
            <a:ext cx="5345151" cy="349999"/>
          </a:xfrm>
          <a:prstGeom prst="rect">
            <a:avLst/>
          </a:prstGeom>
        </p:spPr>
        <p:txBody>
          <a:bodyPr/>
          <a:lstStyle/>
          <a:p>
            <a:endParaRPr lang="en-US"/>
          </a:p>
        </p:txBody>
      </p:sp>
      <p:sp>
        <p:nvSpPr>
          <p:cNvPr id="7" name="Slide Number Placeholder 6">
            <a:extLst>
              <a:ext uri="{FF2B5EF4-FFF2-40B4-BE49-F238E27FC236}">
                <a16:creationId xmlns:a16="http://schemas.microsoft.com/office/drawing/2014/main" id="{34C39E91-7C9F-4996-8A46-74B61923F8DA}"/>
              </a:ext>
            </a:extLst>
          </p:cNvPr>
          <p:cNvSpPr>
            <a:spLocks noGrp="1"/>
          </p:cNvSpPr>
          <p:nvPr>
            <p:ph type="sldNum" sz="quarter" idx="12"/>
          </p:nvPr>
        </p:nvSpPr>
        <p:spPr/>
        <p:txBody>
          <a:bodyPr/>
          <a:lstStyle/>
          <a:p>
            <a:fld id="{507CC9FD-F0BE-4343-88E6-11D806760E48}" type="slidenum">
              <a:rPr lang="en-US" smtClean="0"/>
              <a:t>‹#›</a:t>
            </a:fld>
            <a:endParaRPr lang="en-US"/>
          </a:p>
        </p:txBody>
      </p:sp>
      <p:sp>
        <p:nvSpPr>
          <p:cNvPr id="8" name="Title 7">
            <a:extLst>
              <a:ext uri="{FF2B5EF4-FFF2-40B4-BE49-F238E27FC236}">
                <a16:creationId xmlns:a16="http://schemas.microsoft.com/office/drawing/2014/main" id="{9A4749DF-7520-4440-97E4-23F09CDEBB72}"/>
              </a:ext>
            </a:extLst>
          </p:cNvPr>
          <p:cNvSpPr>
            <a:spLocks noGrp="1"/>
          </p:cNvSpPr>
          <p:nvPr>
            <p:ph type="title" hasCustomPrompt="1"/>
          </p:nvPr>
        </p:nvSpPr>
        <p:spPr/>
        <p:txBody>
          <a:bodyPr/>
          <a:lstStyle/>
          <a:p>
            <a:r>
              <a:rPr lang="en-GB" dirty="0"/>
              <a:t>Click to edit master title style</a:t>
            </a:r>
            <a:endParaRPr lang="en-US" dirty="0"/>
          </a:p>
        </p:txBody>
      </p:sp>
    </p:spTree>
    <p:extLst>
      <p:ext uri="{BB962C8B-B14F-4D97-AF65-F5344CB8AC3E}">
        <p14:creationId xmlns:p14="http://schemas.microsoft.com/office/powerpoint/2010/main" val="573064348"/>
      </p:ext>
    </p:extLst>
  </p:cSld>
  <p:clrMapOvr>
    <a:masterClrMapping/>
  </p:clrMapOvr>
  <p:extLst>
    <p:ext uri="{DCECCB84-F9BA-43D5-87BE-67443E8EF086}">
      <p15:sldGuideLst xmlns:p15="http://schemas.microsoft.com/office/powerpoint/2012/main">
        <p15:guide id="1" pos="4998">
          <p15:clr>
            <a:srgbClr val="FBAE40"/>
          </p15:clr>
        </p15:guide>
        <p15:guide id="2" pos="5112">
          <p15:clr>
            <a:srgbClr val="FBAE40"/>
          </p15:clr>
        </p15:guide>
      </p15:sldGuideLst>
    </p:ext>
  </p:extLst>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Picture with Caption">
    <p:spTree>
      <p:nvGrpSpPr>
        <p:cNvPr id="1" name=""/>
        <p:cNvGrpSpPr/>
        <p:nvPr/>
      </p:nvGrpSpPr>
      <p:grpSpPr>
        <a:xfrm>
          <a:off x="0" y="0"/>
          <a:ext cx="0" cy="0"/>
          <a:chOff x="0" y="0"/>
          <a:chExt cx="0" cy="0"/>
        </a:xfrm>
      </p:grpSpPr>
      <p:sp>
        <p:nvSpPr>
          <p:cNvPr id="3" name="Picture Placeholder 2">
            <a:extLst>
              <a:ext uri="{FF2B5EF4-FFF2-40B4-BE49-F238E27FC236}">
                <a16:creationId xmlns:a16="http://schemas.microsoft.com/office/drawing/2014/main" id="{8879EB3B-AD57-4FF5-A996-C5EBDB21A697}"/>
              </a:ext>
            </a:extLst>
          </p:cNvPr>
          <p:cNvSpPr>
            <a:spLocks noGrp="1"/>
          </p:cNvSpPr>
          <p:nvPr>
            <p:ph type="pic" idx="1"/>
          </p:nvPr>
        </p:nvSpPr>
        <p:spPr>
          <a:xfrm>
            <a:off x="4267200" y="1299411"/>
            <a:ext cx="7272336" cy="4947402"/>
          </a:xfrm>
          <a:pattFill prst="pct5">
            <a:fgClr>
              <a:schemeClr val="accent1"/>
            </a:fgClr>
            <a:bgClr>
              <a:schemeClr val="bg1"/>
            </a:bgClr>
          </a:pattFill>
        </p:spPr>
        <p:txBody>
          <a:bodyPr anchor="ctr"/>
          <a:lstStyle>
            <a:lvl1pPr marL="0" indent="0" algn="ctr">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p>
        </p:txBody>
      </p:sp>
      <p:sp>
        <p:nvSpPr>
          <p:cNvPr id="4" name="Text Placeholder 3">
            <a:extLst>
              <a:ext uri="{FF2B5EF4-FFF2-40B4-BE49-F238E27FC236}">
                <a16:creationId xmlns:a16="http://schemas.microsoft.com/office/drawing/2014/main" id="{94CBA5EB-F56B-47B9-BCFC-3B0559DDC69B}"/>
              </a:ext>
            </a:extLst>
          </p:cNvPr>
          <p:cNvSpPr>
            <a:spLocks noGrp="1"/>
          </p:cNvSpPr>
          <p:nvPr>
            <p:ph type="body" sz="half" idx="2" hasCustomPrompt="1"/>
          </p:nvPr>
        </p:nvSpPr>
        <p:spPr>
          <a:xfrm>
            <a:off x="652464" y="1299411"/>
            <a:ext cx="3412156" cy="4947402"/>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dirty="0"/>
              <a:t>Click to edit master text styles</a:t>
            </a:r>
          </a:p>
        </p:txBody>
      </p:sp>
      <p:sp>
        <p:nvSpPr>
          <p:cNvPr id="5" name="Date Placeholder 4">
            <a:extLst>
              <a:ext uri="{FF2B5EF4-FFF2-40B4-BE49-F238E27FC236}">
                <a16:creationId xmlns:a16="http://schemas.microsoft.com/office/drawing/2014/main" id="{9E260082-1007-4952-8649-24426F4D28F9}"/>
              </a:ext>
            </a:extLst>
          </p:cNvPr>
          <p:cNvSpPr>
            <a:spLocks noGrp="1"/>
          </p:cNvSpPr>
          <p:nvPr>
            <p:ph type="dt" sz="half" idx="10"/>
          </p:nvPr>
        </p:nvSpPr>
        <p:spPr/>
        <p:txBody>
          <a:bodyPr/>
          <a:lstStyle/>
          <a:p>
            <a:fld id="{63CDC134-1212-4245-BDD2-2A024EDC0806}" type="datetime1">
              <a:rPr lang="en-US" smtClean="0"/>
              <a:t>5/9/2025</a:t>
            </a:fld>
            <a:endParaRPr lang="en-US"/>
          </a:p>
        </p:txBody>
      </p:sp>
      <p:sp>
        <p:nvSpPr>
          <p:cNvPr id="6" name="Footer Placeholder 5">
            <a:extLst>
              <a:ext uri="{FF2B5EF4-FFF2-40B4-BE49-F238E27FC236}">
                <a16:creationId xmlns:a16="http://schemas.microsoft.com/office/drawing/2014/main" id="{6E171AC9-0212-4534-A51A-C462800770C4}"/>
              </a:ext>
            </a:extLst>
          </p:cNvPr>
          <p:cNvSpPr>
            <a:spLocks noGrp="1"/>
          </p:cNvSpPr>
          <p:nvPr>
            <p:ph type="ftr" sz="quarter" idx="11"/>
          </p:nvPr>
        </p:nvSpPr>
        <p:spPr>
          <a:xfrm>
            <a:off x="6096000" y="6508001"/>
            <a:ext cx="5345151" cy="349999"/>
          </a:xfrm>
          <a:prstGeom prst="rect">
            <a:avLst/>
          </a:prstGeom>
        </p:spPr>
        <p:txBody>
          <a:bodyPr/>
          <a:lstStyle/>
          <a:p>
            <a:endParaRPr lang="en-US"/>
          </a:p>
        </p:txBody>
      </p:sp>
      <p:sp>
        <p:nvSpPr>
          <p:cNvPr id="7" name="Slide Number Placeholder 6">
            <a:extLst>
              <a:ext uri="{FF2B5EF4-FFF2-40B4-BE49-F238E27FC236}">
                <a16:creationId xmlns:a16="http://schemas.microsoft.com/office/drawing/2014/main" id="{D61692D0-CA86-4657-B84A-59748B8307D9}"/>
              </a:ext>
            </a:extLst>
          </p:cNvPr>
          <p:cNvSpPr>
            <a:spLocks noGrp="1"/>
          </p:cNvSpPr>
          <p:nvPr>
            <p:ph type="sldNum" sz="quarter" idx="12"/>
          </p:nvPr>
        </p:nvSpPr>
        <p:spPr/>
        <p:txBody>
          <a:bodyPr/>
          <a:lstStyle/>
          <a:p>
            <a:fld id="{507CC9FD-F0BE-4343-88E6-11D806760E48}" type="slidenum">
              <a:rPr lang="en-US" smtClean="0"/>
              <a:t>‹#›</a:t>
            </a:fld>
            <a:endParaRPr lang="en-US"/>
          </a:p>
        </p:txBody>
      </p:sp>
      <p:sp>
        <p:nvSpPr>
          <p:cNvPr id="8" name="Title 7">
            <a:extLst>
              <a:ext uri="{FF2B5EF4-FFF2-40B4-BE49-F238E27FC236}">
                <a16:creationId xmlns:a16="http://schemas.microsoft.com/office/drawing/2014/main" id="{B2191005-C272-4DA5-8C75-888452C14FEA}"/>
              </a:ext>
            </a:extLst>
          </p:cNvPr>
          <p:cNvSpPr>
            <a:spLocks noGrp="1"/>
          </p:cNvSpPr>
          <p:nvPr>
            <p:ph type="title" hasCustomPrompt="1"/>
          </p:nvPr>
        </p:nvSpPr>
        <p:spPr/>
        <p:txBody>
          <a:bodyPr/>
          <a:lstStyle/>
          <a:p>
            <a:r>
              <a:rPr lang="en-GB" dirty="0"/>
              <a:t>Click to edit master title style</a:t>
            </a:r>
            <a:endParaRPr lang="en-US" dirty="0"/>
          </a:p>
        </p:txBody>
      </p:sp>
    </p:spTree>
    <p:extLst>
      <p:ext uri="{BB962C8B-B14F-4D97-AF65-F5344CB8AC3E}">
        <p14:creationId xmlns:p14="http://schemas.microsoft.com/office/powerpoint/2010/main" val="403050053"/>
      </p:ext>
    </p:extLst>
  </p:cSld>
  <p:clrMapOvr>
    <a:masterClrMapping/>
  </p:clrMapOvr>
  <p:extLst>
    <p:ext uri="{DCECCB84-F9BA-43D5-87BE-67443E8EF086}">
      <p15:sldGuideLst xmlns:p15="http://schemas.microsoft.com/office/powerpoint/2012/main">
        <p15:guide id="1" pos="2560">
          <p15:clr>
            <a:srgbClr val="FBAE40"/>
          </p15:clr>
        </p15:guide>
        <p15:guide id="2" pos="2688">
          <p15:clr>
            <a:srgbClr val="FBAE40"/>
          </p15:clr>
        </p15:guide>
      </p15:sldGuideLst>
    </p:ext>
  </p:extLst>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2C1E3B62-6B93-4CD8-A0FD-73045DF01E3A}"/>
              </a:ext>
            </a:extLst>
          </p:cNvPr>
          <p:cNvSpPr/>
          <p:nvPr userDrawn="1"/>
        </p:nvSpPr>
        <p:spPr>
          <a:xfrm>
            <a:off x="0" y="0"/>
            <a:ext cx="12192000" cy="6858000"/>
          </a:xfrm>
          <a:prstGeom prst="rect">
            <a:avLst/>
          </a:prstGeom>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9600" dirty="0">
                <a:latin typeface="+mj-lt"/>
              </a:rPr>
              <a:t>Do Not Use Slide Layouts After This</a:t>
            </a:r>
          </a:p>
        </p:txBody>
      </p:sp>
    </p:spTree>
    <p:extLst>
      <p:ext uri="{BB962C8B-B14F-4D97-AF65-F5344CB8AC3E}">
        <p14:creationId xmlns:p14="http://schemas.microsoft.com/office/powerpoint/2010/main" val="3516257753"/>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slideLayout" Target="../slideLayouts/slideLayout18.xml"/><Relationship Id="rId19" Type="http://schemas.openxmlformats.org/officeDocument/2006/relationships/slideLayout" Target="../slideLayouts/slideLayout19.xml"/><Relationship Id="rId20" Type="http://schemas.openxmlformats.org/officeDocument/2006/relationships/slideLayout" Target="../slideLayouts/slideLayout20.xml"/><Relationship Id="rId21" Type="http://schemas.openxmlformats.org/officeDocument/2006/relationships/slideLayout" Target="../slideLayouts/slideLayout21.xml"/><Relationship Id="rId22" Type="http://schemas.openxmlformats.org/officeDocument/2006/relationships/slideLayout" Target="../slideLayouts/slideLayout22.xml"/><Relationship Id="rId23" Type="http://schemas.openxmlformats.org/officeDocument/2006/relationships/theme" Target="../theme/theme1.xml"/><Relationship Id="rId24" Type="http://schemas.openxmlformats.org/officeDocument/2006/relationships/image" Target="../media/image1.jpeg"/><Relationship Id="rId25" Type="http://schemas.openxmlformats.org/officeDocument/2006/relationships/image" Target="../media/image2.png"/><Relationship Id="rId26" Type="http://schemas.openxmlformats.org/officeDocument/2006/relationships/image" Target="../media/image3.svg"/></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pic>
        <p:nvPicPr>
          <p:cNvPr id="8" name="Picture 7">
            <a:extLst>
              <a:ext uri="{FF2B5EF4-FFF2-40B4-BE49-F238E27FC236}">
                <a16:creationId xmlns:a16="http://schemas.microsoft.com/office/drawing/2014/main" id="{B5FA72F0-4BED-F339-CDB2-0E0B1B5B03F5}"/>
              </a:ext>
            </a:extLst>
          </p:cNvPr>
          <p:cNvPicPr>
            <a:picLocks noChangeAspect="1"/>
          </p:cNvPicPr>
          <p:nvPr userDrawn="1"/>
        </p:nvPicPr>
        <p:blipFill>
          <a:blip r:embed="rId24">
            <a:extLst>
              <a:ext uri="{28A0092B-C50C-407E-A947-70E740481C1C}">
                <a14:useLocalDpi xmlns:a14="http://schemas.microsoft.com/office/drawing/2010/main" val="0"/>
              </a:ext>
            </a:extLst>
          </a:blip>
          <a:stretch>
            <a:fillRect/>
          </a:stretch>
        </p:blipFill>
        <p:spPr>
          <a:xfrm>
            <a:off x="-4200" y="6495989"/>
            <a:ext cx="12200400" cy="362011"/>
          </a:xfrm>
          <a:prstGeom prst="rect">
            <a:avLst/>
          </a:prstGeom>
        </p:spPr>
      </p:pic>
      <p:grpSp>
        <p:nvGrpSpPr>
          <p:cNvPr id="13" name="Group 12" hidden="1">
            <a:extLst>
              <a:ext uri="{FF2B5EF4-FFF2-40B4-BE49-F238E27FC236}">
                <a16:creationId xmlns:a16="http://schemas.microsoft.com/office/drawing/2014/main" id="{B49CC672-C64F-47FA-92E7-3CA95B9FFBCC}"/>
              </a:ext>
            </a:extLst>
          </p:cNvPr>
          <p:cNvGrpSpPr/>
          <p:nvPr/>
        </p:nvGrpSpPr>
        <p:grpSpPr>
          <a:xfrm>
            <a:off x="4143639" y="-383196"/>
            <a:ext cx="3892639" cy="384717"/>
            <a:chOff x="4143639" y="-383196"/>
            <a:chExt cx="3892639" cy="384717"/>
          </a:xfrm>
        </p:grpSpPr>
        <p:sp>
          <p:nvSpPr>
            <p:cNvPr id="9" name="Rectangle 8">
              <a:extLst>
                <a:ext uri="{FF2B5EF4-FFF2-40B4-BE49-F238E27FC236}">
                  <a16:creationId xmlns:a16="http://schemas.microsoft.com/office/drawing/2014/main" id="{C5ABD84C-1053-4903-99C6-DB42A37EC3AD}"/>
                </a:ext>
              </a:extLst>
            </p:cNvPr>
            <p:cNvSpPr/>
            <p:nvPr userDrawn="1"/>
          </p:nvSpPr>
          <p:spPr>
            <a:xfrm>
              <a:off x="4143639" y="-383196"/>
              <a:ext cx="199707" cy="384717"/>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5" name="Rectangle 44">
              <a:extLst>
                <a:ext uri="{FF2B5EF4-FFF2-40B4-BE49-F238E27FC236}">
                  <a16:creationId xmlns:a16="http://schemas.microsoft.com/office/drawing/2014/main" id="{5C5CE6E5-A6B5-45C3-BF37-C51129ED31F2}"/>
                </a:ext>
              </a:extLst>
            </p:cNvPr>
            <p:cNvSpPr/>
            <p:nvPr userDrawn="1"/>
          </p:nvSpPr>
          <p:spPr>
            <a:xfrm>
              <a:off x="5264238" y="-383196"/>
              <a:ext cx="199707" cy="384717"/>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7" name="Rectangle 46">
              <a:extLst>
                <a:ext uri="{FF2B5EF4-FFF2-40B4-BE49-F238E27FC236}">
                  <a16:creationId xmlns:a16="http://schemas.microsoft.com/office/drawing/2014/main" id="{4C80C763-ED8A-4014-80B4-53844DAE4571}"/>
                </a:ext>
              </a:extLst>
            </p:cNvPr>
            <p:cNvSpPr/>
            <p:nvPr userDrawn="1"/>
          </p:nvSpPr>
          <p:spPr>
            <a:xfrm>
              <a:off x="5994398" y="-383196"/>
              <a:ext cx="199707" cy="384717"/>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9" name="Rectangle 48">
              <a:extLst>
                <a:ext uri="{FF2B5EF4-FFF2-40B4-BE49-F238E27FC236}">
                  <a16:creationId xmlns:a16="http://schemas.microsoft.com/office/drawing/2014/main" id="{0C7C2FBF-BFD0-45A0-B380-74B05AFC2538}"/>
                </a:ext>
              </a:extLst>
            </p:cNvPr>
            <p:cNvSpPr/>
            <p:nvPr userDrawn="1"/>
          </p:nvSpPr>
          <p:spPr>
            <a:xfrm>
              <a:off x="6730937" y="-383196"/>
              <a:ext cx="199707" cy="384717"/>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0" name="Rectangle 49">
              <a:extLst>
                <a:ext uri="{FF2B5EF4-FFF2-40B4-BE49-F238E27FC236}">
                  <a16:creationId xmlns:a16="http://schemas.microsoft.com/office/drawing/2014/main" id="{B9482447-E03F-4041-99E7-672360BB900B}"/>
                </a:ext>
              </a:extLst>
            </p:cNvPr>
            <p:cNvSpPr/>
            <p:nvPr userDrawn="1"/>
          </p:nvSpPr>
          <p:spPr>
            <a:xfrm>
              <a:off x="7836571" y="-383196"/>
              <a:ext cx="199707" cy="384717"/>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2" name="Title Placeholder 1">
            <a:extLst>
              <a:ext uri="{FF2B5EF4-FFF2-40B4-BE49-F238E27FC236}">
                <a16:creationId xmlns:a16="http://schemas.microsoft.com/office/drawing/2014/main" id="{87B8FEC4-229F-4ABD-A99D-F43B745A995C}"/>
              </a:ext>
            </a:extLst>
          </p:cNvPr>
          <p:cNvSpPr>
            <a:spLocks noGrp="1"/>
          </p:cNvSpPr>
          <p:nvPr>
            <p:ph type="title"/>
          </p:nvPr>
        </p:nvSpPr>
        <p:spPr>
          <a:xfrm>
            <a:off x="652463" y="202130"/>
            <a:ext cx="10877550" cy="714491"/>
          </a:xfrm>
          <a:prstGeom prst="rect">
            <a:avLst/>
          </a:prstGeom>
        </p:spPr>
        <p:txBody>
          <a:bodyPr vert="horz" lIns="0" tIns="0" rIns="0" bIns="0" rtlCol="0" anchor="b">
            <a:noAutofit/>
          </a:bodyPr>
          <a:lstStyle/>
          <a:p>
            <a:r>
              <a:rPr lang="en-US"/>
              <a:t>Click to edit Master title style</a:t>
            </a:r>
            <a:endParaRPr lang="en-US" dirty="0"/>
          </a:p>
        </p:txBody>
      </p:sp>
      <p:sp>
        <p:nvSpPr>
          <p:cNvPr id="3" name="Text Placeholder 2">
            <a:extLst>
              <a:ext uri="{FF2B5EF4-FFF2-40B4-BE49-F238E27FC236}">
                <a16:creationId xmlns:a16="http://schemas.microsoft.com/office/drawing/2014/main" id="{B2969EAB-0ED6-424B-82E0-E3807DAE9ED1}"/>
              </a:ext>
            </a:extLst>
          </p:cNvPr>
          <p:cNvSpPr>
            <a:spLocks noGrp="1"/>
          </p:cNvSpPr>
          <p:nvPr>
            <p:ph type="body" idx="1"/>
          </p:nvPr>
        </p:nvSpPr>
        <p:spPr>
          <a:xfrm>
            <a:off x="652464" y="1295400"/>
            <a:ext cx="10877549" cy="4951396"/>
          </a:xfrm>
          <a:prstGeom prst="rect">
            <a:avLst/>
          </a:prstGeom>
        </p:spPr>
        <p:txBody>
          <a:bodyPr vert="horz" lIns="0" tIns="0" rIns="0" bIns="0" rtlCol="0">
            <a:no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a:extLst>
              <a:ext uri="{FF2B5EF4-FFF2-40B4-BE49-F238E27FC236}">
                <a16:creationId xmlns:a16="http://schemas.microsoft.com/office/drawing/2014/main" id="{8143DB56-6734-4844-934F-ABB4E8010297}"/>
              </a:ext>
            </a:extLst>
          </p:cNvPr>
          <p:cNvSpPr>
            <a:spLocks noGrp="1"/>
          </p:cNvSpPr>
          <p:nvPr>
            <p:ph type="dt" sz="half" idx="2"/>
          </p:nvPr>
        </p:nvSpPr>
        <p:spPr>
          <a:xfrm>
            <a:off x="0" y="1"/>
            <a:ext cx="2743200" cy="195145"/>
          </a:xfrm>
          <a:prstGeom prst="rect">
            <a:avLst/>
          </a:prstGeom>
        </p:spPr>
        <p:txBody>
          <a:bodyPr vert="horz" lIns="91440" tIns="45720" rIns="91440" bIns="45720" rtlCol="0" anchor="ctr"/>
          <a:lstStyle>
            <a:lvl1pPr algn="l">
              <a:defRPr sz="800">
                <a:solidFill>
                  <a:schemeClr val="tx1">
                    <a:tint val="75000"/>
                  </a:schemeClr>
                </a:solidFill>
              </a:defRPr>
            </a:lvl1pPr>
          </a:lstStyle>
          <a:p>
            <a:fld id="{97712061-5B3B-4D83-B4CE-40429F6CC7E7}" type="datetime1">
              <a:rPr lang="en-US" smtClean="0"/>
              <a:t>5/9/2025</a:t>
            </a:fld>
            <a:endParaRPr lang="en-US"/>
          </a:p>
        </p:txBody>
      </p:sp>
      <p:sp>
        <p:nvSpPr>
          <p:cNvPr id="5" name="Footer Placeholder 4">
            <a:extLst>
              <a:ext uri="{FF2B5EF4-FFF2-40B4-BE49-F238E27FC236}">
                <a16:creationId xmlns:a16="http://schemas.microsoft.com/office/drawing/2014/main" id="{30ADBFE2-706E-4B75-8B72-1A1D8087D4BA}"/>
              </a:ext>
            </a:extLst>
          </p:cNvPr>
          <p:cNvSpPr>
            <a:spLocks noGrp="1"/>
          </p:cNvSpPr>
          <p:nvPr>
            <p:ph type="ftr" sz="quarter" idx="3"/>
          </p:nvPr>
        </p:nvSpPr>
        <p:spPr>
          <a:xfrm>
            <a:off x="6091238" y="6529947"/>
            <a:ext cx="5345151" cy="306105"/>
          </a:xfrm>
          <a:prstGeom prst="rect">
            <a:avLst/>
          </a:prstGeom>
        </p:spPr>
        <p:txBody>
          <a:bodyPr vert="horz" lIns="91440" tIns="45720" rIns="91440" bIns="45720" rtlCol="0" anchor="ctr"/>
          <a:lstStyle>
            <a:lvl1pPr algn="l">
              <a:defRPr sz="1200">
                <a:solidFill>
                  <a:schemeClr val="bg1"/>
                </a:solidFill>
              </a:defRPr>
            </a:lvl1pPr>
          </a:lstStyle>
          <a:p>
            <a:endParaRPr lang="en-US" dirty="0"/>
          </a:p>
        </p:txBody>
      </p:sp>
      <p:sp>
        <p:nvSpPr>
          <p:cNvPr id="6" name="Slide Number Placeholder 5">
            <a:extLst>
              <a:ext uri="{FF2B5EF4-FFF2-40B4-BE49-F238E27FC236}">
                <a16:creationId xmlns:a16="http://schemas.microsoft.com/office/drawing/2014/main" id="{0DAC9DDA-931A-4383-A30D-B2F78CD3D164}"/>
              </a:ext>
            </a:extLst>
          </p:cNvPr>
          <p:cNvSpPr>
            <a:spLocks noGrp="1"/>
          </p:cNvSpPr>
          <p:nvPr>
            <p:ph type="sldNum" sz="quarter" idx="4"/>
          </p:nvPr>
        </p:nvSpPr>
        <p:spPr>
          <a:xfrm>
            <a:off x="11597268" y="6508001"/>
            <a:ext cx="506116" cy="349999"/>
          </a:xfrm>
          <a:prstGeom prst="rect">
            <a:avLst/>
          </a:prstGeom>
        </p:spPr>
        <p:txBody>
          <a:bodyPr vert="horz" lIns="0" tIns="45720" rIns="0" bIns="45720" rtlCol="0" anchor="ctr"/>
          <a:lstStyle>
            <a:lvl1pPr algn="l">
              <a:defRPr sz="1200">
                <a:solidFill>
                  <a:schemeClr val="bg1"/>
                </a:solidFill>
              </a:defRPr>
            </a:lvl1pPr>
          </a:lstStyle>
          <a:p>
            <a:fld id="{507CC9FD-F0BE-4343-88E6-11D806760E48}" type="slidenum">
              <a:rPr lang="en-US" smtClean="0"/>
              <a:pPr/>
              <a:t>‹#›</a:t>
            </a:fld>
            <a:endParaRPr lang="en-US" dirty="0"/>
          </a:p>
        </p:txBody>
      </p:sp>
      <p:pic>
        <p:nvPicPr>
          <p:cNvPr id="28" name="Graphic 27">
            <a:extLst>
              <a:ext uri="{FF2B5EF4-FFF2-40B4-BE49-F238E27FC236}">
                <a16:creationId xmlns:a16="http://schemas.microsoft.com/office/drawing/2014/main" id="{A27B62E7-3B26-4913-A667-99C90CE04A7C}"/>
              </a:ext>
            </a:extLst>
          </p:cNvPr>
          <p:cNvPicPr>
            <a:picLocks noChangeAspect="1"/>
          </p:cNvPicPr>
          <p:nvPr/>
        </p:nvPicPr>
        <p:blipFill rotWithShape="1">
          <a:blip r:embed="rId25">
            <a:extLst>
              <a:ext uri="{28A0092B-C50C-407E-A947-70E740481C1C}">
                <a14:useLocalDpi xmlns:a14="http://schemas.microsoft.com/office/drawing/2010/main" val="0"/>
              </a:ext>
              <a:ext uri="{96DAC541-7B7A-43D3-8B79-37D633B846F1}">
                <asvg:svgBlip xmlns:asvg="http://schemas.microsoft.com/office/drawing/2016/SVG/main" r:embed="rId26"/>
              </a:ext>
            </a:extLst>
          </a:blip>
          <a:srcRect l="11064" t="25850" r="11371" b="26766"/>
          <a:stretch/>
        </p:blipFill>
        <p:spPr>
          <a:xfrm>
            <a:off x="465625" y="6571893"/>
            <a:ext cx="865204" cy="210199"/>
          </a:xfrm>
          <a:prstGeom prst="rect">
            <a:avLst/>
          </a:prstGeom>
        </p:spPr>
      </p:pic>
    </p:spTree>
    <p:extLst>
      <p:ext uri="{BB962C8B-B14F-4D97-AF65-F5344CB8AC3E}">
        <p14:creationId xmlns:p14="http://schemas.microsoft.com/office/powerpoint/2010/main" val="956233546"/>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 id="2147483672" r:id="rId12"/>
    <p:sldLayoutId id="2147483673" r:id="rId13"/>
    <p:sldLayoutId id="2147483674" r:id="rId14"/>
    <p:sldLayoutId id="2147483675" r:id="rId15"/>
    <p:sldLayoutId id="2147483682" r:id="rId16"/>
    <p:sldLayoutId id="2147483681" r:id="rId17"/>
    <p:sldLayoutId id="2147483676" r:id="rId18"/>
    <p:sldLayoutId id="2147483677" r:id="rId19"/>
    <p:sldLayoutId id="2147483678" r:id="rId20"/>
    <p:sldLayoutId id="2147483679" r:id="rId21"/>
    <p:sldLayoutId id="2147483680" r:id="rId22"/>
  </p:sldLayoutIdLst>
  <p:hf hdr="0" ftr="0" dt="0"/>
  <p:txStyles>
    <p:titleStyle>
      <a:lvl1pPr algn="l" defTabSz="914400" rtl="0" eaLnBrk="1" latinLnBrk="0" hangingPunct="1">
        <a:lnSpc>
          <a:spcPct val="90000"/>
        </a:lnSpc>
        <a:spcBef>
          <a:spcPct val="0"/>
        </a:spcBef>
        <a:buNone/>
        <a:defRPr sz="3200" kern="1200">
          <a:solidFill>
            <a:schemeClr val="accent1"/>
          </a:solidFill>
          <a:latin typeface="+mj-lt"/>
          <a:ea typeface="+mj-ea"/>
          <a:cs typeface="+mj-cs"/>
        </a:defRPr>
      </a:lvl1pPr>
    </p:titleStyle>
    <p:bodyStyle>
      <a:lvl1pPr marL="228600" indent="-228600" algn="l" defTabSz="914400" rtl="0" eaLnBrk="1" latinLnBrk="0" hangingPunct="1">
        <a:lnSpc>
          <a:spcPct val="100000"/>
        </a:lnSpc>
        <a:spcBef>
          <a:spcPts val="1200"/>
        </a:spcBef>
        <a:buFont typeface="Arial" panose="020B0604020202020204" pitchFamily="34" charset="0"/>
        <a:buChar char="•"/>
        <a:defRPr sz="2400" kern="1200">
          <a:solidFill>
            <a:schemeClr val="tx2"/>
          </a:solidFill>
          <a:latin typeface="+mn-lt"/>
          <a:ea typeface="+mn-ea"/>
          <a:cs typeface="+mn-cs"/>
        </a:defRPr>
      </a:lvl1pPr>
      <a:lvl2pPr marL="457200" indent="-228600" algn="l" defTabSz="914400" rtl="0" eaLnBrk="1" latinLnBrk="0" hangingPunct="1">
        <a:lnSpc>
          <a:spcPct val="100000"/>
        </a:lnSpc>
        <a:spcBef>
          <a:spcPts val="1200"/>
        </a:spcBef>
        <a:buFont typeface="Arial" panose="020B0604020202020204" pitchFamily="34" charset="0"/>
        <a:buChar char="•"/>
        <a:defRPr sz="2000" kern="1200">
          <a:solidFill>
            <a:schemeClr val="tx2"/>
          </a:solidFill>
          <a:latin typeface="+mn-lt"/>
          <a:ea typeface="+mn-ea"/>
          <a:cs typeface="+mn-cs"/>
        </a:defRPr>
      </a:lvl2pPr>
      <a:lvl3pPr marL="685800" indent="-228600" algn="l" defTabSz="914400" rtl="0" eaLnBrk="1" latinLnBrk="0" hangingPunct="1">
        <a:lnSpc>
          <a:spcPct val="100000"/>
        </a:lnSpc>
        <a:spcBef>
          <a:spcPts val="1200"/>
        </a:spcBef>
        <a:buFont typeface="Arial" panose="020B0604020202020204" pitchFamily="34" charset="0"/>
        <a:buChar char="•"/>
        <a:defRPr sz="1800" kern="1200">
          <a:solidFill>
            <a:schemeClr val="tx2"/>
          </a:solidFill>
          <a:latin typeface="+mn-lt"/>
          <a:ea typeface="+mn-ea"/>
          <a:cs typeface="+mn-cs"/>
        </a:defRPr>
      </a:lvl3pPr>
      <a:lvl4pPr marL="914400" indent="-228600" algn="l" defTabSz="914400" rtl="0" eaLnBrk="1" latinLnBrk="0" hangingPunct="1">
        <a:lnSpc>
          <a:spcPct val="100000"/>
        </a:lnSpc>
        <a:spcBef>
          <a:spcPts val="1200"/>
        </a:spcBef>
        <a:buFont typeface="Arial" panose="020B0604020202020204" pitchFamily="34" charset="0"/>
        <a:buChar char="•"/>
        <a:defRPr sz="1600" kern="1200">
          <a:solidFill>
            <a:schemeClr val="tx2"/>
          </a:solidFill>
          <a:latin typeface="+mn-lt"/>
          <a:ea typeface="+mn-ea"/>
          <a:cs typeface="+mn-cs"/>
        </a:defRPr>
      </a:lvl4pPr>
      <a:lvl5pPr marL="1143000" indent="-228600" algn="l" defTabSz="914400" rtl="0" eaLnBrk="1" latinLnBrk="0" hangingPunct="1">
        <a:lnSpc>
          <a:spcPct val="100000"/>
        </a:lnSpc>
        <a:spcBef>
          <a:spcPts val="1200"/>
        </a:spcBef>
        <a:buFont typeface="Arial" panose="020B0604020202020204" pitchFamily="34" charset="0"/>
        <a:buChar char="•"/>
        <a:defRPr sz="1400" kern="1200">
          <a:solidFill>
            <a:schemeClr val="tx2"/>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3935">
          <p15:clr>
            <a:srgbClr val="F26B43"/>
          </p15:clr>
        </p15:guide>
        <p15:guide id="2" pos="3840">
          <p15:clr>
            <a:srgbClr val="A4A3A4"/>
          </p15:clr>
        </p15:guide>
        <p15:guide id="3" pos="411">
          <p15:clr>
            <a:srgbClr val="F26B43"/>
          </p15:clr>
        </p15:guide>
        <p15:guide id="4" pos="7267">
          <p15:clr>
            <a:srgbClr val="F26B43"/>
          </p15:clr>
        </p15:guide>
        <p15:guide id="5" orient="horz" pos="816">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46.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p:txBody>
          <a:bodyPr/>
          <a:lstStyle/>
          <a:p>
            <a:r>
              <a:rPr sz="3800" b="0" i="0">
                <a:solidFill>
                  <a:srgbClr val="004C97"/>
                </a:solidFill>
                <a:latin typeface="Open Sans"/>
                <a:ea typeface="Noto Sans CJK KR"/>
              </a:rPr>
              <a:t>Tosca Commander MCP</a:t>
            </a:r>
          </a:p>
          <a:p>
            <a:r>
              <a:rPr sz="3800" b="0" i="0">
                <a:solidFill>
                  <a:srgbClr val="004C97"/>
                </a:solidFill>
                <a:latin typeface="Open Sans"/>
                <a:ea typeface="Noto Sans CJK KR"/>
              </a:rPr>
              <a:t>입문 교육</a:t>
            </a:r>
          </a:p>
        </p:txBody>
      </p:sp>
      <p:sp>
        <p:nvSpPr>
          <p:cNvPr id="3" name="TextBox 2"/>
          <p:cNvSpPr txBox="1"/>
          <p:nvPr/>
        </p:nvSpPr>
        <p:spPr>
          <a:xfrm>
            <a:off x="658368" y="3831336"/>
            <a:ext cx="6995160" cy="1600200"/>
          </a:xfrm>
          <a:prstGeom prst="rect">
            <a:avLst/>
          </a:prstGeom>
          <a:noFill/>
        </p:spPr>
        <p:txBody>
          <a:bodyPr wrap="square" lIns="0" rIns="0" tIns="0" bIns="0" anchor="t">
            <a:spAutoFit/>
          </a:bodyPr>
          <a:lstStyle/>
          <a:p>
            <a:pPr algn="l">
              <a:lnSpc>
                <a:spcPct val="112000"/>
              </a:lnSpc>
              <a:spcBef>
                <a:spcPts val="0"/>
              </a:spcBef>
              <a:spcAft>
                <a:spcPts val="400"/>
              </a:spcAft>
            </a:pPr>
            <a:r>
              <a:rPr sz="2300" b="0" i="0">
                <a:solidFill>
                  <a:srgbClr val="4E4F51"/>
                </a:solidFill>
                <a:latin typeface="Open Sans"/>
                <a:ea typeface="Noto Sans CJK KR"/>
              </a:rPr>
              <a:t>AI 어시스턴트로 테스트케이스 만들기</a:t>
            </a:r>
          </a:p>
          <a:p>
            <a:pPr algn="l">
              <a:lnSpc>
                <a:spcPct val="112000"/>
              </a:lnSpc>
              <a:spcBef>
                <a:spcPts val="0"/>
              </a:spcBef>
              <a:spcAft>
                <a:spcPts val="400"/>
              </a:spcAft>
            </a:pPr>
            <a:r>
              <a:rPr sz="2300" b="0" i="0">
                <a:solidFill>
                  <a:srgbClr val="4E4F51"/>
                </a:solidFill>
                <a:latin typeface="Open Sans"/>
                <a:ea typeface="Noto Sans CJK KR"/>
              </a:rPr>
              <a:t>Commander 2026.1 · 스킬팩 1.2.1 기준</a:t>
            </a:r>
          </a:p>
          <a:p>
            <a:pPr algn="l">
              <a:lnSpc>
                <a:spcPct val="112000"/>
              </a:lnSpc>
              <a:spcBef>
                <a:spcPts val="0"/>
              </a:spcBef>
              <a:spcAft>
                <a:spcPts val="400"/>
              </a:spcAft>
            </a:pPr>
            <a:r>
              <a:rPr sz="2300" b="0" i="0">
                <a:solidFill>
                  <a:srgbClr val="4E4F51"/>
                </a:solidFill>
                <a:latin typeface="Open Sans"/>
                <a:ea typeface="Noto Sans CJK KR"/>
              </a:rPr>
              <a:t>3시간 20분 · 실습 포함</a:t>
            </a:r>
          </a:p>
        </p:txBody>
      </p:sp>
      <p:sp>
        <p:nvSpPr>
          <p:cNvPr id="4" name="TextBox 3"/>
          <p:cNvSpPr txBox="1"/>
          <p:nvPr/>
        </p:nvSpPr>
        <p:spPr>
          <a:xfrm>
            <a:off x="658368" y="5815584"/>
            <a:ext cx="6766560" cy="402336"/>
          </a:xfrm>
          <a:prstGeom prst="rect">
            <a:avLst/>
          </a:prstGeom>
          <a:noFill/>
        </p:spPr>
        <p:txBody>
          <a:bodyPr wrap="square" lIns="0" rIns="0" tIns="0" bIns="0" anchor="t">
            <a:spAutoFit/>
          </a:bodyPr>
          <a:lstStyle/>
          <a:p>
            <a:pPr algn="l">
              <a:lnSpc>
                <a:spcPct val="112000"/>
              </a:lnSpc>
              <a:spcBef>
                <a:spcPts val="0"/>
              </a:spcBef>
              <a:spcAft>
                <a:spcPts val="400"/>
              </a:spcAft>
            </a:pPr>
            <a:r>
              <a:rPr sz="1200" b="0" i="0">
                <a:solidFill>
                  <a:srgbClr val="4E4F51"/>
                </a:solidFill>
                <a:latin typeface="Open Sans"/>
                <a:ea typeface="Noto Sans CJK KR"/>
              </a:rPr>
              <a:t>QA 교육 · 실습 자료 v1.0 · 2026년 10월</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100" b="0" i="0">
                <a:solidFill>
                  <a:srgbClr val="004C97"/>
                </a:solidFill>
                <a:latin typeface="Open Sans"/>
                <a:ea typeface="Noto Sans CJK KR"/>
              </a:rPr>
              <a:t>교육을 마치면 할 수 있는 것</a:t>
            </a:r>
          </a:p>
        </p:txBody>
      </p:sp>
      <p:sp>
        <p:nvSpPr>
          <p:cNvPr id="3" name="TextBox 2"/>
          <p:cNvSpPr txBox="1"/>
          <p:nvPr/>
        </p:nvSpPr>
        <p:spPr>
          <a:xfrm>
            <a:off x="1828800" y="6510528"/>
            <a:ext cx="8046720" cy="210312"/>
          </a:xfrm>
          <a:prstGeom prst="rect">
            <a:avLst/>
          </a:prstGeom>
          <a:noFill/>
        </p:spPr>
        <p:txBody>
          <a:bodyPr wrap="square" lIns="0" rIns="0" tIns="0" bIns="0" anchor="t">
            <a:spAutoFit/>
          </a:bodyPr>
          <a:lstStyle/>
          <a:p>
            <a:pPr algn="l">
              <a:lnSpc>
                <a:spcPct val="112000"/>
              </a:lnSpc>
              <a:spcBef>
                <a:spcPts val="0"/>
              </a:spcBef>
              <a:spcAft>
                <a:spcPts val="0"/>
              </a:spcAft>
            </a:pPr>
            <a:r>
              <a:rPr sz="1000" b="0" i="0">
                <a:solidFill>
                  <a:srgbClr val="FFFFFF"/>
                </a:solidFill>
                <a:latin typeface="Open Sans"/>
                <a:ea typeface="Noto Sans CJK KR"/>
              </a:rPr>
              <a:t>Tosca Commander MCP 입문  |  AI 어시스턴트 실습</a:t>
            </a:r>
          </a:p>
        </p:txBody>
      </p:sp>
      <p:sp>
        <p:nvSpPr>
          <p:cNvPr id="4" name="TextBox 3"/>
          <p:cNvSpPr txBox="1"/>
          <p:nvPr/>
        </p:nvSpPr>
        <p:spPr>
          <a:xfrm>
            <a:off x="11503152" y="6510528"/>
            <a:ext cx="292608" cy="228600"/>
          </a:xfrm>
          <a:prstGeom prst="rect">
            <a:avLst/>
          </a:prstGeom>
          <a:noFill/>
        </p:spPr>
        <p:txBody>
          <a:bodyPr wrap="none" lIns="0" rIns="0" tIns="0" bIns="0">
            <a:spAutoFit/>
          </a:bodyPr>
          <a:lstStyle/>
          <a:p>
            <a:pPr algn="l"/>
            <a:fld id="{5C7A3F71-3D8E-4C1B-9A44-2E5B7D0F6A11}" type="slidenum">
              <a:rPr lang="ko-KR" sz="1100">
                <a:solidFill>
                  <a:srgbClr val="FFFFFF"/>
                </a:solidFill>
                <a:latin typeface="Open Sans"/>
                <a:ea typeface="Noto Sans CJK KR"/>
              </a:rPr>
              <a:t>2</a:t>
            </a:fld>
          </a:p>
        </p:txBody>
      </p:sp>
      <p:sp>
        <p:nvSpPr>
          <p:cNvPr id="5" name="Rectangle 4"/>
          <p:cNvSpPr/>
          <p:nvPr/>
        </p:nvSpPr>
        <p:spPr>
          <a:xfrm>
            <a:off x="649224" y="1307592"/>
            <a:ext cx="3474720" cy="91440"/>
          </a:xfrm>
          <a:prstGeom prst="rect">
            <a:avLst/>
          </a:prstGeom>
          <a:solidFill>
            <a:srgbClr val="0E8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9224" y="1691639"/>
            <a:ext cx="3474720" cy="731520"/>
          </a:xfrm>
          <a:prstGeom prst="rect">
            <a:avLst/>
          </a:prstGeom>
          <a:noFill/>
        </p:spPr>
        <p:txBody>
          <a:bodyPr wrap="square" lIns="0" rIns="0" tIns="0" bIns="0" anchor="t">
            <a:spAutoFit/>
          </a:bodyPr>
          <a:lstStyle/>
          <a:p>
            <a:pPr algn="l">
              <a:lnSpc>
                <a:spcPct val="112000"/>
              </a:lnSpc>
              <a:spcBef>
                <a:spcPts val="0"/>
              </a:spcBef>
              <a:spcAft>
                <a:spcPts val="400"/>
              </a:spcAft>
            </a:pPr>
            <a:r>
              <a:rPr sz="2700" b="1" i="0">
                <a:solidFill>
                  <a:srgbClr val="004C97"/>
                </a:solidFill>
                <a:latin typeface="Open Sans"/>
                <a:ea typeface="Noto Sans CJK KR"/>
              </a:rPr>
              <a:t>MCP 이해</a:t>
            </a:r>
          </a:p>
        </p:txBody>
      </p:sp>
      <p:sp>
        <p:nvSpPr>
          <p:cNvPr id="7" name="TextBox 6"/>
          <p:cNvSpPr txBox="1"/>
          <p:nvPr/>
        </p:nvSpPr>
        <p:spPr>
          <a:xfrm>
            <a:off x="649224" y="2587752"/>
            <a:ext cx="3429000" cy="3172968"/>
          </a:xfrm>
          <a:prstGeom prst="rect">
            <a:avLst/>
          </a:prstGeom>
          <a:noFill/>
        </p:spPr>
        <p:txBody>
          <a:bodyPr wrap="square" lIns="0" rIns="0" tIns="0" bIns="0" anchor="t">
            <a:spAutoFit/>
          </a:bodyPr>
          <a:lstStyle/>
          <a:p>
            <a:pPr algn="l">
              <a:lnSpc>
                <a:spcPct val="112000"/>
              </a:lnSpc>
              <a:spcBef>
                <a:spcPts val="0"/>
              </a:spcBef>
              <a:spcAft>
                <a:spcPts val="400"/>
              </a:spcAft>
            </a:pPr>
            <a:r>
              <a:rPr sz="2100" b="0" i="0">
                <a:solidFill>
                  <a:srgbClr val="4E4F51"/>
                </a:solidFill>
                <a:latin typeface="Open Sans"/>
                <a:ea typeface="Noto Sans CJK KR"/>
              </a:rPr>
              <a:t>Tosca MCP Server가 Commander와 AI 어시스턴트 사이에서 하는 일을 설명합니다.</a:t>
            </a:r>
          </a:p>
        </p:txBody>
      </p:sp>
      <p:sp>
        <p:nvSpPr>
          <p:cNvPr id="8" name="Rectangle 7"/>
          <p:cNvSpPr/>
          <p:nvPr/>
        </p:nvSpPr>
        <p:spPr>
          <a:xfrm>
            <a:off x="4352544" y="1307592"/>
            <a:ext cx="3474720" cy="91440"/>
          </a:xfrm>
          <a:prstGeom prst="rect">
            <a:avLst/>
          </a:prstGeom>
          <a:solidFill>
            <a:srgbClr val="D2D7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352544" y="1691639"/>
            <a:ext cx="3474720" cy="731520"/>
          </a:xfrm>
          <a:prstGeom prst="rect">
            <a:avLst/>
          </a:prstGeom>
          <a:noFill/>
        </p:spPr>
        <p:txBody>
          <a:bodyPr wrap="square" lIns="0" rIns="0" tIns="0" bIns="0" anchor="t">
            <a:spAutoFit/>
          </a:bodyPr>
          <a:lstStyle/>
          <a:p>
            <a:pPr algn="l">
              <a:lnSpc>
                <a:spcPct val="112000"/>
              </a:lnSpc>
              <a:spcBef>
                <a:spcPts val="0"/>
              </a:spcBef>
              <a:spcAft>
                <a:spcPts val="400"/>
              </a:spcAft>
            </a:pPr>
            <a:r>
              <a:rPr sz="2700" b="1" i="0">
                <a:solidFill>
                  <a:srgbClr val="004C97"/>
                </a:solidFill>
                <a:latin typeface="Open Sans"/>
                <a:ea typeface="Noto Sans CJK KR"/>
              </a:rPr>
              <a:t>테스트케이스 생성</a:t>
            </a:r>
          </a:p>
        </p:txBody>
      </p:sp>
      <p:sp>
        <p:nvSpPr>
          <p:cNvPr id="10" name="TextBox 9"/>
          <p:cNvSpPr txBox="1"/>
          <p:nvPr/>
        </p:nvSpPr>
        <p:spPr>
          <a:xfrm>
            <a:off x="4352544" y="2587752"/>
            <a:ext cx="3429000" cy="3172968"/>
          </a:xfrm>
          <a:prstGeom prst="rect">
            <a:avLst/>
          </a:prstGeom>
          <a:noFill/>
        </p:spPr>
        <p:txBody>
          <a:bodyPr wrap="square" lIns="0" rIns="0" tIns="0" bIns="0" anchor="t">
            <a:spAutoFit/>
          </a:bodyPr>
          <a:lstStyle/>
          <a:p>
            <a:pPr algn="l">
              <a:lnSpc>
                <a:spcPct val="112000"/>
              </a:lnSpc>
              <a:spcBef>
                <a:spcPts val="0"/>
              </a:spcBef>
              <a:spcAft>
                <a:spcPts val="400"/>
              </a:spcAft>
            </a:pPr>
            <a:r>
              <a:rPr sz="2100" b="0" i="0">
                <a:solidFill>
                  <a:srgbClr val="4E4F51"/>
                </a:solidFill>
                <a:latin typeface="Open Sans"/>
                <a:ea typeface="Noto Sans CJK KR"/>
              </a:rPr>
              <a:t>기존 모듈로 수동·자동 테스트케이스를 만들고 ScratchBook에서 검증합니다.</a:t>
            </a:r>
          </a:p>
        </p:txBody>
      </p:sp>
      <p:sp>
        <p:nvSpPr>
          <p:cNvPr id="11" name="Rectangle 10"/>
          <p:cNvSpPr/>
          <p:nvPr/>
        </p:nvSpPr>
        <p:spPr>
          <a:xfrm>
            <a:off x="8055864" y="1307592"/>
            <a:ext cx="3474720" cy="91440"/>
          </a:xfrm>
          <a:prstGeom prst="rect">
            <a:avLst/>
          </a:prstGeom>
          <a:solidFill>
            <a:srgbClr val="0E8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055864" y="1691639"/>
            <a:ext cx="3474720" cy="731520"/>
          </a:xfrm>
          <a:prstGeom prst="rect">
            <a:avLst/>
          </a:prstGeom>
          <a:noFill/>
        </p:spPr>
        <p:txBody>
          <a:bodyPr wrap="square" lIns="0" rIns="0" tIns="0" bIns="0" anchor="t">
            <a:spAutoFit/>
          </a:bodyPr>
          <a:lstStyle/>
          <a:p>
            <a:pPr algn="l">
              <a:lnSpc>
                <a:spcPct val="112000"/>
              </a:lnSpc>
              <a:spcBef>
                <a:spcPts val="0"/>
              </a:spcBef>
              <a:spcAft>
                <a:spcPts val="400"/>
              </a:spcAft>
            </a:pPr>
            <a:r>
              <a:rPr sz="2700" b="1" i="0">
                <a:solidFill>
                  <a:srgbClr val="004C97"/>
                </a:solidFill>
                <a:latin typeface="Open Sans"/>
                <a:ea typeface="Noto Sans CJK KR"/>
              </a:rPr>
              <a:t>템플릿 활용</a:t>
            </a:r>
          </a:p>
        </p:txBody>
      </p:sp>
      <p:sp>
        <p:nvSpPr>
          <p:cNvPr id="13" name="TextBox 12"/>
          <p:cNvSpPr txBox="1"/>
          <p:nvPr/>
        </p:nvSpPr>
        <p:spPr>
          <a:xfrm>
            <a:off x="8055864" y="2587752"/>
            <a:ext cx="3429000" cy="3172968"/>
          </a:xfrm>
          <a:prstGeom prst="rect">
            <a:avLst/>
          </a:prstGeom>
          <a:noFill/>
        </p:spPr>
        <p:txBody>
          <a:bodyPr wrap="square" lIns="0" rIns="0" tIns="0" bIns="0" anchor="t">
            <a:spAutoFit/>
          </a:bodyPr>
          <a:lstStyle/>
          <a:p>
            <a:pPr algn="l">
              <a:lnSpc>
                <a:spcPct val="112000"/>
              </a:lnSpc>
              <a:spcBef>
                <a:spcPts val="0"/>
              </a:spcBef>
              <a:spcAft>
                <a:spcPts val="400"/>
              </a:spcAft>
            </a:pPr>
            <a:r>
              <a:rPr sz="2100" b="0" i="0">
                <a:solidFill>
                  <a:srgbClr val="4E4F51"/>
                </a:solidFill>
                <a:latin typeface="Open Sans"/>
                <a:ea typeface="Noto Sans CJK KR"/>
              </a:rPr>
              <a:t>네 가지 요소로 프롬프트를 쓰고, 템플릿을 우리 업무에 맞게 고칩니다.</a:t>
            </a:r>
          </a:p>
        </p:txBody>
      </p:sp>
      <p:sp>
        <p:nvSpPr>
          <p:cNvPr id="14" name="TextBox 13"/>
          <p:cNvSpPr txBox="1"/>
          <p:nvPr/>
        </p:nvSpPr>
        <p:spPr>
          <a:xfrm>
            <a:off x="649224" y="5925312"/>
            <a:ext cx="10881360" cy="420624"/>
          </a:xfrm>
          <a:prstGeom prst="rect">
            <a:avLst/>
          </a:prstGeom>
          <a:noFill/>
        </p:spPr>
        <p:txBody>
          <a:bodyPr wrap="square" lIns="0" rIns="0" tIns="0" bIns="0" anchor="t">
            <a:spAutoFit/>
          </a:bodyPr>
          <a:lstStyle/>
          <a:p>
            <a:pPr algn="l">
              <a:lnSpc>
                <a:spcPct val="112000"/>
              </a:lnSpc>
              <a:spcBef>
                <a:spcPts val="0"/>
              </a:spcBef>
              <a:spcAft>
                <a:spcPts val="400"/>
              </a:spcAft>
            </a:pPr>
            <a:r>
              <a:rPr sz="1250" b="0" i="0">
                <a:solidFill>
                  <a:srgbClr val="4E4F51"/>
                </a:solidFill>
                <a:latin typeface="Open Sans"/>
                <a:ea typeface="Noto Sans CJK KR"/>
              </a:rPr>
              <a:t>기준: Tosca Commander 2026.1 LTS Patch 1 이상 · Tricentis commander-mcp 스킬팩 1.2.1</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100" b="0" i="0">
                <a:solidFill>
                  <a:srgbClr val="004C97"/>
                </a:solidFill>
                <a:latin typeface="Open Sans"/>
                <a:ea typeface="Noto Sans CJK KR"/>
              </a:rPr>
              <a:t>3시간 20분 운영 계획</a:t>
            </a:r>
          </a:p>
        </p:txBody>
      </p:sp>
      <p:sp>
        <p:nvSpPr>
          <p:cNvPr id="3" name="TextBox 2"/>
          <p:cNvSpPr txBox="1"/>
          <p:nvPr/>
        </p:nvSpPr>
        <p:spPr>
          <a:xfrm>
            <a:off x="1828800" y="6510528"/>
            <a:ext cx="8046720" cy="210312"/>
          </a:xfrm>
          <a:prstGeom prst="rect">
            <a:avLst/>
          </a:prstGeom>
          <a:noFill/>
        </p:spPr>
        <p:txBody>
          <a:bodyPr wrap="square" lIns="0" rIns="0" tIns="0" bIns="0" anchor="t">
            <a:spAutoFit/>
          </a:bodyPr>
          <a:lstStyle/>
          <a:p>
            <a:pPr algn="l">
              <a:lnSpc>
                <a:spcPct val="112000"/>
              </a:lnSpc>
              <a:spcBef>
                <a:spcPts val="0"/>
              </a:spcBef>
              <a:spcAft>
                <a:spcPts val="0"/>
              </a:spcAft>
            </a:pPr>
            <a:r>
              <a:rPr sz="1000" b="0" i="0">
                <a:solidFill>
                  <a:srgbClr val="FFFFFF"/>
                </a:solidFill>
                <a:latin typeface="Open Sans"/>
                <a:ea typeface="Noto Sans CJK KR"/>
              </a:rPr>
              <a:t>Tosca Commander MCP 입문  |  AI 어시스턴트 실습</a:t>
            </a:r>
          </a:p>
        </p:txBody>
      </p:sp>
      <p:sp>
        <p:nvSpPr>
          <p:cNvPr id="4" name="TextBox 3"/>
          <p:cNvSpPr txBox="1"/>
          <p:nvPr/>
        </p:nvSpPr>
        <p:spPr>
          <a:xfrm>
            <a:off x="11503152" y="6510528"/>
            <a:ext cx="292608" cy="228600"/>
          </a:xfrm>
          <a:prstGeom prst="rect">
            <a:avLst/>
          </a:prstGeom>
          <a:noFill/>
        </p:spPr>
        <p:txBody>
          <a:bodyPr wrap="none" lIns="0" rIns="0" tIns="0" bIns="0">
            <a:spAutoFit/>
          </a:bodyPr>
          <a:lstStyle/>
          <a:p>
            <a:pPr algn="l"/>
            <a:fld id="{5C7A3F71-3D8E-4C1B-9A44-2E5B7D0F6A11}" type="slidenum">
              <a:rPr lang="ko-KR" sz="1100">
                <a:solidFill>
                  <a:srgbClr val="FFFFFF"/>
                </a:solidFill>
                <a:latin typeface="Open Sans"/>
                <a:ea typeface="Noto Sans CJK KR"/>
              </a:rPr>
              <a:t>3</a:t>
            </a:fld>
          </a:p>
        </p:txBody>
      </p:sp>
      <p:graphicFrame>
        <p:nvGraphicFramePr>
          <p:cNvPr id="5" name="Table 4"/>
          <p:cNvGraphicFramePr>
            <a:graphicFrameLocks noGrp="1"/>
          </p:cNvGraphicFramePr>
          <p:nvPr/>
        </p:nvGraphicFramePr>
        <p:xfrm>
          <a:off x="649224" y="1298448"/>
          <a:ext cx="10881360" cy="4261104"/>
        </p:xfrm>
        <a:graphic>
          <a:graphicData uri="http://schemas.openxmlformats.org/drawingml/2006/table">
            <a:tbl>
              <a:tblPr firstRow="1" bandRow="1">
                <a:tableStyleId>{5C22544A-7EE6-4342-B048-85BDC9FD1C3A}</a:tableStyleId>
              </a:tblPr>
              <a:tblGrid>
                <a:gridCol w="2103120"/>
                <a:gridCol w="4754880"/>
                <a:gridCol w="4023360"/>
              </a:tblGrid>
              <a:tr h="457200">
                <a:tc>
                  <a:txBody>
                    <a:bodyPr wrap="square"/>
                    <a:lstStyle/>
                    <a:p>
                      <a:pPr>
                        <a:lnSpc>
                          <a:spcPct val="106000"/>
                        </a:lnSpc>
                        <a:spcAft>
                          <a:spcPts val="0"/>
                        </a:spcAft>
                      </a:pPr>
                      <a:r>
                        <a:rPr sz="1650" b="1" i="0">
                          <a:solidFill>
                            <a:srgbClr val="FFFFFF"/>
                          </a:solidFill>
                          <a:latin typeface="Open Sans"/>
                          <a:ea typeface="Noto Sans CJK KR"/>
                        </a:rPr>
                        <a:t>경과 시간</a:t>
                      </a:r>
                    </a:p>
                  </a:txBody>
                  <a:tcPr marL="109728" marR="91440" marT="54864" marB="45720" anchor="ctr">
                    <a:solidFill>
                      <a:srgbClr val="004C97"/>
                    </a:solidFill>
                  </a:tcPr>
                </a:tc>
                <a:tc>
                  <a:txBody>
                    <a:bodyPr wrap="square"/>
                    <a:lstStyle/>
                    <a:p>
                      <a:pPr>
                        <a:lnSpc>
                          <a:spcPct val="106000"/>
                        </a:lnSpc>
                        <a:spcAft>
                          <a:spcPts val="0"/>
                        </a:spcAft>
                      </a:pPr>
                      <a:r>
                        <a:rPr sz="1650" b="1" i="0">
                          <a:solidFill>
                            <a:srgbClr val="FFFFFF"/>
                          </a:solidFill>
                          <a:latin typeface="Open Sans"/>
                          <a:ea typeface="Noto Sans CJK KR"/>
                        </a:rPr>
                        <a:t>진행 내용</a:t>
                      </a:r>
                    </a:p>
                  </a:txBody>
                  <a:tcPr marL="109728" marR="91440" marT="54864" marB="45720" anchor="ctr">
                    <a:solidFill>
                      <a:srgbClr val="004C97"/>
                    </a:solidFill>
                  </a:tcPr>
                </a:tc>
                <a:tc>
                  <a:txBody>
                    <a:bodyPr wrap="square"/>
                    <a:lstStyle/>
                    <a:p>
                      <a:pPr>
                        <a:lnSpc>
                          <a:spcPct val="106000"/>
                        </a:lnSpc>
                        <a:spcAft>
                          <a:spcPts val="0"/>
                        </a:spcAft>
                      </a:pPr>
                      <a:r>
                        <a:rPr sz="1650" b="1" i="0">
                          <a:solidFill>
                            <a:srgbClr val="FFFFFF"/>
                          </a:solidFill>
                          <a:latin typeface="Open Sans"/>
                          <a:ea typeface="Noto Sans CJK KR"/>
                        </a:rPr>
                        <a:t>핵심 결과</a:t>
                      </a:r>
                    </a:p>
                  </a:txBody>
                  <a:tcPr marL="109728" marR="91440" marT="54864" marB="45720" anchor="ctr">
                    <a:solidFill>
                      <a:srgbClr val="004C97"/>
                    </a:solidFill>
                  </a:tcPr>
                </a:tc>
              </a:tr>
              <a:tr h="475488">
                <a:tc>
                  <a:txBody>
                    <a:bodyPr wrap="square"/>
                    <a:lstStyle/>
                    <a:p>
                      <a:pPr>
                        <a:lnSpc>
                          <a:spcPct val="106000"/>
                        </a:lnSpc>
                        <a:spcAft>
                          <a:spcPts val="0"/>
                        </a:spcAft>
                      </a:pPr>
                      <a:r>
                        <a:rPr sz="1650" b="0" i="0">
                          <a:solidFill>
                            <a:srgbClr val="4E4F51"/>
                          </a:solidFill>
                          <a:latin typeface="Open Sans"/>
                          <a:ea typeface="Noto Sans CJK KR"/>
                        </a:rPr>
                        <a:t>00:00–00:10</a:t>
                      </a:r>
                    </a:p>
                  </a:txBody>
                  <a:tcPr marL="109728" marR="91440" marT="54864" marB="45720" anchor="ctr">
                    <a:solidFill>
                      <a:srgbClr val="F1F5F9"/>
                    </a:solidFill>
                  </a:tcPr>
                </a:tc>
                <a:tc>
                  <a:txBody>
                    <a:bodyPr wrap="square"/>
                    <a:lstStyle/>
                    <a:p>
                      <a:pPr>
                        <a:lnSpc>
                          <a:spcPct val="106000"/>
                        </a:lnSpc>
                        <a:spcAft>
                          <a:spcPts val="0"/>
                        </a:spcAft>
                      </a:pPr>
                      <a:r>
                        <a:rPr sz="1650" b="0" i="0">
                          <a:solidFill>
                            <a:srgbClr val="4E4F51"/>
                          </a:solidFill>
                          <a:latin typeface="Open Sans"/>
                          <a:ea typeface="Noto Sans CJK KR"/>
                        </a:rPr>
                        <a:t>오프닝 · Tosca 용어</a:t>
                      </a:r>
                    </a:p>
                  </a:txBody>
                  <a:tcPr marL="109728" marR="91440" marT="54864" marB="45720" anchor="ctr">
                    <a:solidFill>
                      <a:srgbClr val="F1F5F9"/>
                    </a:solidFill>
                  </a:tcPr>
                </a:tc>
                <a:tc>
                  <a:txBody>
                    <a:bodyPr wrap="square"/>
                    <a:lstStyle/>
                    <a:p>
                      <a:pPr>
                        <a:lnSpc>
                          <a:spcPct val="106000"/>
                        </a:lnSpc>
                        <a:spcAft>
                          <a:spcPts val="0"/>
                        </a:spcAft>
                      </a:pPr>
                      <a:r>
                        <a:rPr sz="1650" b="0" i="0">
                          <a:solidFill>
                            <a:srgbClr val="4E4F51"/>
                          </a:solidFill>
                          <a:latin typeface="Open Sans"/>
                          <a:ea typeface="Noto Sans CJK KR"/>
                        </a:rPr>
                        <a:t>실습에 필요한 용어 8개</a:t>
                      </a:r>
                    </a:p>
                  </a:txBody>
                  <a:tcPr marL="109728" marR="91440" marT="54864" marB="45720" anchor="ctr">
                    <a:solidFill>
                      <a:srgbClr val="F1F5F9"/>
                    </a:solidFill>
                  </a:tcPr>
                </a:tc>
              </a:tr>
              <a:tr h="475488">
                <a:tc>
                  <a:txBody>
                    <a:bodyPr wrap="square"/>
                    <a:lstStyle/>
                    <a:p>
                      <a:pPr>
                        <a:lnSpc>
                          <a:spcPct val="106000"/>
                        </a:lnSpc>
                        <a:spcAft>
                          <a:spcPts val="0"/>
                        </a:spcAft>
                      </a:pPr>
                      <a:r>
                        <a:rPr sz="1650" b="0" i="0">
                          <a:solidFill>
                            <a:srgbClr val="4E4F51"/>
                          </a:solidFill>
                          <a:latin typeface="Open Sans"/>
                          <a:ea typeface="Noto Sans CJK KR"/>
                        </a:rPr>
                        <a:t>00:10–00:35</a:t>
                      </a:r>
                    </a:p>
                  </a:txBody>
                  <a:tcPr marL="109728" marR="91440" marT="54864" marB="45720" anchor="ctr">
                    <a:solidFill>
                      <a:srgbClr val="FFFFFF"/>
                    </a:solidFill>
                  </a:tcPr>
                </a:tc>
                <a:tc>
                  <a:txBody>
                    <a:bodyPr wrap="square"/>
                    <a:lstStyle/>
                    <a:p>
                      <a:pPr>
                        <a:lnSpc>
                          <a:spcPct val="106000"/>
                        </a:lnSpc>
                        <a:spcAft>
                          <a:spcPts val="0"/>
                        </a:spcAft>
                      </a:pPr>
                      <a:r>
                        <a:rPr sz="1650" b="0" i="0">
                          <a:solidFill>
                            <a:srgbClr val="4E4F51"/>
                          </a:solidFill>
                          <a:latin typeface="Open Sans"/>
                          <a:ea typeface="Noto Sans CJK KR"/>
                        </a:rPr>
                        <a:t>Tosca MCP 이해</a:t>
                      </a:r>
                    </a:p>
                  </a:txBody>
                  <a:tcPr marL="109728" marR="91440" marT="54864" marB="45720" anchor="ctr">
                    <a:solidFill>
                      <a:srgbClr val="FFFFFF"/>
                    </a:solidFill>
                  </a:tcPr>
                </a:tc>
                <a:tc>
                  <a:txBody>
                    <a:bodyPr wrap="square"/>
                    <a:lstStyle/>
                    <a:p>
                      <a:pPr>
                        <a:lnSpc>
                          <a:spcPct val="106000"/>
                        </a:lnSpc>
                        <a:spcAft>
                          <a:spcPts val="0"/>
                        </a:spcAft>
                      </a:pPr>
                      <a:r>
                        <a:rPr sz="1650" b="0" i="0">
                          <a:solidFill>
                            <a:srgbClr val="4E4F51"/>
                          </a:solidFill>
                          <a:latin typeface="Open Sans"/>
                          <a:ea typeface="Noto Sans CJK KR"/>
                        </a:rPr>
                        <a:t>할 수 있는 일과 맡기지 않을 일</a:t>
                      </a:r>
                    </a:p>
                  </a:txBody>
                  <a:tcPr marL="109728" marR="91440" marT="54864" marB="45720" anchor="ctr">
                    <a:solidFill>
                      <a:srgbClr val="FFFFFF"/>
                    </a:solidFill>
                  </a:tcPr>
                </a:tc>
              </a:tr>
              <a:tr h="475488">
                <a:tc>
                  <a:txBody>
                    <a:bodyPr wrap="square"/>
                    <a:lstStyle/>
                    <a:p>
                      <a:pPr>
                        <a:lnSpc>
                          <a:spcPct val="106000"/>
                        </a:lnSpc>
                        <a:spcAft>
                          <a:spcPts val="0"/>
                        </a:spcAft>
                      </a:pPr>
                      <a:r>
                        <a:rPr sz="1650" b="0" i="0">
                          <a:solidFill>
                            <a:srgbClr val="4E4F51"/>
                          </a:solidFill>
                          <a:latin typeface="Open Sans"/>
                          <a:ea typeface="Noto Sans CJK KR"/>
                        </a:rPr>
                        <a:t>00:35–01:35</a:t>
                      </a:r>
                    </a:p>
                  </a:txBody>
                  <a:tcPr marL="109728" marR="91440" marT="54864" marB="45720" anchor="ctr">
                    <a:solidFill>
                      <a:srgbClr val="F1F5F9"/>
                    </a:solidFill>
                  </a:tcPr>
                </a:tc>
                <a:tc>
                  <a:txBody>
                    <a:bodyPr wrap="square"/>
                    <a:lstStyle/>
                    <a:p>
                      <a:pPr>
                        <a:lnSpc>
                          <a:spcPct val="106000"/>
                        </a:lnSpc>
                        <a:spcAft>
                          <a:spcPts val="0"/>
                        </a:spcAft>
                      </a:pPr>
                      <a:r>
                        <a:rPr sz="1650" b="0" i="0">
                          <a:solidFill>
                            <a:srgbClr val="4E4F51"/>
                          </a:solidFill>
                          <a:latin typeface="Open Sans"/>
                          <a:ea typeface="Noto Sans CJK KR"/>
                        </a:rPr>
                        <a:t>실습 Lab 0~3</a:t>
                      </a:r>
                    </a:p>
                  </a:txBody>
                  <a:tcPr marL="109728" marR="91440" marT="54864" marB="45720" anchor="ctr">
                    <a:solidFill>
                      <a:srgbClr val="F1F5F9"/>
                    </a:solidFill>
                  </a:tcPr>
                </a:tc>
                <a:tc>
                  <a:txBody>
                    <a:bodyPr wrap="square"/>
                    <a:lstStyle/>
                    <a:p>
                      <a:pPr>
                        <a:lnSpc>
                          <a:spcPct val="106000"/>
                        </a:lnSpc>
                        <a:spcAft>
                          <a:spcPts val="0"/>
                        </a:spcAft>
                      </a:pPr>
                      <a:r>
                        <a:rPr sz="1650" b="0" i="0">
                          <a:solidFill>
                            <a:srgbClr val="4E4F51"/>
                          </a:solidFill>
                          <a:latin typeface="Open Sans"/>
                          <a:ea typeface="Noto Sans CJK KR"/>
                        </a:rPr>
                        <a:t>수동·자동 테스트케이스 생성</a:t>
                      </a:r>
                    </a:p>
                  </a:txBody>
                  <a:tcPr marL="109728" marR="91440" marT="54864" marB="45720" anchor="ctr">
                    <a:solidFill>
                      <a:srgbClr val="F1F5F9"/>
                    </a:solidFill>
                  </a:tcPr>
                </a:tc>
              </a:tr>
              <a:tr h="475488">
                <a:tc>
                  <a:txBody>
                    <a:bodyPr wrap="square"/>
                    <a:lstStyle/>
                    <a:p>
                      <a:pPr>
                        <a:lnSpc>
                          <a:spcPct val="106000"/>
                        </a:lnSpc>
                        <a:spcAft>
                          <a:spcPts val="0"/>
                        </a:spcAft>
                      </a:pPr>
                      <a:r>
                        <a:rPr sz="1650" b="0" i="0">
                          <a:solidFill>
                            <a:srgbClr val="4E4F51"/>
                          </a:solidFill>
                          <a:latin typeface="Open Sans"/>
                          <a:ea typeface="Noto Sans CJK KR"/>
                        </a:rPr>
                        <a:t>01:35–01:45</a:t>
                      </a:r>
                    </a:p>
                  </a:txBody>
                  <a:tcPr marL="109728" marR="91440" marT="54864" marB="45720" anchor="ctr">
                    <a:solidFill>
                      <a:srgbClr val="FFFFFF"/>
                    </a:solidFill>
                  </a:tcPr>
                </a:tc>
                <a:tc>
                  <a:txBody>
                    <a:bodyPr wrap="square"/>
                    <a:lstStyle/>
                    <a:p>
                      <a:pPr>
                        <a:lnSpc>
                          <a:spcPct val="106000"/>
                        </a:lnSpc>
                        <a:spcAft>
                          <a:spcPts val="0"/>
                        </a:spcAft>
                      </a:pPr>
                      <a:r>
                        <a:rPr sz="1650" b="0" i="0">
                          <a:solidFill>
                            <a:srgbClr val="4E4F51"/>
                          </a:solidFill>
                          <a:latin typeface="Open Sans"/>
                          <a:ea typeface="Noto Sans CJK KR"/>
                        </a:rPr>
                        <a:t>휴식</a:t>
                      </a:r>
                    </a:p>
                  </a:txBody>
                  <a:tcPr marL="109728" marR="91440" marT="54864" marB="45720" anchor="ctr">
                    <a:solidFill>
                      <a:srgbClr val="FFFFFF"/>
                    </a:solidFill>
                  </a:tcPr>
                </a:tc>
                <a:tc>
                  <a:txBody>
                    <a:bodyPr wrap="square"/>
                    <a:lstStyle/>
                    <a:p>
                      <a:pPr>
                        <a:lnSpc>
                          <a:spcPct val="106000"/>
                        </a:lnSpc>
                        <a:spcAft>
                          <a:spcPts val="0"/>
                        </a:spcAft>
                      </a:pPr>
                      <a:r>
                        <a:rPr sz="1650" b="0" i="0">
                          <a:solidFill>
                            <a:srgbClr val="4E4F51"/>
                          </a:solidFill>
                          <a:latin typeface="Open Sans"/>
                          <a:ea typeface="Noto Sans CJK KR"/>
                        </a:rPr>
                        <a:t>10분</a:t>
                      </a:r>
                    </a:p>
                  </a:txBody>
                  <a:tcPr marL="109728" marR="91440" marT="54864" marB="45720" anchor="ctr">
                    <a:solidFill>
                      <a:srgbClr val="FFFFFF"/>
                    </a:solidFill>
                  </a:tcPr>
                </a:tc>
              </a:tr>
              <a:tr h="475488">
                <a:tc>
                  <a:txBody>
                    <a:bodyPr wrap="square"/>
                    <a:lstStyle/>
                    <a:p>
                      <a:pPr>
                        <a:lnSpc>
                          <a:spcPct val="106000"/>
                        </a:lnSpc>
                        <a:spcAft>
                          <a:spcPts val="0"/>
                        </a:spcAft>
                      </a:pPr>
                      <a:r>
                        <a:rPr sz="1650" b="0" i="0">
                          <a:solidFill>
                            <a:srgbClr val="4E4F51"/>
                          </a:solidFill>
                          <a:latin typeface="Open Sans"/>
                          <a:ea typeface="Noto Sans CJK KR"/>
                        </a:rPr>
                        <a:t>01:45–02:15</a:t>
                      </a:r>
                    </a:p>
                  </a:txBody>
                  <a:tcPr marL="109728" marR="91440" marT="54864" marB="45720" anchor="ctr">
                    <a:solidFill>
                      <a:srgbClr val="F1F5F9"/>
                    </a:solidFill>
                  </a:tcPr>
                </a:tc>
                <a:tc>
                  <a:txBody>
                    <a:bodyPr wrap="square"/>
                    <a:lstStyle/>
                    <a:p>
                      <a:pPr>
                        <a:lnSpc>
                          <a:spcPct val="106000"/>
                        </a:lnSpc>
                        <a:spcAft>
                          <a:spcPts val="0"/>
                        </a:spcAft>
                      </a:pPr>
                      <a:r>
                        <a:rPr sz="1650" b="0" i="0">
                          <a:solidFill>
                            <a:srgbClr val="4E4F51"/>
                          </a:solidFill>
                          <a:latin typeface="Open Sans"/>
                          <a:ea typeface="Noto Sans CJK KR"/>
                        </a:rPr>
                        <a:t>실습 Lab 4~5</a:t>
                      </a:r>
                    </a:p>
                  </a:txBody>
                  <a:tcPr marL="109728" marR="91440" marT="54864" marB="45720" anchor="ctr">
                    <a:solidFill>
                      <a:srgbClr val="F1F5F9"/>
                    </a:solidFill>
                  </a:tcPr>
                </a:tc>
                <a:tc>
                  <a:txBody>
                    <a:bodyPr wrap="square"/>
                    <a:lstStyle/>
                    <a:p>
                      <a:pPr>
                        <a:lnSpc>
                          <a:spcPct val="106000"/>
                        </a:lnSpc>
                        <a:spcAft>
                          <a:spcPts val="0"/>
                        </a:spcAft>
                      </a:pPr>
                      <a:r>
                        <a:rPr sz="1650" b="0" i="0">
                          <a:solidFill>
                            <a:srgbClr val="4E4F51"/>
                          </a:solidFill>
                          <a:latin typeface="Open Sans"/>
                          <a:ea typeface="Noto Sans CJK KR"/>
                        </a:rPr>
                        <a:t>검증 실행, 실패 분석, 저장</a:t>
                      </a:r>
                    </a:p>
                  </a:txBody>
                  <a:tcPr marL="109728" marR="91440" marT="54864" marB="45720" anchor="ctr">
                    <a:solidFill>
                      <a:srgbClr val="F1F5F9"/>
                    </a:solidFill>
                  </a:tcPr>
                </a:tc>
              </a:tr>
              <a:tr h="475488">
                <a:tc>
                  <a:txBody>
                    <a:bodyPr wrap="square"/>
                    <a:lstStyle/>
                    <a:p>
                      <a:pPr>
                        <a:lnSpc>
                          <a:spcPct val="106000"/>
                        </a:lnSpc>
                        <a:spcAft>
                          <a:spcPts val="0"/>
                        </a:spcAft>
                      </a:pPr>
                      <a:r>
                        <a:rPr sz="1650" b="0" i="0">
                          <a:solidFill>
                            <a:srgbClr val="4E4F51"/>
                          </a:solidFill>
                          <a:latin typeface="Open Sans"/>
                          <a:ea typeface="Noto Sans CJK KR"/>
                        </a:rPr>
                        <a:t>02:15–02:45</a:t>
                      </a:r>
                    </a:p>
                  </a:txBody>
                  <a:tcPr marL="109728" marR="91440" marT="54864" marB="45720" anchor="ctr">
                    <a:solidFill>
                      <a:srgbClr val="FFFFFF"/>
                    </a:solidFill>
                  </a:tcPr>
                </a:tc>
                <a:tc>
                  <a:txBody>
                    <a:bodyPr wrap="square"/>
                    <a:lstStyle/>
                    <a:p>
                      <a:pPr>
                        <a:lnSpc>
                          <a:spcPct val="106000"/>
                        </a:lnSpc>
                        <a:spcAft>
                          <a:spcPts val="0"/>
                        </a:spcAft>
                      </a:pPr>
                      <a:r>
                        <a:rPr sz="1650" b="0" i="0">
                          <a:solidFill>
                            <a:srgbClr val="4E4F51"/>
                          </a:solidFill>
                          <a:latin typeface="Open Sans"/>
                          <a:ea typeface="Noto Sans CJK KR"/>
                        </a:rPr>
                        <a:t>활용사례 · 프롬프트 작성</a:t>
                      </a:r>
                    </a:p>
                  </a:txBody>
                  <a:tcPr marL="109728" marR="91440" marT="54864" marB="45720" anchor="ctr">
                    <a:solidFill>
                      <a:srgbClr val="FFFFFF"/>
                    </a:solidFill>
                  </a:tcPr>
                </a:tc>
                <a:tc>
                  <a:txBody>
                    <a:bodyPr wrap="square"/>
                    <a:lstStyle/>
                    <a:p>
                      <a:pPr>
                        <a:lnSpc>
                          <a:spcPct val="106000"/>
                        </a:lnSpc>
                        <a:spcAft>
                          <a:spcPts val="0"/>
                        </a:spcAft>
                      </a:pPr>
                      <a:r>
                        <a:rPr sz="1650" b="0" i="0">
                          <a:solidFill>
                            <a:srgbClr val="4E4F51"/>
                          </a:solidFill>
                          <a:latin typeface="Open Sans"/>
                          <a:ea typeface="Noto Sans CJK KR"/>
                        </a:rPr>
                        <a:t>네 요소로 고쳐 쓰기</a:t>
                      </a:r>
                    </a:p>
                  </a:txBody>
                  <a:tcPr marL="109728" marR="91440" marT="54864" marB="45720" anchor="ctr">
                    <a:solidFill>
                      <a:srgbClr val="FFFFFF"/>
                    </a:solidFill>
                  </a:tcPr>
                </a:tc>
              </a:tr>
              <a:tr h="475488">
                <a:tc>
                  <a:txBody>
                    <a:bodyPr wrap="square"/>
                    <a:lstStyle/>
                    <a:p>
                      <a:pPr>
                        <a:lnSpc>
                          <a:spcPct val="106000"/>
                        </a:lnSpc>
                        <a:spcAft>
                          <a:spcPts val="0"/>
                        </a:spcAft>
                      </a:pPr>
                      <a:r>
                        <a:rPr sz="1650" b="0" i="0">
                          <a:solidFill>
                            <a:srgbClr val="4E4F51"/>
                          </a:solidFill>
                          <a:latin typeface="Open Sans"/>
                          <a:ea typeface="Noto Sans CJK KR"/>
                        </a:rPr>
                        <a:t>02:45–03:10</a:t>
                      </a:r>
                    </a:p>
                  </a:txBody>
                  <a:tcPr marL="109728" marR="91440" marT="54864" marB="45720" anchor="ctr">
                    <a:solidFill>
                      <a:srgbClr val="F1F5F9"/>
                    </a:solidFill>
                  </a:tcPr>
                </a:tc>
                <a:tc>
                  <a:txBody>
                    <a:bodyPr wrap="square"/>
                    <a:lstStyle/>
                    <a:p>
                      <a:pPr>
                        <a:lnSpc>
                          <a:spcPct val="106000"/>
                        </a:lnSpc>
                        <a:spcAft>
                          <a:spcPts val="0"/>
                        </a:spcAft>
                      </a:pPr>
                      <a:r>
                        <a:rPr sz="1650" b="0" i="0">
                          <a:solidFill>
                            <a:srgbClr val="4E4F51"/>
                          </a:solidFill>
                          <a:latin typeface="Open Sans"/>
                          <a:ea typeface="Noto Sans CJK KR"/>
                        </a:rPr>
                        <a:t>프롬프트 템플릿</a:t>
                      </a:r>
                    </a:p>
                  </a:txBody>
                  <a:tcPr marL="109728" marR="91440" marT="54864" marB="45720" anchor="ctr">
                    <a:solidFill>
                      <a:srgbClr val="F1F5F9"/>
                    </a:solidFill>
                  </a:tcPr>
                </a:tc>
                <a:tc>
                  <a:txBody>
                    <a:bodyPr wrap="square"/>
                    <a:lstStyle/>
                    <a:p>
                      <a:pPr>
                        <a:lnSpc>
                          <a:spcPct val="106000"/>
                        </a:lnSpc>
                        <a:spcAft>
                          <a:spcPts val="0"/>
                        </a:spcAft>
                      </a:pPr>
                      <a:r>
                        <a:rPr sz="1650" b="0" i="0">
                          <a:solidFill>
                            <a:srgbClr val="4E4F51"/>
                          </a:solidFill>
                          <a:latin typeface="Open Sans"/>
                          <a:ea typeface="Noto Sans CJK KR"/>
                        </a:rPr>
                        <a:t>T00~T18 쓰는 법</a:t>
                      </a:r>
                    </a:p>
                  </a:txBody>
                  <a:tcPr marL="109728" marR="91440" marT="54864" marB="45720" anchor="ctr">
                    <a:solidFill>
                      <a:srgbClr val="F1F5F9"/>
                    </a:solidFill>
                  </a:tcPr>
                </a:tc>
              </a:tr>
              <a:tr h="475488">
                <a:tc>
                  <a:txBody>
                    <a:bodyPr wrap="square"/>
                    <a:lstStyle/>
                    <a:p>
                      <a:pPr>
                        <a:lnSpc>
                          <a:spcPct val="106000"/>
                        </a:lnSpc>
                        <a:spcAft>
                          <a:spcPts val="0"/>
                        </a:spcAft>
                      </a:pPr>
                      <a:r>
                        <a:rPr sz="1650" b="0" i="0">
                          <a:solidFill>
                            <a:srgbClr val="4E4F51"/>
                          </a:solidFill>
                          <a:latin typeface="Open Sans"/>
                          <a:ea typeface="Noto Sans CJK KR"/>
                        </a:rPr>
                        <a:t>03:10–03:20</a:t>
                      </a:r>
                    </a:p>
                  </a:txBody>
                  <a:tcPr marL="109728" marR="91440" marT="54864" marB="45720" anchor="ctr">
                    <a:solidFill>
                      <a:srgbClr val="FFFFFF"/>
                    </a:solidFill>
                  </a:tcPr>
                </a:tc>
                <a:tc>
                  <a:txBody>
                    <a:bodyPr wrap="square"/>
                    <a:lstStyle/>
                    <a:p>
                      <a:pPr>
                        <a:lnSpc>
                          <a:spcPct val="106000"/>
                        </a:lnSpc>
                        <a:spcAft>
                          <a:spcPts val="0"/>
                        </a:spcAft>
                      </a:pPr>
                      <a:r>
                        <a:rPr sz="1650" b="0" i="0">
                          <a:solidFill>
                            <a:srgbClr val="4E4F51"/>
                          </a:solidFill>
                          <a:latin typeface="Open Sans"/>
                          <a:ea typeface="Noto Sans CJK KR"/>
                        </a:rPr>
                        <a:t>정리 · Q&amp;A</a:t>
                      </a:r>
                    </a:p>
                  </a:txBody>
                  <a:tcPr marL="109728" marR="91440" marT="54864" marB="45720" anchor="ctr">
                    <a:solidFill>
                      <a:srgbClr val="FFFFFF"/>
                    </a:solidFill>
                  </a:tcPr>
                </a:tc>
                <a:tc>
                  <a:txBody>
                    <a:bodyPr wrap="square"/>
                    <a:lstStyle/>
                    <a:p>
                      <a:pPr>
                        <a:lnSpc>
                          <a:spcPct val="106000"/>
                        </a:lnSpc>
                        <a:spcAft>
                          <a:spcPts val="0"/>
                        </a:spcAft>
                      </a:pPr>
                      <a:r>
                        <a:rPr sz="1650" b="0" i="0">
                          <a:solidFill>
                            <a:srgbClr val="4E4F51"/>
                          </a:solidFill>
                          <a:latin typeface="Open Sans"/>
                          <a:ea typeface="Noto Sans CJK KR"/>
                        </a:rPr>
                        <a:t>다음 단계</a:t>
                      </a:r>
                    </a:p>
                  </a:txBody>
                  <a:tcPr marL="109728" marR="91440" marT="54864" marB="45720" anchor="ctr">
                    <a:solidFill>
                      <a:srgbClr val="FFFFFF"/>
                    </a:solidFill>
                  </a:tcPr>
                </a:tc>
              </a:tr>
            </a:tbl>
          </a:graphicData>
        </a:graphic>
      </p:graphicFrame>
      <p:sp>
        <p:nvSpPr>
          <p:cNvPr id="6" name="TextBox 5"/>
          <p:cNvSpPr txBox="1"/>
          <p:nvPr/>
        </p:nvSpPr>
        <p:spPr>
          <a:xfrm>
            <a:off x="649224" y="5925312"/>
            <a:ext cx="10881360" cy="420624"/>
          </a:xfrm>
          <a:prstGeom prst="rect">
            <a:avLst/>
          </a:prstGeom>
          <a:noFill/>
        </p:spPr>
        <p:txBody>
          <a:bodyPr wrap="square" lIns="0" rIns="0" tIns="0" bIns="0" anchor="t">
            <a:spAutoFit/>
          </a:bodyPr>
          <a:lstStyle/>
          <a:p>
            <a:pPr algn="l">
              <a:lnSpc>
                <a:spcPct val="112000"/>
              </a:lnSpc>
              <a:spcBef>
                <a:spcPts val="0"/>
              </a:spcBef>
              <a:spcAft>
                <a:spcPts val="400"/>
              </a:spcAft>
            </a:pPr>
            <a:r>
              <a:rPr sz="1250" b="0" i="0">
                <a:solidFill>
                  <a:srgbClr val="4E4F51"/>
                </a:solidFill>
                <a:latin typeface="Open Sans"/>
                <a:ea typeface="Noto Sans CJK KR"/>
              </a:rPr>
              <a:t>설명 90분 / 직접 실습 90분 / 휴식 10분 / 정리 10분 = 200분</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100" b="0" i="0">
                <a:solidFill>
                  <a:srgbClr val="004C97"/>
                </a:solidFill>
                <a:latin typeface="Open Sans"/>
                <a:ea typeface="Noto Sans CJK KR"/>
              </a:rPr>
              <a:t>오늘 쓰는 Tosca 용어 8개</a:t>
            </a:r>
          </a:p>
        </p:txBody>
      </p:sp>
      <p:sp>
        <p:nvSpPr>
          <p:cNvPr id="3" name="TextBox 2"/>
          <p:cNvSpPr txBox="1"/>
          <p:nvPr/>
        </p:nvSpPr>
        <p:spPr>
          <a:xfrm>
            <a:off x="1828800" y="6510528"/>
            <a:ext cx="8046720" cy="210312"/>
          </a:xfrm>
          <a:prstGeom prst="rect">
            <a:avLst/>
          </a:prstGeom>
          <a:noFill/>
        </p:spPr>
        <p:txBody>
          <a:bodyPr wrap="square" lIns="0" rIns="0" tIns="0" bIns="0" anchor="t">
            <a:spAutoFit/>
          </a:bodyPr>
          <a:lstStyle/>
          <a:p>
            <a:pPr algn="l">
              <a:lnSpc>
                <a:spcPct val="112000"/>
              </a:lnSpc>
              <a:spcBef>
                <a:spcPts val="0"/>
              </a:spcBef>
              <a:spcAft>
                <a:spcPts val="0"/>
              </a:spcAft>
            </a:pPr>
            <a:r>
              <a:rPr sz="1000" b="0" i="0">
                <a:solidFill>
                  <a:srgbClr val="FFFFFF"/>
                </a:solidFill>
                <a:latin typeface="Open Sans"/>
                <a:ea typeface="Noto Sans CJK KR"/>
              </a:rPr>
              <a:t>Tosca Commander MCP 입문  |  AI 어시스턴트 실습</a:t>
            </a:r>
          </a:p>
        </p:txBody>
      </p:sp>
      <p:sp>
        <p:nvSpPr>
          <p:cNvPr id="4" name="TextBox 3"/>
          <p:cNvSpPr txBox="1"/>
          <p:nvPr/>
        </p:nvSpPr>
        <p:spPr>
          <a:xfrm>
            <a:off x="11503152" y="6510528"/>
            <a:ext cx="292608" cy="228600"/>
          </a:xfrm>
          <a:prstGeom prst="rect">
            <a:avLst/>
          </a:prstGeom>
          <a:noFill/>
        </p:spPr>
        <p:txBody>
          <a:bodyPr wrap="none" lIns="0" rIns="0" tIns="0" bIns="0">
            <a:spAutoFit/>
          </a:bodyPr>
          <a:lstStyle/>
          <a:p>
            <a:pPr algn="l"/>
            <a:fld id="{5C7A3F71-3D8E-4C1B-9A44-2E5B7D0F6A11}" type="slidenum">
              <a:rPr lang="ko-KR" sz="1100">
                <a:solidFill>
                  <a:srgbClr val="FFFFFF"/>
                </a:solidFill>
                <a:latin typeface="Open Sans"/>
                <a:ea typeface="Noto Sans CJK KR"/>
              </a:rPr>
              <a:t>4</a:t>
            </a:fld>
          </a:p>
        </p:txBody>
      </p:sp>
      <p:graphicFrame>
        <p:nvGraphicFramePr>
          <p:cNvPr id="5" name="Table 4"/>
          <p:cNvGraphicFramePr>
            <a:graphicFrameLocks noGrp="1"/>
          </p:cNvGraphicFramePr>
          <p:nvPr/>
        </p:nvGraphicFramePr>
        <p:xfrm>
          <a:off x="649224" y="1298448"/>
          <a:ext cx="10881360" cy="4114800"/>
        </p:xfrm>
        <a:graphic>
          <a:graphicData uri="http://schemas.openxmlformats.org/drawingml/2006/table">
            <a:tbl>
              <a:tblPr firstRow="1" bandRow="1">
                <a:tableStyleId>{5C22544A-7EE6-4342-B048-85BDC9FD1C3A}</a:tableStyleId>
              </a:tblPr>
              <a:tblGrid>
                <a:gridCol w="2651760"/>
                <a:gridCol w="8229600"/>
              </a:tblGrid>
              <a:tr h="457200">
                <a:tc>
                  <a:txBody>
                    <a:bodyPr wrap="square"/>
                    <a:lstStyle/>
                    <a:p>
                      <a:pPr>
                        <a:lnSpc>
                          <a:spcPct val="106000"/>
                        </a:lnSpc>
                        <a:spcAft>
                          <a:spcPts val="0"/>
                        </a:spcAft>
                      </a:pPr>
                      <a:r>
                        <a:rPr sz="1600" b="1" i="0">
                          <a:solidFill>
                            <a:srgbClr val="FFFFFF"/>
                          </a:solidFill>
                          <a:latin typeface="Open Sans"/>
                          <a:ea typeface="Noto Sans CJK KR"/>
                        </a:rPr>
                        <a:t>용어</a:t>
                      </a:r>
                    </a:p>
                  </a:txBody>
                  <a:tcPr marL="109728" marR="91440" marT="54864" marB="45720" anchor="ctr">
                    <a:solidFill>
                      <a:srgbClr val="004C97"/>
                    </a:solidFill>
                  </a:tcPr>
                </a:tc>
                <a:tc>
                  <a:txBody>
                    <a:bodyPr wrap="square"/>
                    <a:lstStyle/>
                    <a:p>
                      <a:pPr>
                        <a:lnSpc>
                          <a:spcPct val="106000"/>
                        </a:lnSpc>
                        <a:spcAft>
                          <a:spcPts val="0"/>
                        </a:spcAft>
                      </a:pPr>
                      <a:r>
                        <a:rPr sz="1600" b="1" i="0">
                          <a:solidFill>
                            <a:srgbClr val="FFFFFF"/>
                          </a:solidFill>
                          <a:latin typeface="Open Sans"/>
                          <a:ea typeface="Noto Sans CJK KR"/>
                        </a:rPr>
                        <a:t>뜻</a:t>
                      </a:r>
                    </a:p>
                  </a:txBody>
                  <a:tcPr marL="109728" marR="91440" marT="54864" marB="45720" anchor="ctr">
                    <a:solidFill>
                      <a:srgbClr val="004C97"/>
                    </a:solidFill>
                  </a:tcPr>
                </a:tc>
              </a:tr>
              <a:tr h="457200">
                <a:tc>
                  <a:txBody>
                    <a:bodyPr wrap="square"/>
                    <a:lstStyle/>
                    <a:p>
                      <a:pPr>
                        <a:lnSpc>
                          <a:spcPct val="106000"/>
                        </a:lnSpc>
                        <a:spcAft>
                          <a:spcPts val="0"/>
                        </a:spcAft>
                      </a:pPr>
                      <a:r>
                        <a:rPr sz="1550" b="1" i="0">
                          <a:solidFill>
                            <a:srgbClr val="4E4F51"/>
                          </a:solidFill>
                          <a:latin typeface="Open Sans"/>
                          <a:ea typeface="Noto Sans CJK KR"/>
                        </a:rPr>
                        <a:t>Workspace</a:t>
                      </a:r>
                    </a:p>
                  </a:txBody>
                  <a:tcPr marL="109728" marR="91440" marT="54864" marB="45720" anchor="ctr">
                    <a:solidFill>
                      <a:srgbClr val="F1F5F9"/>
                    </a:solidFill>
                  </a:tcPr>
                </a:tc>
                <a:tc>
                  <a:txBody>
                    <a:bodyPr wrap="square"/>
                    <a:lstStyle/>
                    <a:p>
                      <a:pPr>
                        <a:lnSpc>
                          <a:spcPct val="106000"/>
                        </a:lnSpc>
                        <a:spcAft>
                          <a:spcPts val="0"/>
                        </a:spcAft>
                      </a:pPr>
                      <a:r>
                        <a:rPr sz="1550" b="0" i="0">
                          <a:solidFill>
                            <a:srgbClr val="4E4F51"/>
                          </a:solidFill>
                          <a:latin typeface="Open Sans"/>
                          <a:ea typeface="Noto Sans CJK KR"/>
                        </a:rPr>
                        <a:t>작업 공간. 싱글 유저(내 PC)와 멀티 유저(공통 리포지토리 공유)</a:t>
                      </a:r>
                    </a:p>
                  </a:txBody>
                  <a:tcPr marL="109728" marR="91440" marT="54864" marB="45720" anchor="ctr">
                    <a:solidFill>
                      <a:srgbClr val="F1F5F9"/>
                    </a:solidFill>
                  </a:tcPr>
                </a:tc>
              </a:tr>
              <a:tr h="457200">
                <a:tc>
                  <a:txBody>
                    <a:bodyPr wrap="square"/>
                    <a:lstStyle/>
                    <a:p>
                      <a:pPr>
                        <a:lnSpc>
                          <a:spcPct val="106000"/>
                        </a:lnSpc>
                        <a:spcAft>
                          <a:spcPts val="0"/>
                        </a:spcAft>
                      </a:pPr>
                      <a:r>
                        <a:rPr sz="1550" b="1" i="0">
                          <a:solidFill>
                            <a:srgbClr val="4E4F51"/>
                          </a:solidFill>
                          <a:latin typeface="Open Sans"/>
                          <a:ea typeface="Noto Sans CJK KR"/>
                        </a:rPr>
                        <a:t>Module</a:t>
                      </a:r>
                    </a:p>
                  </a:txBody>
                  <a:tcPr marL="109728" marR="91440" marT="54864" marB="45720" anchor="ctr">
                    <a:solidFill>
                      <a:srgbClr val="FFFFFF"/>
                    </a:solidFill>
                  </a:tcPr>
                </a:tc>
                <a:tc>
                  <a:txBody>
                    <a:bodyPr wrap="square"/>
                    <a:lstStyle/>
                    <a:p>
                      <a:pPr>
                        <a:lnSpc>
                          <a:spcPct val="106000"/>
                        </a:lnSpc>
                        <a:spcAft>
                          <a:spcPts val="0"/>
                        </a:spcAft>
                      </a:pPr>
                      <a:r>
                        <a:rPr sz="1550" b="0" i="0">
                          <a:solidFill>
                            <a:srgbClr val="4E4F51"/>
                          </a:solidFill>
                          <a:latin typeface="Open Sans"/>
                          <a:ea typeface="Noto Sans CJK KR"/>
                        </a:rPr>
                        <a:t>테스트할 화면의 기술 정보. XScan으로 만들고, 화면 요소 하나는 ModuleAttribute</a:t>
                      </a:r>
                    </a:p>
                  </a:txBody>
                  <a:tcPr marL="109728" marR="91440" marT="54864" marB="45720" anchor="ctr">
                    <a:solidFill>
                      <a:srgbClr val="FFFFFF"/>
                    </a:solidFill>
                  </a:tcPr>
                </a:tc>
              </a:tr>
              <a:tr h="457200">
                <a:tc>
                  <a:txBody>
                    <a:bodyPr wrap="square"/>
                    <a:lstStyle/>
                    <a:p>
                      <a:pPr>
                        <a:lnSpc>
                          <a:spcPct val="106000"/>
                        </a:lnSpc>
                        <a:spcAft>
                          <a:spcPts val="0"/>
                        </a:spcAft>
                      </a:pPr>
                      <a:r>
                        <a:rPr sz="1550" b="1" i="0">
                          <a:solidFill>
                            <a:srgbClr val="4E4F51"/>
                          </a:solidFill>
                          <a:latin typeface="Open Sans"/>
                          <a:ea typeface="Noto Sans CJK KR"/>
                        </a:rPr>
                        <a:t>TestCase</a:t>
                      </a:r>
                    </a:p>
                  </a:txBody>
                  <a:tcPr marL="109728" marR="91440" marT="54864" marB="45720" anchor="ctr">
                    <a:solidFill>
                      <a:srgbClr val="F1F5F9"/>
                    </a:solidFill>
                  </a:tcPr>
                </a:tc>
                <a:tc>
                  <a:txBody>
                    <a:bodyPr wrap="square"/>
                    <a:lstStyle/>
                    <a:p>
                      <a:pPr>
                        <a:lnSpc>
                          <a:spcPct val="106000"/>
                        </a:lnSpc>
                        <a:spcAft>
                          <a:spcPts val="0"/>
                        </a:spcAft>
                      </a:pPr>
                      <a:r>
                        <a:rPr sz="1550" b="0" i="0">
                          <a:solidFill>
                            <a:srgbClr val="4E4F51"/>
                          </a:solidFill>
                          <a:latin typeface="Open Sans"/>
                          <a:ea typeface="Noto Sans CJK KR"/>
                        </a:rPr>
                        <a:t>모듈을 순서대로 놓아 만든 테스트 절차</a:t>
                      </a:r>
                    </a:p>
                  </a:txBody>
                  <a:tcPr marL="109728" marR="91440" marT="54864" marB="45720" anchor="ctr">
                    <a:solidFill>
                      <a:srgbClr val="F1F5F9"/>
                    </a:solidFill>
                  </a:tcPr>
                </a:tc>
              </a:tr>
              <a:tr h="457200">
                <a:tc>
                  <a:txBody>
                    <a:bodyPr wrap="square"/>
                    <a:lstStyle/>
                    <a:p>
                      <a:pPr>
                        <a:lnSpc>
                          <a:spcPct val="106000"/>
                        </a:lnSpc>
                        <a:spcAft>
                          <a:spcPts val="0"/>
                        </a:spcAft>
                      </a:pPr>
                      <a:r>
                        <a:rPr sz="1550" b="1" i="0">
                          <a:solidFill>
                            <a:srgbClr val="4E4F51"/>
                          </a:solidFill>
                          <a:latin typeface="Open Sans"/>
                          <a:ea typeface="Noto Sans CJK KR"/>
                        </a:rPr>
                        <a:t>TestStep</a:t>
                      </a:r>
                    </a:p>
                  </a:txBody>
                  <a:tcPr marL="109728" marR="91440" marT="54864" marB="45720" anchor="ctr">
                    <a:solidFill>
                      <a:srgbClr val="FFFFFF"/>
                    </a:solidFill>
                  </a:tcPr>
                </a:tc>
                <a:tc>
                  <a:txBody>
                    <a:bodyPr wrap="square"/>
                    <a:lstStyle/>
                    <a:p>
                      <a:pPr>
                        <a:lnSpc>
                          <a:spcPct val="106000"/>
                        </a:lnSpc>
                        <a:spcAft>
                          <a:spcPts val="0"/>
                        </a:spcAft>
                      </a:pPr>
                      <a:r>
                        <a:rPr sz="1550" b="0" i="0">
                          <a:solidFill>
                            <a:srgbClr val="4E4F51"/>
                          </a:solidFill>
                          <a:latin typeface="Open Sans"/>
                          <a:ea typeface="Noto Sans CJK KR"/>
                        </a:rPr>
                        <a:t>테스트케이스의 한 단계. 스텝에 넣는 값은 TestStepValue</a:t>
                      </a:r>
                    </a:p>
                  </a:txBody>
                  <a:tcPr marL="109728" marR="91440" marT="54864" marB="45720" anchor="ctr">
                    <a:solidFill>
                      <a:srgbClr val="FFFFFF"/>
                    </a:solidFill>
                  </a:tcPr>
                </a:tc>
              </a:tr>
              <a:tr h="457200">
                <a:tc>
                  <a:txBody>
                    <a:bodyPr wrap="square"/>
                    <a:lstStyle/>
                    <a:p>
                      <a:pPr>
                        <a:lnSpc>
                          <a:spcPct val="106000"/>
                        </a:lnSpc>
                        <a:spcAft>
                          <a:spcPts val="0"/>
                        </a:spcAft>
                      </a:pPr>
                      <a:r>
                        <a:rPr sz="1550" b="1" i="0">
                          <a:solidFill>
                            <a:srgbClr val="4E4F51"/>
                          </a:solidFill>
                          <a:latin typeface="Open Sans"/>
                          <a:ea typeface="Noto Sans CJK KR"/>
                        </a:rPr>
                        <a:t>ActionMode</a:t>
                      </a:r>
                    </a:p>
                  </a:txBody>
                  <a:tcPr marL="109728" marR="91440" marT="54864" marB="45720" anchor="ctr">
                    <a:solidFill>
                      <a:srgbClr val="F1F5F9"/>
                    </a:solidFill>
                  </a:tcPr>
                </a:tc>
                <a:tc>
                  <a:txBody>
                    <a:bodyPr wrap="square"/>
                    <a:lstStyle/>
                    <a:p>
                      <a:pPr>
                        <a:lnSpc>
                          <a:spcPct val="106000"/>
                        </a:lnSpc>
                        <a:spcAft>
                          <a:spcPts val="0"/>
                        </a:spcAft>
                      </a:pPr>
                      <a:r>
                        <a:rPr sz="1550" b="0" i="0">
                          <a:solidFill>
                            <a:srgbClr val="4E4F51"/>
                          </a:solidFill>
                          <a:latin typeface="Open Sans"/>
                          <a:ea typeface="Noto Sans CJK KR"/>
                        </a:rPr>
                        <a:t>값을 쓰는 방식. Input(입력), Verify(검증), Buffer(재사용), WaitOn(대기)</a:t>
                      </a:r>
                    </a:p>
                  </a:txBody>
                  <a:tcPr marL="109728" marR="91440" marT="54864" marB="45720" anchor="ctr">
                    <a:solidFill>
                      <a:srgbClr val="F1F5F9"/>
                    </a:solidFill>
                  </a:tcPr>
                </a:tc>
              </a:tr>
              <a:tr h="457200">
                <a:tc>
                  <a:txBody>
                    <a:bodyPr wrap="square"/>
                    <a:lstStyle/>
                    <a:p>
                      <a:pPr>
                        <a:lnSpc>
                          <a:spcPct val="106000"/>
                        </a:lnSpc>
                        <a:spcAft>
                          <a:spcPts val="0"/>
                        </a:spcAft>
                      </a:pPr>
                      <a:r>
                        <a:rPr sz="1550" b="1" i="0">
                          <a:solidFill>
                            <a:srgbClr val="4E4F51"/>
                          </a:solidFill>
                          <a:latin typeface="Open Sans"/>
                          <a:ea typeface="Noto Sans CJK KR"/>
                        </a:rPr>
                        <a:t>ScratchBook</a:t>
                      </a:r>
                    </a:p>
                  </a:txBody>
                  <a:tcPr marL="109728" marR="91440" marT="54864" marB="45720" anchor="ctr">
                    <a:solidFill>
                      <a:srgbClr val="FFFFFF"/>
                    </a:solidFill>
                  </a:tcPr>
                </a:tc>
                <a:tc>
                  <a:txBody>
                    <a:bodyPr wrap="square"/>
                    <a:lstStyle/>
                    <a:p>
                      <a:pPr>
                        <a:lnSpc>
                          <a:spcPct val="106000"/>
                        </a:lnSpc>
                        <a:spcAft>
                          <a:spcPts val="0"/>
                        </a:spcAft>
                      </a:pPr>
                      <a:r>
                        <a:rPr sz="1550" b="0" i="0">
                          <a:solidFill>
                            <a:srgbClr val="4E4F51"/>
                          </a:solidFill>
                          <a:latin typeface="Open Sans"/>
                          <a:ea typeface="Noto Sans CJK KR"/>
                        </a:rPr>
                        <a:t>시험 실행하는 곳. 결과가 정식 기록으로 남지 않음</a:t>
                      </a:r>
                    </a:p>
                  </a:txBody>
                  <a:tcPr marL="109728" marR="91440" marT="54864" marB="45720" anchor="ctr">
                    <a:solidFill>
                      <a:srgbClr val="FFFFFF"/>
                    </a:solidFill>
                  </a:tcPr>
                </a:tc>
              </a:tr>
              <a:tr h="457200">
                <a:tc>
                  <a:txBody>
                    <a:bodyPr wrap="square"/>
                    <a:lstStyle/>
                    <a:p>
                      <a:pPr>
                        <a:lnSpc>
                          <a:spcPct val="106000"/>
                        </a:lnSpc>
                        <a:spcAft>
                          <a:spcPts val="0"/>
                        </a:spcAft>
                      </a:pPr>
                      <a:r>
                        <a:rPr sz="1550" b="1" i="0">
                          <a:solidFill>
                            <a:srgbClr val="4E4F51"/>
                          </a:solidFill>
                          <a:latin typeface="Open Sans"/>
                          <a:ea typeface="Noto Sans CJK KR"/>
                        </a:rPr>
                        <a:t>ExecutionList</a:t>
                      </a:r>
                    </a:p>
                  </a:txBody>
                  <a:tcPr marL="109728" marR="91440" marT="54864" marB="45720" anchor="ctr">
                    <a:solidFill>
                      <a:srgbClr val="F1F5F9"/>
                    </a:solidFill>
                  </a:tcPr>
                </a:tc>
                <a:tc>
                  <a:txBody>
                    <a:bodyPr wrap="square"/>
                    <a:lstStyle/>
                    <a:p>
                      <a:pPr>
                        <a:lnSpc>
                          <a:spcPct val="106000"/>
                        </a:lnSpc>
                        <a:spcAft>
                          <a:spcPts val="0"/>
                        </a:spcAft>
                      </a:pPr>
                      <a:r>
                        <a:rPr sz="1550" b="0" i="0">
                          <a:solidFill>
                            <a:srgbClr val="4E4F51"/>
                          </a:solidFill>
                          <a:latin typeface="Open Sans"/>
                          <a:ea typeface="Noto Sans CJK KR"/>
                        </a:rPr>
                        <a:t>정식 실행 단위. 실행 결과(ExecutionLog)가 남음</a:t>
                      </a:r>
                    </a:p>
                  </a:txBody>
                  <a:tcPr marL="109728" marR="91440" marT="54864" marB="45720" anchor="ctr">
                    <a:solidFill>
                      <a:srgbClr val="F1F5F9"/>
                    </a:solidFill>
                  </a:tcPr>
                </a:tc>
              </a:tr>
              <a:tr h="457200">
                <a:tc>
                  <a:txBody>
                    <a:bodyPr wrap="square"/>
                    <a:lstStyle/>
                    <a:p>
                      <a:pPr>
                        <a:lnSpc>
                          <a:spcPct val="106000"/>
                        </a:lnSpc>
                        <a:spcAft>
                          <a:spcPts val="0"/>
                        </a:spcAft>
                      </a:pPr>
                      <a:r>
                        <a:rPr sz="1550" b="1" i="0">
                          <a:solidFill>
                            <a:srgbClr val="4E4F51"/>
                          </a:solidFill>
                          <a:latin typeface="Open Sans"/>
                          <a:ea typeface="Noto Sans CJK KR"/>
                        </a:rPr>
                        <a:t>Check out / Check in</a:t>
                      </a:r>
                    </a:p>
                  </a:txBody>
                  <a:tcPr marL="109728" marR="91440" marT="54864" marB="45720" anchor="ctr">
                    <a:solidFill>
                      <a:srgbClr val="FFFFFF"/>
                    </a:solidFill>
                  </a:tcPr>
                </a:tc>
                <a:tc>
                  <a:txBody>
                    <a:bodyPr wrap="square"/>
                    <a:lstStyle/>
                    <a:p>
                      <a:pPr>
                        <a:lnSpc>
                          <a:spcPct val="106000"/>
                        </a:lnSpc>
                        <a:spcAft>
                          <a:spcPts val="0"/>
                        </a:spcAft>
                      </a:pPr>
                      <a:r>
                        <a:rPr sz="1550" b="0" i="0">
                          <a:solidFill>
                            <a:srgbClr val="4E4F51"/>
                          </a:solidFill>
                          <a:latin typeface="Open Sans"/>
                          <a:ea typeface="Noto Sans CJK KR"/>
                        </a:rPr>
                        <a:t>멀티 유저에서 잠그고 고친 뒤 공통 리포지토리에 반영</a:t>
                      </a:r>
                    </a:p>
                  </a:txBody>
                  <a:tcPr marL="109728" marR="91440" marT="54864" marB="45720" anchor="ctr">
                    <a:solidFill>
                      <a:srgbClr val="FFFFFF"/>
                    </a:solidFill>
                  </a:tcPr>
                </a:tc>
              </a:tr>
            </a:tbl>
          </a:graphicData>
        </a:graphic>
      </p:graphicFrame>
      <p:sp>
        <p:nvSpPr>
          <p:cNvPr id="6" name="TextBox 5"/>
          <p:cNvSpPr txBox="1"/>
          <p:nvPr/>
        </p:nvSpPr>
        <p:spPr>
          <a:xfrm>
            <a:off x="649224" y="5925312"/>
            <a:ext cx="10881360" cy="420624"/>
          </a:xfrm>
          <a:prstGeom prst="rect">
            <a:avLst/>
          </a:prstGeom>
          <a:noFill/>
        </p:spPr>
        <p:txBody>
          <a:bodyPr wrap="square" lIns="0" rIns="0" tIns="0" bIns="0" anchor="t">
            <a:spAutoFit/>
          </a:bodyPr>
          <a:lstStyle/>
          <a:p>
            <a:pPr algn="l">
              <a:lnSpc>
                <a:spcPct val="112000"/>
              </a:lnSpc>
              <a:spcBef>
                <a:spcPts val="0"/>
              </a:spcBef>
              <a:spcAft>
                <a:spcPts val="400"/>
              </a:spcAft>
            </a:pPr>
            <a:r>
              <a:rPr sz="1250" b="0" i="0">
                <a:solidFill>
                  <a:srgbClr val="4E4F51"/>
                </a:solidFill>
                <a:latin typeface="Open Sans"/>
                <a:ea typeface="Noto Sans CJK KR"/>
              </a:rPr>
              <a:t>AI 답변에 이 용어가 그대로 나옵니다. 자세한 설명은 워크북 1.3에 있습니다.</a:t>
            </a:r>
          </a:p>
        </p:txBody>
      </p:sp>
      <p:sp>
        <p:nvSpPr>
          <p:cNvPr id="7" name="TextBox 6"/>
          <p:cNvSpPr txBox="1"/>
          <p:nvPr/>
        </p:nvSpPr>
        <p:spPr>
          <a:xfrm>
            <a:off x="9784080" y="6373368"/>
            <a:ext cx="1737360" cy="109728"/>
          </a:xfrm>
          <a:prstGeom prst="rect">
            <a:avLst/>
          </a:prstGeom>
          <a:noFill/>
        </p:spPr>
        <p:txBody>
          <a:bodyPr wrap="square" lIns="0" rIns="0" tIns="0" bIns="0" anchor="t">
            <a:spAutoFit/>
          </a:bodyPr>
          <a:lstStyle/>
          <a:p>
            <a:pPr algn="r">
              <a:lnSpc>
                <a:spcPct val="112000"/>
              </a:lnSpc>
              <a:spcBef>
                <a:spcPts val="0"/>
              </a:spcBef>
              <a:spcAft>
                <a:spcPts val="0"/>
              </a:spcAft>
            </a:pPr>
            <a:r>
              <a:rPr sz="750" b="0" i="0">
                <a:solidFill>
                  <a:srgbClr val="4E4F51"/>
                </a:solidFill>
                <a:latin typeface="Open Sans"/>
                <a:ea typeface="Noto Sans CJK KR"/>
              </a:rPr>
              <a:t>워크북 1.3</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100" b="0" i="0">
                <a:solidFill>
                  <a:srgbClr val="004C97"/>
                </a:solidFill>
                <a:latin typeface="Open Sans"/>
                <a:ea typeface="Noto Sans CJK KR"/>
              </a:rPr>
              <a:t>Tosca에서 테스트가 만들어지는 흐름</a:t>
            </a:r>
          </a:p>
        </p:txBody>
      </p:sp>
      <p:sp>
        <p:nvSpPr>
          <p:cNvPr id="3" name="TextBox 2"/>
          <p:cNvSpPr txBox="1"/>
          <p:nvPr/>
        </p:nvSpPr>
        <p:spPr>
          <a:xfrm>
            <a:off x="1828800" y="6510528"/>
            <a:ext cx="8046720" cy="210312"/>
          </a:xfrm>
          <a:prstGeom prst="rect">
            <a:avLst/>
          </a:prstGeom>
          <a:noFill/>
        </p:spPr>
        <p:txBody>
          <a:bodyPr wrap="square" lIns="0" rIns="0" tIns="0" bIns="0" anchor="t">
            <a:spAutoFit/>
          </a:bodyPr>
          <a:lstStyle/>
          <a:p>
            <a:pPr algn="l">
              <a:lnSpc>
                <a:spcPct val="112000"/>
              </a:lnSpc>
              <a:spcBef>
                <a:spcPts val="0"/>
              </a:spcBef>
              <a:spcAft>
                <a:spcPts val="0"/>
              </a:spcAft>
            </a:pPr>
            <a:r>
              <a:rPr sz="1000" b="0" i="0">
                <a:solidFill>
                  <a:srgbClr val="FFFFFF"/>
                </a:solidFill>
                <a:latin typeface="Open Sans"/>
                <a:ea typeface="Noto Sans CJK KR"/>
              </a:rPr>
              <a:t>Tosca Commander MCP 입문  |  AI 어시스턴트 실습</a:t>
            </a:r>
          </a:p>
        </p:txBody>
      </p:sp>
      <p:sp>
        <p:nvSpPr>
          <p:cNvPr id="4" name="TextBox 3"/>
          <p:cNvSpPr txBox="1"/>
          <p:nvPr/>
        </p:nvSpPr>
        <p:spPr>
          <a:xfrm>
            <a:off x="11503152" y="6510528"/>
            <a:ext cx="292608" cy="228600"/>
          </a:xfrm>
          <a:prstGeom prst="rect">
            <a:avLst/>
          </a:prstGeom>
          <a:noFill/>
        </p:spPr>
        <p:txBody>
          <a:bodyPr wrap="none" lIns="0" rIns="0" tIns="0" bIns="0">
            <a:spAutoFit/>
          </a:bodyPr>
          <a:lstStyle/>
          <a:p>
            <a:pPr algn="l"/>
            <a:fld id="{5C7A3F71-3D8E-4C1B-9A44-2E5B7D0F6A11}" type="slidenum">
              <a:rPr lang="ko-KR" sz="1100">
                <a:solidFill>
                  <a:srgbClr val="FFFFFF"/>
                </a:solidFill>
                <a:latin typeface="Open Sans"/>
                <a:ea typeface="Noto Sans CJK KR"/>
              </a:rPr>
              <a:t>5</a:t>
            </a:fld>
          </a:p>
        </p:txBody>
      </p:sp>
      <p:sp>
        <p:nvSpPr>
          <p:cNvPr id="5" name="Rectangle 4"/>
          <p:cNvSpPr/>
          <p:nvPr/>
        </p:nvSpPr>
        <p:spPr>
          <a:xfrm>
            <a:off x="649224" y="1645920"/>
            <a:ext cx="2051913" cy="1280160"/>
          </a:xfrm>
          <a:prstGeom prst="rect">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58952" y="1737360"/>
            <a:ext cx="1832457" cy="1097280"/>
          </a:xfrm>
          <a:prstGeom prst="rect">
            <a:avLst/>
          </a:prstGeom>
          <a:noFill/>
        </p:spPr>
        <p:txBody>
          <a:bodyPr wrap="square" lIns="0" rIns="0" tIns="0" bIns="0" anchor="ctr">
            <a:spAutoFit/>
          </a:bodyPr>
          <a:lstStyle/>
          <a:p>
            <a:pPr algn="ctr">
              <a:lnSpc>
                <a:spcPct val="112000"/>
              </a:lnSpc>
              <a:spcBef>
                <a:spcPts val="0"/>
              </a:spcBef>
              <a:spcAft>
                <a:spcPts val="200"/>
              </a:spcAft>
            </a:pPr>
            <a:r>
              <a:rPr sz="2000" b="1" i="0">
                <a:solidFill>
                  <a:srgbClr val="004C97"/>
                </a:solidFill>
                <a:latin typeface="Open Sans"/>
                <a:ea typeface="Noto Sans CJK KR"/>
              </a:rPr>
              <a:t>1 화면 스캔</a:t>
            </a:r>
          </a:p>
          <a:p>
            <a:pPr algn="ctr">
              <a:lnSpc>
                <a:spcPct val="112000"/>
              </a:lnSpc>
              <a:spcBef>
                <a:spcPts val="0"/>
              </a:spcBef>
              <a:spcAft>
                <a:spcPts val="200"/>
              </a:spcAft>
            </a:pPr>
            <a:r>
              <a:rPr sz="1500" b="0" i="0">
                <a:solidFill>
                  <a:srgbClr val="4E4F51"/>
                </a:solidFill>
                <a:latin typeface="Open Sans"/>
                <a:ea typeface="Noto Sans CJK KR"/>
              </a:rPr>
              <a:t>XScan</a:t>
            </a:r>
          </a:p>
        </p:txBody>
      </p:sp>
      <p:sp>
        <p:nvSpPr>
          <p:cNvPr id="7" name="TextBox 6"/>
          <p:cNvSpPr txBox="1"/>
          <p:nvPr/>
        </p:nvSpPr>
        <p:spPr>
          <a:xfrm>
            <a:off x="2705709" y="2084831"/>
            <a:ext cx="155448" cy="365760"/>
          </a:xfrm>
          <a:prstGeom prst="rect">
            <a:avLst/>
          </a:prstGeom>
          <a:noFill/>
        </p:spPr>
        <p:txBody>
          <a:bodyPr wrap="square" lIns="0" rIns="0" tIns="0" bIns="0" anchor="t">
            <a:spAutoFit/>
          </a:bodyPr>
          <a:lstStyle/>
          <a:p>
            <a:pPr algn="ctr">
              <a:lnSpc>
                <a:spcPct val="112000"/>
              </a:lnSpc>
              <a:spcBef>
                <a:spcPts val="0"/>
              </a:spcBef>
              <a:spcAft>
                <a:spcPts val="0"/>
              </a:spcAft>
            </a:pPr>
            <a:r>
              <a:rPr sz="2300" b="0" i="0">
                <a:solidFill>
                  <a:srgbClr val="0E88AE"/>
                </a:solidFill>
                <a:latin typeface="Open Sans"/>
                <a:ea typeface="Noto Sans CJK KR"/>
              </a:rPr>
              <a:t>›</a:t>
            </a:r>
          </a:p>
        </p:txBody>
      </p:sp>
      <p:sp>
        <p:nvSpPr>
          <p:cNvPr id="8" name="Rectangle 7"/>
          <p:cNvSpPr/>
          <p:nvPr/>
        </p:nvSpPr>
        <p:spPr>
          <a:xfrm>
            <a:off x="2856585" y="1645920"/>
            <a:ext cx="2051913" cy="1280160"/>
          </a:xfrm>
          <a:prstGeom prst="rect">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2966313" y="1737360"/>
            <a:ext cx="1832457" cy="1097280"/>
          </a:xfrm>
          <a:prstGeom prst="rect">
            <a:avLst/>
          </a:prstGeom>
          <a:noFill/>
        </p:spPr>
        <p:txBody>
          <a:bodyPr wrap="square" lIns="0" rIns="0" tIns="0" bIns="0" anchor="ctr">
            <a:spAutoFit/>
          </a:bodyPr>
          <a:lstStyle/>
          <a:p>
            <a:pPr algn="ctr">
              <a:lnSpc>
                <a:spcPct val="112000"/>
              </a:lnSpc>
              <a:spcBef>
                <a:spcPts val="0"/>
              </a:spcBef>
              <a:spcAft>
                <a:spcPts val="200"/>
              </a:spcAft>
            </a:pPr>
            <a:r>
              <a:rPr sz="2000" b="1" i="0">
                <a:solidFill>
                  <a:srgbClr val="004C97"/>
                </a:solidFill>
                <a:latin typeface="Open Sans"/>
                <a:ea typeface="Noto Sans CJK KR"/>
              </a:rPr>
              <a:t>2 모듈</a:t>
            </a:r>
          </a:p>
          <a:p>
            <a:pPr algn="ctr">
              <a:lnSpc>
                <a:spcPct val="112000"/>
              </a:lnSpc>
              <a:spcBef>
                <a:spcPts val="0"/>
              </a:spcBef>
              <a:spcAft>
                <a:spcPts val="200"/>
              </a:spcAft>
            </a:pPr>
            <a:r>
              <a:rPr sz="1500" b="0" i="0">
                <a:solidFill>
                  <a:srgbClr val="4E4F51"/>
                </a:solidFill>
                <a:latin typeface="Open Sans"/>
                <a:ea typeface="Noto Sans CJK KR"/>
              </a:rPr>
              <a:t>화면 정보 저장</a:t>
            </a:r>
          </a:p>
        </p:txBody>
      </p:sp>
      <p:sp>
        <p:nvSpPr>
          <p:cNvPr id="10" name="TextBox 9"/>
          <p:cNvSpPr txBox="1"/>
          <p:nvPr/>
        </p:nvSpPr>
        <p:spPr>
          <a:xfrm>
            <a:off x="4913071" y="2084831"/>
            <a:ext cx="155448" cy="365760"/>
          </a:xfrm>
          <a:prstGeom prst="rect">
            <a:avLst/>
          </a:prstGeom>
          <a:noFill/>
        </p:spPr>
        <p:txBody>
          <a:bodyPr wrap="square" lIns="0" rIns="0" tIns="0" bIns="0" anchor="t">
            <a:spAutoFit/>
          </a:bodyPr>
          <a:lstStyle/>
          <a:p>
            <a:pPr algn="ctr">
              <a:lnSpc>
                <a:spcPct val="112000"/>
              </a:lnSpc>
              <a:spcBef>
                <a:spcPts val="0"/>
              </a:spcBef>
              <a:spcAft>
                <a:spcPts val="0"/>
              </a:spcAft>
            </a:pPr>
            <a:r>
              <a:rPr sz="2300" b="0" i="0">
                <a:solidFill>
                  <a:srgbClr val="0E88AE"/>
                </a:solidFill>
                <a:latin typeface="Open Sans"/>
                <a:ea typeface="Noto Sans CJK KR"/>
              </a:rPr>
              <a:t>›</a:t>
            </a:r>
          </a:p>
        </p:txBody>
      </p:sp>
      <p:sp>
        <p:nvSpPr>
          <p:cNvPr id="11" name="Rectangle 10"/>
          <p:cNvSpPr/>
          <p:nvPr/>
        </p:nvSpPr>
        <p:spPr>
          <a:xfrm>
            <a:off x="5063947" y="1645920"/>
            <a:ext cx="2051913" cy="1280160"/>
          </a:xfrm>
          <a:prstGeom prst="rect">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173675" y="1737360"/>
            <a:ext cx="1832457" cy="1097280"/>
          </a:xfrm>
          <a:prstGeom prst="rect">
            <a:avLst/>
          </a:prstGeom>
          <a:noFill/>
        </p:spPr>
        <p:txBody>
          <a:bodyPr wrap="square" lIns="0" rIns="0" tIns="0" bIns="0" anchor="ctr">
            <a:spAutoFit/>
          </a:bodyPr>
          <a:lstStyle/>
          <a:p>
            <a:pPr algn="ctr">
              <a:lnSpc>
                <a:spcPct val="112000"/>
              </a:lnSpc>
              <a:spcBef>
                <a:spcPts val="0"/>
              </a:spcBef>
              <a:spcAft>
                <a:spcPts val="200"/>
              </a:spcAft>
            </a:pPr>
            <a:r>
              <a:rPr sz="2000" b="1" i="0">
                <a:solidFill>
                  <a:srgbClr val="004C97"/>
                </a:solidFill>
                <a:latin typeface="Open Sans"/>
                <a:ea typeface="Noto Sans CJK KR"/>
              </a:rPr>
              <a:t>3 테스트케이스</a:t>
            </a:r>
          </a:p>
          <a:p>
            <a:pPr algn="ctr">
              <a:lnSpc>
                <a:spcPct val="112000"/>
              </a:lnSpc>
              <a:spcBef>
                <a:spcPts val="0"/>
              </a:spcBef>
              <a:spcAft>
                <a:spcPts val="200"/>
              </a:spcAft>
            </a:pPr>
            <a:r>
              <a:rPr sz="1500" b="0" i="0">
                <a:solidFill>
                  <a:srgbClr val="4E4F51"/>
                </a:solidFill>
                <a:latin typeface="Open Sans"/>
                <a:ea typeface="Noto Sans CJK KR"/>
              </a:rPr>
              <a:t>스텝과 값</a:t>
            </a:r>
          </a:p>
        </p:txBody>
      </p:sp>
      <p:sp>
        <p:nvSpPr>
          <p:cNvPr id="13" name="TextBox 12"/>
          <p:cNvSpPr txBox="1"/>
          <p:nvPr/>
        </p:nvSpPr>
        <p:spPr>
          <a:xfrm>
            <a:off x="7120432" y="2084831"/>
            <a:ext cx="155448" cy="365760"/>
          </a:xfrm>
          <a:prstGeom prst="rect">
            <a:avLst/>
          </a:prstGeom>
          <a:noFill/>
        </p:spPr>
        <p:txBody>
          <a:bodyPr wrap="square" lIns="0" rIns="0" tIns="0" bIns="0" anchor="t">
            <a:spAutoFit/>
          </a:bodyPr>
          <a:lstStyle/>
          <a:p>
            <a:pPr algn="ctr">
              <a:lnSpc>
                <a:spcPct val="112000"/>
              </a:lnSpc>
              <a:spcBef>
                <a:spcPts val="0"/>
              </a:spcBef>
              <a:spcAft>
                <a:spcPts val="0"/>
              </a:spcAft>
            </a:pPr>
            <a:r>
              <a:rPr sz="2300" b="0" i="0">
                <a:solidFill>
                  <a:srgbClr val="0E88AE"/>
                </a:solidFill>
                <a:latin typeface="Open Sans"/>
                <a:ea typeface="Noto Sans CJK KR"/>
              </a:rPr>
              <a:t>›</a:t>
            </a:r>
          </a:p>
        </p:txBody>
      </p:sp>
      <p:sp>
        <p:nvSpPr>
          <p:cNvPr id="14" name="Rectangle 13"/>
          <p:cNvSpPr/>
          <p:nvPr/>
        </p:nvSpPr>
        <p:spPr>
          <a:xfrm>
            <a:off x="7271308" y="1645920"/>
            <a:ext cx="2051913" cy="1280160"/>
          </a:xfrm>
          <a:prstGeom prst="rect">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381036" y="1737360"/>
            <a:ext cx="1832457" cy="1097280"/>
          </a:xfrm>
          <a:prstGeom prst="rect">
            <a:avLst/>
          </a:prstGeom>
          <a:noFill/>
        </p:spPr>
        <p:txBody>
          <a:bodyPr wrap="square" lIns="0" rIns="0" tIns="0" bIns="0" anchor="ctr">
            <a:spAutoFit/>
          </a:bodyPr>
          <a:lstStyle/>
          <a:p>
            <a:pPr algn="ctr">
              <a:lnSpc>
                <a:spcPct val="112000"/>
              </a:lnSpc>
              <a:spcBef>
                <a:spcPts val="0"/>
              </a:spcBef>
              <a:spcAft>
                <a:spcPts val="200"/>
              </a:spcAft>
            </a:pPr>
            <a:r>
              <a:rPr sz="2000" b="1" i="0">
                <a:solidFill>
                  <a:srgbClr val="004C97"/>
                </a:solidFill>
                <a:latin typeface="Open Sans"/>
                <a:ea typeface="Noto Sans CJK KR"/>
              </a:rPr>
              <a:t>4 실행</a:t>
            </a:r>
          </a:p>
          <a:p>
            <a:pPr algn="ctr">
              <a:lnSpc>
                <a:spcPct val="112000"/>
              </a:lnSpc>
              <a:spcBef>
                <a:spcPts val="0"/>
              </a:spcBef>
              <a:spcAft>
                <a:spcPts val="200"/>
              </a:spcAft>
            </a:pPr>
            <a:r>
              <a:rPr sz="1500" b="0" i="0">
                <a:solidFill>
                  <a:srgbClr val="4E4F51"/>
                </a:solidFill>
                <a:latin typeface="Open Sans"/>
                <a:ea typeface="Noto Sans CJK KR"/>
              </a:rPr>
              <a:t>ScratchBook · ExecutionList</a:t>
            </a:r>
          </a:p>
        </p:txBody>
      </p:sp>
      <p:sp>
        <p:nvSpPr>
          <p:cNvPr id="16" name="TextBox 15"/>
          <p:cNvSpPr txBox="1"/>
          <p:nvPr/>
        </p:nvSpPr>
        <p:spPr>
          <a:xfrm>
            <a:off x="9327794" y="2084831"/>
            <a:ext cx="155448" cy="365760"/>
          </a:xfrm>
          <a:prstGeom prst="rect">
            <a:avLst/>
          </a:prstGeom>
          <a:noFill/>
        </p:spPr>
        <p:txBody>
          <a:bodyPr wrap="square" lIns="0" rIns="0" tIns="0" bIns="0" anchor="t">
            <a:spAutoFit/>
          </a:bodyPr>
          <a:lstStyle/>
          <a:p>
            <a:pPr algn="ctr">
              <a:lnSpc>
                <a:spcPct val="112000"/>
              </a:lnSpc>
              <a:spcBef>
                <a:spcPts val="0"/>
              </a:spcBef>
              <a:spcAft>
                <a:spcPts val="0"/>
              </a:spcAft>
            </a:pPr>
            <a:r>
              <a:rPr sz="2300" b="0" i="0">
                <a:solidFill>
                  <a:srgbClr val="0E88AE"/>
                </a:solidFill>
                <a:latin typeface="Open Sans"/>
                <a:ea typeface="Noto Sans CJK KR"/>
              </a:rPr>
              <a:t>›</a:t>
            </a:r>
          </a:p>
        </p:txBody>
      </p:sp>
      <p:sp>
        <p:nvSpPr>
          <p:cNvPr id="17" name="Rectangle 16"/>
          <p:cNvSpPr/>
          <p:nvPr/>
        </p:nvSpPr>
        <p:spPr>
          <a:xfrm>
            <a:off x="9478670" y="1645920"/>
            <a:ext cx="2051913" cy="1280160"/>
          </a:xfrm>
          <a:prstGeom prst="rect">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588398" y="1737360"/>
            <a:ext cx="1832457" cy="1097280"/>
          </a:xfrm>
          <a:prstGeom prst="rect">
            <a:avLst/>
          </a:prstGeom>
          <a:noFill/>
        </p:spPr>
        <p:txBody>
          <a:bodyPr wrap="square" lIns="0" rIns="0" tIns="0" bIns="0" anchor="ctr">
            <a:spAutoFit/>
          </a:bodyPr>
          <a:lstStyle/>
          <a:p>
            <a:pPr algn="ctr">
              <a:lnSpc>
                <a:spcPct val="112000"/>
              </a:lnSpc>
              <a:spcBef>
                <a:spcPts val="0"/>
              </a:spcBef>
              <a:spcAft>
                <a:spcPts val="200"/>
              </a:spcAft>
            </a:pPr>
            <a:r>
              <a:rPr sz="2000" b="1" i="0">
                <a:solidFill>
                  <a:srgbClr val="004C97"/>
                </a:solidFill>
                <a:latin typeface="Open Sans"/>
                <a:ea typeface="Noto Sans CJK KR"/>
              </a:rPr>
              <a:t>5 결과 분석</a:t>
            </a:r>
          </a:p>
          <a:p>
            <a:pPr algn="ctr">
              <a:lnSpc>
                <a:spcPct val="112000"/>
              </a:lnSpc>
              <a:spcBef>
                <a:spcPts val="0"/>
              </a:spcBef>
              <a:spcAft>
                <a:spcPts val="200"/>
              </a:spcAft>
            </a:pPr>
            <a:r>
              <a:rPr sz="1500" b="0" i="0">
                <a:solidFill>
                  <a:srgbClr val="4E4F51"/>
                </a:solidFill>
                <a:latin typeface="Open Sans"/>
                <a:ea typeface="Noto Sans CJK KR"/>
              </a:rPr>
              <a:t>실패 원인</a:t>
            </a:r>
          </a:p>
        </p:txBody>
      </p:sp>
      <p:sp>
        <p:nvSpPr>
          <p:cNvPr id="19" name="Rectangle 18"/>
          <p:cNvSpPr/>
          <p:nvPr/>
        </p:nvSpPr>
        <p:spPr>
          <a:xfrm>
            <a:off x="649224" y="3108960"/>
            <a:ext cx="2051913" cy="73152"/>
          </a:xfrm>
          <a:prstGeom prst="rect">
            <a:avLst/>
          </a:prstGeom>
          <a:solidFill>
            <a:srgbClr val="D2D7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49224" y="3273552"/>
            <a:ext cx="2051913" cy="365760"/>
          </a:xfrm>
          <a:prstGeom prst="rect">
            <a:avLst/>
          </a:prstGeom>
          <a:noFill/>
        </p:spPr>
        <p:txBody>
          <a:bodyPr wrap="square" lIns="0" rIns="0" tIns="0" bIns="0" anchor="t">
            <a:spAutoFit/>
          </a:bodyPr>
          <a:lstStyle/>
          <a:p>
            <a:pPr algn="l">
              <a:lnSpc>
                <a:spcPct val="112000"/>
              </a:lnSpc>
              <a:spcBef>
                <a:spcPts val="0"/>
              </a:spcBef>
              <a:spcAft>
                <a:spcPts val="400"/>
              </a:spcAft>
            </a:pPr>
            <a:r>
              <a:rPr sz="1500" b="1" i="0">
                <a:solidFill>
                  <a:srgbClr val="4E4F51"/>
                </a:solidFill>
                <a:latin typeface="Open Sans"/>
                <a:ea typeface="Noto Sans CJK KR"/>
              </a:rPr>
              <a:t>사람이 직접</a:t>
            </a:r>
          </a:p>
        </p:txBody>
      </p:sp>
      <p:sp>
        <p:nvSpPr>
          <p:cNvPr id="21" name="Rectangle 20"/>
          <p:cNvSpPr/>
          <p:nvPr/>
        </p:nvSpPr>
        <p:spPr>
          <a:xfrm>
            <a:off x="2856585" y="3108960"/>
            <a:ext cx="8673998" cy="73152"/>
          </a:xfrm>
          <a:prstGeom prst="rect">
            <a:avLst/>
          </a:prstGeom>
          <a:solidFill>
            <a:srgbClr val="0E8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2856585" y="3273552"/>
            <a:ext cx="5486400" cy="365760"/>
          </a:xfrm>
          <a:prstGeom prst="rect">
            <a:avLst/>
          </a:prstGeom>
          <a:noFill/>
        </p:spPr>
        <p:txBody>
          <a:bodyPr wrap="square" lIns="0" rIns="0" tIns="0" bIns="0" anchor="t">
            <a:spAutoFit/>
          </a:bodyPr>
          <a:lstStyle/>
          <a:p>
            <a:pPr algn="l">
              <a:lnSpc>
                <a:spcPct val="112000"/>
              </a:lnSpc>
              <a:spcBef>
                <a:spcPts val="0"/>
              </a:spcBef>
              <a:spcAft>
                <a:spcPts val="400"/>
              </a:spcAft>
            </a:pPr>
            <a:r>
              <a:rPr sz="1500" b="1" i="0">
                <a:solidFill>
                  <a:srgbClr val="0E88AE"/>
                </a:solidFill>
                <a:latin typeface="Open Sans"/>
                <a:ea typeface="Noto Sans CJK KR"/>
              </a:rPr>
              <a:t>AI 어시스턴트에게 말로 요청할 수 있는 구간</a:t>
            </a:r>
          </a:p>
        </p:txBody>
      </p:sp>
      <p:sp>
        <p:nvSpPr>
          <p:cNvPr id="23" name="TextBox 22"/>
          <p:cNvSpPr txBox="1"/>
          <p:nvPr/>
        </p:nvSpPr>
        <p:spPr>
          <a:xfrm>
            <a:off x="777240" y="3931920"/>
            <a:ext cx="10332720" cy="1463040"/>
          </a:xfrm>
          <a:prstGeom prst="rect">
            <a:avLst/>
          </a:prstGeom>
          <a:noFill/>
        </p:spPr>
        <p:txBody>
          <a:bodyPr wrap="square" lIns="0" rIns="0" tIns="0" bIns="0" anchor="t">
            <a:spAutoFit/>
          </a:bodyPr>
          <a:lstStyle/>
          <a:p>
            <a:pPr algn="l">
              <a:lnSpc>
                <a:spcPct val="112000"/>
              </a:lnSpc>
              <a:spcBef>
                <a:spcPts val="0"/>
              </a:spcBef>
              <a:spcAft>
                <a:spcPts val="400"/>
              </a:spcAft>
            </a:pPr>
            <a:r>
              <a:rPr sz="2400" b="0" i="0">
                <a:solidFill>
                  <a:srgbClr val="4E4F51"/>
                </a:solidFill>
                <a:latin typeface="Open Sans"/>
                <a:ea typeface="Noto Sans CJK KR"/>
              </a:rPr>
              <a:t>화면 스캔은 사람이 XScan에서 합니다.</a:t>
            </a:r>
          </a:p>
          <a:p>
            <a:pPr algn="l">
              <a:lnSpc>
                <a:spcPct val="112000"/>
              </a:lnSpc>
              <a:spcBef>
                <a:spcPts val="0"/>
              </a:spcBef>
              <a:spcAft>
                <a:spcPts val="400"/>
              </a:spcAft>
            </a:pPr>
            <a:r>
              <a:rPr sz="2400" b="0" i="0">
                <a:solidFill>
                  <a:srgbClr val="4E4F51"/>
                </a:solidFill>
                <a:latin typeface="Open Sans"/>
                <a:ea typeface="Noto Sans CJK KR"/>
              </a:rPr>
              <a:t>모듈 찾기부터 결과 분석까지는 AI에게 문장으로 요청합니다.</a:t>
            </a:r>
          </a:p>
        </p:txBody>
      </p:sp>
      <p:sp>
        <p:nvSpPr>
          <p:cNvPr id="24" name="TextBox 23"/>
          <p:cNvSpPr txBox="1"/>
          <p:nvPr/>
        </p:nvSpPr>
        <p:spPr>
          <a:xfrm>
            <a:off x="649224" y="5925312"/>
            <a:ext cx="10881360" cy="420624"/>
          </a:xfrm>
          <a:prstGeom prst="rect">
            <a:avLst/>
          </a:prstGeom>
          <a:noFill/>
        </p:spPr>
        <p:txBody>
          <a:bodyPr wrap="square" lIns="0" rIns="0" tIns="0" bIns="0" anchor="t">
            <a:spAutoFit/>
          </a:bodyPr>
          <a:lstStyle/>
          <a:p>
            <a:pPr algn="l">
              <a:lnSpc>
                <a:spcPct val="112000"/>
              </a:lnSpc>
              <a:spcBef>
                <a:spcPts val="0"/>
              </a:spcBef>
              <a:spcAft>
                <a:spcPts val="400"/>
              </a:spcAft>
            </a:pPr>
            <a:r>
              <a:rPr sz="1250" b="0" i="0">
                <a:solidFill>
                  <a:srgbClr val="4E4F51"/>
                </a:solidFill>
                <a:latin typeface="Open Sans"/>
                <a:ea typeface="Noto Sans CJK KR"/>
              </a:rPr>
              <a:t>AI는 화면을 스캔해 UI 모듈을 만들지 못합니다. API 모듈은 MCP 도구(create_api_module)로 만들 수 있습니다.</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p:txBody>
          <a:bodyPr/>
          <a:lstStyle/>
          <a:p>
            <a:r>
              <a:rPr sz="3800" b="0" i="0">
                <a:solidFill>
                  <a:srgbClr val="004C97"/>
                </a:solidFill>
                <a:latin typeface="Open Sans"/>
                <a:ea typeface="Noto Sans CJK KR"/>
              </a:rPr>
              <a:t>01</a:t>
            </a:r>
          </a:p>
          <a:p>
            <a:r>
              <a:rPr sz="3800" b="0" i="0">
                <a:solidFill>
                  <a:srgbClr val="004C97"/>
                </a:solidFill>
                <a:latin typeface="Open Sans"/>
                <a:ea typeface="Noto Sans CJK KR"/>
              </a:rPr>
              <a:t>Tosca MCP 이해</a:t>
            </a:r>
          </a:p>
        </p:txBody>
      </p:sp>
      <p:sp>
        <p:nvSpPr>
          <p:cNvPr id="3" name="TextBox 2"/>
          <p:cNvSpPr txBox="1"/>
          <p:nvPr/>
        </p:nvSpPr>
        <p:spPr>
          <a:xfrm>
            <a:off x="658368" y="3831336"/>
            <a:ext cx="6995160" cy="1600200"/>
          </a:xfrm>
          <a:prstGeom prst="rect">
            <a:avLst/>
          </a:prstGeom>
          <a:noFill/>
        </p:spPr>
        <p:txBody>
          <a:bodyPr wrap="square" lIns="0" rIns="0" tIns="0" bIns="0" anchor="t">
            <a:spAutoFit/>
          </a:bodyPr>
          <a:lstStyle/>
          <a:p>
            <a:pPr algn="l">
              <a:lnSpc>
                <a:spcPct val="112000"/>
              </a:lnSpc>
              <a:spcBef>
                <a:spcPts val="0"/>
              </a:spcBef>
              <a:spcAft>
                <a:spcPts val="400"/>
              </a:spcAft>
            </a:pPr>
            <a:r>
              <a:rPr sz="2300" b="0" i="0">
                <a:solidFill>
                  <a:srgbClr val="4E4F51"/>
                </a:solidFill>
                <a:latin typeface="Open Sans"/>
                <a:ea typeface="Noto Sans CJK KR"/>
              </a:rPr>
              <a:t>MCP가 무엇인지</a:t>
            </a:r>
          </a:p>
          <a:p>
            <a:pPr algn="l">
              <a:lnSpc>
                <a:spcPct val="112000"/>
              </a:lnSpc>
              <a:spcBef>
                <a:spcPts val="0"/>
              </a:spcBef>
              <a:spcAft>
                <a:spcPts val="400"/>
              </a:spcAft>
            </a:pPr>
            <a:r>
              <a:rPr sz="2300" b="0" i="0">
                <a:solidFill>
                  <a:srgbClr val="4E4F51"/>
                </a:solidFill>
                <a:latin typeface="Open Sans"/>
                <a:ea typeface="Noto Sans CJK KR"/>
              </a:rPr>
              <a:t>Commander에서 AI가 할 수 있는 일과</a:t>
            </a:r>
          </a:p>
          <a:p>
            <a:pPr algn="l">
              <a:lnSpc>
                <a:spcPct val="112000"/>
              </a:lnSpc>
              <a:spcBef>
                <a:spcPts val="0"/>
              </a:spcBef>
              <a:spcAft>
                <a:spcPts val="400"/>
              </a:spcAft>
            </a:pPr>
            <a:r>
              <a:rPr sz="2300" b="0" i="0">
                <a:solidFill>
                  <a:srgbClr val="4E4F51"/>
                </a:solidFill>
                <a:latin typeface="Open Sans"/>
                <a:ea typeface="Noto Sans CJK KR"/>
              </a:rPr>
              <a:t>맡기지 않을 일</a:t>
            </a:r>
          </a:p>
        </p:txBody>
      </p:sp>
      <p:sp>
        <p:nvSpPr>
          <p:cNvPr id="4" name="TextBox 3"/>
          <p:cNvSpPr txBox="1"/>
          <p:nvPr/>
        </p:nvSpPr>
        <p:spPr>
          <a:xfrm>
            <a:off x="658368" y="5815584"/>
            <a:ext cx="6766560" cy="402336"/>
          </a:xfrm>
          <a:prstGeom prst="rect">
            <a:avLst/>
          </a:prstGeom>
          <a:noFill/>
        </p:spPr>
        <p:txBody>
          <a:bodyPr wrap="square" lIns="0" rIns="0" tIns="0" bIns="0" anchor="t">
            <a:spAutoFit/>
          </a:bodyPr>
          <a:lstStyle/>
          <a:p>
            <a:pPr algn="l">
              <a:lnSpc>
                <a:spcPct val="112000"/>
              </a:lnSpc>
              <a:spcBef>
                <a:spcPts val="0"/>
              </a:spcBef>
              <a:spcAft>
                <a:spcPts val="400"/>
              </a:spcAft>
            </a:pPr>
            <a:r>
              <a:rPr sz="1200" b="0" i="0">
                <a:solidFill>
                  <a:srgbClr val="4E4F51"/>
                </a:solidFill>
                <a:latin typeface="Open Sans"/>
                <a:ea typeface="Noto Sans CJK KR"/>
              </a:rPr>
              <a:t>Tosca Commander MCP 입문 · 실습 자료 v1.0</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6" name="Title 5"/>
          <p:cNvSpPr>
            <a:spLocks noGrp="1"/>
          </p:cNvSpPr>
          <p:nvPr>
            <p:ph type="title"/>
          </p:nvPr>
        </p:nvSpPr>
        <p:spPr/>
        <p:txBody>
          <a:bodyPr/>
          <a:lstStyle/>
          <a:p>
            <a:r>
              <a:rPr sz="3100" b="0" i="0">
                <a:solidFill>
                  <a:srgbClr val="004C97"/>
                </a:solidFill>
                <a:latin typeface="Open Sans"/>
                <a:ea typeface="Noto Sans CJK KR"/>
              </a:rPr>
              <a:t>MCP는 AI와 프로그램을 잇는 표준 규격</a:t>
            </a:r>
          </a:p>
        </p:txBody>
      </p:sp>
      <p:sp>
        <p:nvSpPr>
          <p:cNvPr id="7" name="TextBox 6"/>
          <p:cNvSpPr txBox="1"/>
          <p:nvPr/>
        </p:nvSpPr>
        <p:spPr>
          <a:xfrm>
            <a:off x="1828800" y="6510528"/>
            <a:ext cx="8046720" cy="210312"/>
          </a:xfrm>
          <a:prstGeom prst="rect">
            <a:avLst/>
          </a:prstGeom>
          <a:noFill/>
        </p:spPr>
        <p:txBody>
          <a:bodyPr wrap="square" lIns="0" rIns="0" tIns="0" bIns="0" anchor="t">
            <a:spAutoFit/>
          </a:bodyPr>
          <a:lstStyle/>
          <a:p>
            <a:pPr algn="l">
              <a:lnSpc>
                <a:spcPct val="112000"/>
              </a:lnSpc>
              <a:spcBef>
                <a:spcPts val="0"/>
              </a:spcBef>
              <a:spcAft>
                <a:spcPts val="0"/>
              </a:spcAft>
            </a:pPr>
            <a:r>
              <a:rPr sz="1000" b="0" i="0">
                <a:solidFill>
                  <a:srgbClr val="FFFFFF"/>
                </a:solidFill>
                <a:latin typeface="Open Sans"/>
                <a:ea typeface="Noto Sans CJK KR"/>
              </a:rPr>
              <a:t>Tosca Commander MCP 입문  |  AI 어시스턴트 실습</a:t>
            </a:r>
          </a:p>
        </p:txBody>
      </p:sp>
      <p:sp>
        <p:nvSpPr>
          <p:cNvPr id="8" name="TextBox 7"/>
          <p:cNvSpPr txBox="1"/>
          <p:nvPr/>
        </p:nvSpPr>
        <p:spPr>
          <a:xfrm>
            <a:off x="11503152" y="6510528"/>
            <a:ext cx="292608" cy="228600"/>
          </a:xfrm>
          <a:prstGeom prst="rect">
            <a:avLst/>
          </a:prstGeom>
          <a:noFill/>
        </p:spPr>
        <p:txBody>
          <a:bodyPr wrap="none" lIns="0" rIns="0" tIns="0" bIns="0">
            <a:spAutoFit/>
          </a:bodyPr>
          <a:lstStyle/>
          <a:p>
            <a:pPr algn="l"/>
            <a:fld id="{5C7A3F71-3D8E-4C1B-9A44-2E5B7D0F6A11}" type="slidenum">
              <a:rPr lang="ko-KR" sz="1100">
                <a:solidFill>
                  <a:srgbClr val="FFFFFF"/>
                </a:solidFill>
                <a:latin typeface="Open Sans"/>
                <a:ea typeface="Noto Sans CJK KR"/>
              </a:rPr>
              <a:t>7</a:t>
            </a:fld>
          </a:p>
        </p:txBody>
      </p:sp>
      <p:sp>
        <p:nvSpPr>
          <p:cNvPr id="9" name="Rectangle 8"/>
          <p:cNvSpPr/>
          <p:nvPr/>
        </p:nvSpPr>
        <p:spPr>
          <a:xfrm>
            <a:off x="649224" y="1298448"/>
            <a:ext cx="10881360" cy="685800"/>
          </a:xfrm>
          <a:prstGeom prst="rect">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32104" y="1298448"/>
            <a:ext cx="10469880" cy="685800"/>
          </a:xfrm>
          <a:prstGeom prst="rect">
            <a:avLst/>
          </a:prstGeom>
          <a:noFill/>
        </p:spPr>
        <p:txBody>
          <a:bodyPr wrap="square" lIns="0" rIns="0" tIns="0" bIns="0" anchor="ctr">
            <a:spAutoFit/>
          </a:bodyPr>
          <a:lstStyle/>
          <a:p>
            <a:pPr algn="l">
              <a:lnSpc>
                <a:spcPct val="112000"/>
              </a:lnSpc>
              <a:spcBef>
                <a:spcPts val="0"/>
              </a:spcBef>
              <a:spcAft>
                <a:spcPts val="0"/>
              </a:spcAft>
            </a:pPr>
            <a:r>
              <a:rPr sz="1900" b="1" i="0">
                <a:solidFill>
                  <a:srgbClr val="004C97"/>
                </a:solidFill>
                <a:latin typeface="Open Sans"/>
                <a:ea typeface="Noto Sans CJK KR"/>
              </a:rPr>
              <a:t>MCP(Model Context Protocol): AI 앱이 외부 프로그램 기능을 '도구'로 쓰게 하는 공개 규격</a:t>
            </a:r>
          </a:p>
        </p:txBody>
      </p:sp>
      <p:sp>
        <p:nvSpPr>
          <p:cNvPr id="11" name="TextBox 10"/>
          <p:cNvSpPr txBox="1"/>
          <p:nvPr/>
        </p:nvSpPr>
        <p:spPr>
          <a:xfrm>
            <a:off x="649224" y="2286000"/>
            <a:ext cx="5120640" cy="502920"/>
          </a:xfrm>
          <a:prstGeom prst="rect">
            <a:avLst/>
          </a:prstGeom>
          <a:noFill/>
        </p:spPr>
        <p:txBody>
          <a:bodyPr wrap="square" lIns="0" rIns="0" tIns="0" bIns="0" anchor="t">
            <a:spAutoFit/>
          </a:bodyPr>
          <a:lstStyle/>
          <a:p>
            <a:pPr algn="l">
              <a:lnSpc>
                <a:spcPct val="112000"/>
              </a:lnSpc>
              <a:spcBef>
                <a:spcPts val="0"/>
              </a:spcBef>
              <a:spcAft>
                <a:spcPts val="400"/>
              </a:spcAft>
            </a:pPr>
            <a:r>
              <a:rPr sz="2400" b="1" i="0">
                <a:solidFill>
                  <a:srgbClr val="004C97"/>
                </a:solidFill>
                <a:latin typeface="Open Sans"/>
                <a:ea typeface="Noto Sans CJK KR"/>
              </a:rPr>
              <a:t>연혁과 지원</a:t>
            </a:r>
          </a:p>
        </p:txBody>
      </p:sp>
      <p:sp>
        <p:nvSpPr>
          <p:cNvPr id="12" name="TextBox 11"/>
          <p:cNvSpPr txBox="1"/>
          <p:nvPr/>
        </p:nvSpPr>
        <p:spPr>
          <a:xfrm>
            <a:off x="6190488" y="2286000"/>
            <a:ext cx="5120640" cy="502920"/>
          </a:xfrm>
          <a:prstGeom prst="rect">
            <a:avLst/>
          </a:prstGeom>
          <a:noFill/>
        </p:spPr>
        <p:txBody>
          <a:bodyPr wrap="square" lIns="0" rIns="0" tIns="0" bIns="0" anchor="t">
            <a:spAutoFit/>
          </a:bodyPr>
          <a:lstStyle/>
          <a:p>
            <a:pPr algn="l">
              <a:lnSpc>
                <a:spcPct val="112000"/>
              </a:lnSpc>
              <a:spcBef>
                <a:spcPts val="0"/>
              </a:spcBef>
              <a:spcAft>
                <a:spcPts val="400"/>
              </a:spcAft>
            </a:pPr>
            <a:r>
              <a:rPr sz="2400" b="1" i="0">
                <a:solidFill>
                  <a:srgbClr val="004C97"/>
                </a:solidFill>
                <a:latin typeface="Open Sans"/>
                <a:ea typeface="Noto Sans CJK KR"/>
              </a:rPr>
              <a:t>Tosca에서의 의미</a:t>
            </a:r>
          </a:p>
        </p:txBody>
      </p:sp>
      <p:sp>
        <p:nvSpPr>
          <p:cNvPr id="13" name="Rectangle 12"/>
          <p:cNvSpPr/>
          <p:nvPr/>
        </p:nvSpPr>
        <p:spPr>
          <a:xfrm>
            <a:off x="649224" y="3040380"/>
            <a:ext cx="64008" cy="64008"/>
          </a:xfrm>
          <a:prstGeom prst="rect">
            <a:avLst/>
          </a:prstGeom>
          <a:solidFill>
            <a:srgbClr val="0E8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41247" y="2926080"/>
            <a:ext cx="4928616" cy="438302"/>
          </a:xfrm>
          <a:prstGeom prst="rect">
            <a:avLst/>
          </a:prstGeom>
          <a:noFill/>
        </p:spPr>
        <p:txBody>
          <a:bodyPr wrap="square" lIns="0" rIns="0" tIns="0" bIns="0" anchor="t">
            <a:spAutoFit/>
          </a:bodyPr>
          <a:lstStyle/>
          <a:p>
            <a:pPr algn="l">
              <a:lnSpc>
                <a:spcPct val="112000"/>
              </a:lnSpc>
              <a:spcBef>
                <a:spcPts val="0"/>
              </a:spcBef>
              <a:spcAft>
                <a:spcPts val="400"/>
              </a:spcAft>
            </a:pPr>
            <a:r>
              <a:rPr sz="2000" b="0" i="0">
                <a:solidFill>
                  <a:srgbClr val="4E4F51"/>
                </a:solidFill>
                <a:latin typeface="Open Sans"/>
                <a:ea typeface="Noto Sans CJK KR"/>
              </a:rPr>
              <a:t>2024년 11월 Anthropic이 공개</a:t>
            </a:r>
          </a:p>
        </p:txBody>
      </p:sp>
      <p:sp>
        <p:nvSpPr>
          <p:cNvPr id="15" name="Rectangle 14"/>
          <p:cNvSpPr/>
          <p:nvPr/>
        </p:nvSpPr>
        <p:spPr>
          <a:xfrm>
            <a:off x="649224" y="3643274"/>
            <a:ext cx="64008" cy="64008"/>
          </a:xfrm>
          <a:prstGeom prst="rect">
            <a:avLst/>
          </a:prstGeom>
          <a:solidFill>
            <a:srgbClr val="0E8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41247" y="3528974"/>
            <a:ext cx="4928616" cy="830884"/>
          </a:xfrm>
          <a:prstGeom prst="rect">
            <a:avLst/>
          </a:prstGeom>
          <a:noFill/>
        </p:spPr>
        <p:txBody>
          <a:bodyPr wrap="square" lIns="0" rIns="0" tIns="0" bIns="0" anchor="t">
            <a:spAutoFit/>
          </a:bodyPr>
          <a:lstStyle/>
          <a:p>
            <a:pPr algn="l">
              <a:lnSpc>
                <a:spcPct val="112000"/>
              </a:lnSpc>
              <a:spcBef>
                <a:spcPts val="0"/>
              </a:spcBef>
              <a:spcAft>
                <a:spcPts val="400"/>
              </a:spcAft>
            </a:pPr>
            <a:r>
              <a:rPr sz="2000" b="0" i="0">
                <a:solidFill>
                  <a:srgbClr val="4E4F51"/>
                </a:solidFill>
                <a:latin typeface="Open Sans"/>
                <a:ea typeface="Noto Sans CJK KR"/>
              </a:rPr>
              <a:t>2025년 12월 Linux Foundation 산하 Agentic AI Foundation으로 이관</a:t>
            </a:r>
          </a:p>
        </p:txBody>
      </p:sp>
      <p:sp>
        <p:nvSpPr>
          <p:cNvPr id="17" name="Rectangle 16"/>
          <p:cNvSpPr/>
          <p:nvPr/>
        </p:nvSpPr>
        <p:spPr>
          <a:xfrm>
            <a:off x="649224" y="4638751"/>
            <a:ext cx="64008" cy="64008"/>
          </a:xfrm>
          <a:prstGeom prst="rect">
            <a:avLst/>
          </a:prstGeom>
          <a:solidFill>
            <a:srgbClr val="0E8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41247" y="4524451"/>
            <a:ext cx="4928616" cy="830884"/>
          </a:xfrm>
          <a:prstGeom prst="rect">
            <a:avLst/>
          </a:prstGeom>
          <a:noFill/>
        </p:spPr>
        <p:txBody>
          <a:bodyPr wrap="square" lIns="0" rIns="0" tIns="0" bIns="0" anchor="t">
            <a:spAutoFit/>
          </a:bodyPr>
          <a:lstStyle/>
          <a:p>
            <a:pPr algn="l">
              <a:lnSpc>
                <a:spcPct val="112000"/>
              </a:lnSpc>
              <a:spcBef>
                <a:spcPts val="0"/>
              </a:spcBef>
              <a:spcAft>
                <a:spcPts val="400"/>
              </a:spcAft>
            </a:pPr>
            <a:r>
              <a:rPr sz="2000" b="0" i="0">
                <a:solidFill>
                  <a:srgbClr val="4E4F51"/>
                </a:solidFill>
                <a:latin typeface="Open Sans"/>
                <a:ea typeface="Noto Sans CJK KR"/>
              </a:rPr>
              <a:t>Claude, GitHub Copilot, Cursor 등이 지원</a:t>
            </a:r>
          </a:p>
        </p:txBody>
      </p:sp>
      <p:sp>
        <p:nvSpPr>
          <p:cNvPr id="19" name="Rectangle 18"/>
          <p:cNvSpPr/>
          <p:nvPr/>
        </p:nvSpPr>
        <p:spPr>
          <a:xfrm>
            <a:off x="6190488" y="3040380"/>
            <a:ext cx="64008" cy="64008"/>
          </a:xfrm>
          <a:prstGeom prst="rect">
            <a:avLst/>
          </a:prstGeom>
          <a:solidFill>
            <a:srgbClr val="0E8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382512" y="2926080"/>
            <a:ext cx="4928616" cy="438302"/>
          </a:xfrm>
          <a:prstGeom prst="rect">
            <a:avLst/>
          </a:prstGeom>
          <a:noFill/>
        </p:spPr>
        <p:txBody>
          <a:bodyPr wrap="square" lIns="0" rIns="0" tIns="0" bIns="0" anchor="t">
            <a:spAutoFit/>
          </a:bodyPr>
          <a:lstStyle/>
          <a:p>
            <a:pPr algn="l">
              <a:lnSpc>
                <a:spcPct val="112000"/>
              </a:lnSpc>
              <a:spcBef>
                <a:spcPts val="0"/>
              </a:spcBef>
              <a:spcAft>
                <a:spcPts val="400"/>
              </a:spcAft>
            </a:pPr>
            <a:r>
              <a:rPr sz="2000" b="0" i="0">
                <a:solidFill>
                  <a:srgbClr val="4E4F51"/>
                </a:solidFill>
                <a:latin typeface="Open Sans"/>
                <a:ea typeface="Noto Sans CJK KR"/>
              </a:rPr>
              <a:t>AI 앱마다 연동을 따로 만들 필요가 없음</a:t>
            </a:r>
          </a:p>
        </p:txBody>
      </p:sp>
      <p:sp>
        <p:nvSpPr>
          <p:cNvPr id="21" name="Rectangle 20"/>
          <p:cNvSpPr/>
          <p:nvPr/>
        </p:nvSpPr>
        <p:spPr>
          <a:xfrm>
            <a:off x="6190488" y="3643274"/>
            <a:ext cx="64008" cy="64008"/>
          </a:xfrm>
          <a:prstGeom prst="rect">
            <a:avLst/>
          </a:prstGeom>
          <a:solidFill>
            <a:srgbClr val="0E8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82512" y="3528974"/>
            <a:ext cx="4928616" cy="830884"/>
          </a:xfrm>
          <a:prstGeom prst="rect">
            <a:avLst/>
          </a:prstGeom>
          <a:noFill/>
        </p:spPr>
        <p:txBody>
          <a:bodyPr wrap="square" lIns="0" rIns="0" tIns="0" bIns="0" anchor="t">
            <a:spAutoFit/>
          </a:bodyPr>
          <a:lstStyle/>
          <a:p>
            <a:pPr algn="l">
              <a:lnSpc>
                <a:spcPct val="112000"/>
              </a:lnSpc>
              <a:spcBef>
                <a:spcPts val="0"/>
              </a:spcBef>
              <a:spcAft>
                <a:spcPts val="400"/>
              </a:spcAft>
            </a:pPr>
            <a:r>
              <a:rPr sz="2000" b="0" i="0">
                <a:solidFill>
                  <a:srgbClr val="4E4F51"/>
                </a:solidFill>
                <a:latin typeface="Open Sans"/>
                <a:ea typeface="Noto Sans CJK KR"/>
              </a:rPr>
              <a:t>Tosca는 MCP 서버 하나로 여러 AI 앱과 연결</a:t>
            </a:r>
          </a:p>
        </p:txBody>
      </p:sp>
      <p:sp>
        <p:nvSpPr>
          <p:cNvPr id="23" name="Rectangle 22"/>
          <p:cNvSpPr/>
          <p:nvPr/>
        </p:nvSpPr>
        <p:spPr>
          <a:xfrm>
            <a:off x="6190488" y="4638751"/>
            <a:ext cx="64008" cy="64008"/>
          </a:xfrm>
          <a:prstGeom prst="rect">
            <a:avLst/>
          </a:prstGeom>
          <a:solidFill>
            <a:srgbClr val="0E8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382512" y="4524451"/>
            <a:ext cx="4928616" cy="830884"/>
          </a:xfrm>
          <a:prstGeom prst="rect">
            <a:avLst/>
          </a:prstGeom>
          <a:noFill/>
        </p:spPr>
        <p:txBody>
          <a:bodyPr wrap="square" lIns="0" rIns="0" tIns="0" bIns="0" anchor="t">
            <a:spAutoFit/>
          </a:bodyPr>
          <a:lstStyle/>
          <a:p>
            <a:pPr algn="l">
              <a:lnSpc>
                <a:spcPct val="112000"/>
              </a:lnSpc>
              <a:spcBef>
                <a:spcPts val="0"/>
              </a:spcBef>
              <a:spcAft>
                <a:spcPts val="400"/>
              </a:spcAft>
            </a:pPr>
            <a:r>
              <a:rPr sz="2000" b="0" i="0">
                <a:solidFill>
                  <a:srgbClr val="4E4F51"/>
                </a:solidFill>
                <a:latin typeface="Open Sans"/>
                <a:ea typeface="Noto Sans CJK KR"/>
              </a:rPr>
              <a:t>AI 앱 하나에 여러 MCP 서버를 붙일 수 있음</a:t>
            </a:r>
          </a:p>
        </p:txBody>
      </p:sp>
      <p:sp>
        <p:nvSpPr>
          <p:cNvPr id="25" name="TextBox 24"/>
          <p:cNvSpPr txBox="1"/>
          <p:nvPr/>
        </p:nvSpPr>
        <p:spPr>
          <a:xfrm>
            <a:off x="649224" y="5925312"/>
            <a:ext cx="10881360" cy="420624"/>
          </a:xfrm>
          <a:prstGeom prst="rect">
            <a:avLst/>
          </a:prstGeom>
          <a:noFill/>
        </p:spPr>
        <p:txBody>
          <a:bodyPr wrap="square" lIns="0" rIns="0" tIns="0" bIns="0" anchor="t">
            <a:spAutoFit/>
          </a:bodyPr>
          <a:lstStyle/>
          <a:p>
            <a:pPr algn="l">
              <a:lnSpc>
                <a:spcPct val="112000"/>
              </a:lnSpc>
              <a:spcBef>
                <a:spcPts val="0"/>
              </a:spcBef>
              <a:spcAft>
                <a:spcPts val="400"/>
              </a:spcAft>
            </a:pPr>
            <a:r>
              <a:rPr sz="1250" b="0" i="0">
                <a:solidFill>
                  <a:srgbClr val="4E4F51"/>
                </a:solidFill>
                <a:latin typeface="Open Sans"/>
                <a:ea typeface="Noto Sans CJK KR"/>
              </a:rPr>
              <a:t>Tosca Cloud용 MCP 서버는 별개 제품입니다. 이 과정은 Commander(설치형) 기준입니다.</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100" b="0" i="0">
                <a:solidFill>
                  <a:srgbClr val="004C97"/>
                </a:solidFill>
                <a:latin typeface="Open Sans"/>
                <a:ea typeface="Noto Sans CJK KR"/>
              </a:rPr>
              <a:t>MCP를 이루는 세 가지</a:t>
            </a:r>
          </a:p>
        </p:txBody>
      </p:sp>
      <p:sp>
        <p:nvSpPr>
          <p:cNvPr id="3" name="TextBox 2"/>
          <p:cNvSpPr txBox="1"/>
          <p:nvPr/>
        </p:nvSpPr>
        <p:spPr>
          <a:xfrm>
            <a:off x="1828800" y="6510528"/>
            <a:ext cx="8046720" cy="210312"/>
          </a:xfrm>
          <a:prstGeom prst="rect">
            <a:avLst/>
          </a:prstGeom>
          <a:noFill/>
        </p:spPr>
        <p:txBody>
          <a:bodyPr wrap="square" lIns="0" rIns="0" tIns="0" bIns="0" anchor="t">
            <a:spAutoFit/>
          </a:bodyPr>
          <a:lstStyle/>
          <a:p>
            <a:pPr algn="l">
              <a:lnSpc>
                <a:spcPct val="112000"/>
              </a:lnSpc>
              <a:spcBef>
                <a:spcPts val="0"/>
              </a:spcBef>
              <a:spcAft>
                <a:spcPts val="0"/>
              </a:spcAft>
            </a:pPr>
            <a:r>
              <a:rPr sz="1000" b="0" i="0">
                <a:solidFill>
                  <a:srgbClr val="FFFFFF"/>
                </a:solidFill>
                <a:latin typeface="Open Sans"/>
                <a:ea typeface="Noto Sans CJK KR"/>
              </a:rPr>
              <a:t>Tosca Commander MCP 입문  |  AI 어시스턴트 실습</a:t>
            </a:r>
          </a:p>
        </p:txBody>
      </p:sp>
      <p:sp>
        <p:nvSpPr>
          <p:cNvPr id="4" name="TextBox 3"/>
          <p:cNvSpPr txBox="1"/>
          <p:nvPr/>
        </p:nvSpPr>
        <p:spPr>
          <a:xfrm>
            <a:off x="11503152" y="6510528"/>
            <a:ext cx="292608" cy="228600"/>
          </a:xfrm>
          <a:prstGeom prst="rect">
            <a:avLst/>
          </a:prstGeom>
          <a:noFill/>
        </p:spPr>
        <p:txBody>
          <a:bodyPr wrap="none" lIns="0" rIns="0" tIns="0" bIns="0">
            <a:spAutoFit/>
          </a:bodyPr>
          <a:lstStyle/>
          <a:p>
            <a:pPr algn="l"/>
            <a:fld id="{5C7A3F71-3D8E-4C1B-9A44-2E5B7D0F6A11}" type="slidenum">
              <a:rPr lang="ko-KR" sz="1100">
                <a:solidFill>
                  <a:srgbClr val="FFFFFF"/>
                </a:solidFill>
                <a:latin typeface="Open Sans"/>
                <a:ea typeface="Noto Sans CJK KR"/>
              </a:rPr>
              <a:t>8</a:t>
            </a:fld>
          </a:p>
        </p:txBody>
      </p:sp>
      <p:sp>
        <p:nvSpPr>
          <p:cNvPr id="5" name="Rectangle 4"/>
          <p:cNvSpPr/>
          <p:nvPr/>
        </p:nvSpPr>
        <p:spPr>
          <a:xfrm>
            <a:off x="649224" y="1307592"/>
            <a:ext cx="3474720" cy="91440"/>
          </a:xfrm>
          <a:prstGeom prst="rect">
            <a:avLst/>
          </a:prstGeom>
          <a:solidFill>
            <a:srgbClr val="0E8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9224" y="1691639"/>
            <a:ext cx="3474720" cy="731520"/>
          </a:xfrm>
          <a:prstGeom prst="rect">
            <a:avLst/>
          </a:prstGeom>
          <a:noFill/>
        </p:spPr>
        <p:txBody>
          <a:bodyPr wrap="square" lIns="0" rIns="0" tIns="0" bIns="0" anchor="t">
            <a:spAutoFit/>
          </a:bodyPr>
          <a:lstStyle/>
          <a:p>
            <a:pPr algn="l">
              <a:lnSpc>
                <a:spcPct val="112000"/>
              </a:lnSpc>
              <a:spcBef>
                <a:spcPts val="0"/>
              </a:spcBef>
              <a:spcAft>
                <a:spcPts val="400"/>
              </a:spcAft>
            </a:pPr>
            <a:r>
              <a:rPr sz="2700" b="1" i="0">
                <a:solidFill>
                  <a:srgbClr val="004C97"/>
                </a:solidFill>
                <a:latin typeface="Open Sans"/>
                <a:ea typeface="Noto Sans CJK KR"/>
              </a:rPr>
              <a:t>Host</a:t>
            </a:r>
          </a:p>
        </p:txBody>
      </p:sp>
      <p:sp>
        <p:nvSpPr>
          <p:cNvPr id="7" name="TextBox 6"/>
          <p:cNvSpPr txBox="1"/>
          <p:nvPr/>
        </p:nvSpPr>
        <p:spPr>
          <a:xfrm>
            <a:off x="649224" y="2587752"/>
            <a:ext cx="3429000" cy="3172968"/>
          </a:xfrm>
          <a:prstGeom prst="rect">
            <a:avLst/>
          </a:prstGeom>
          <a:noFill/>
        </p:spPr>
        <p:txBody>
          <a:bodyPr wrap="square" lIns="0" rIns="0" tIns="0" bIns="0" anchor="t">
            <a:spAutoFit/>
          </a:bodyPr>
          <a:lstStyle/>
          <a:p>
            <a:pPr algn="l">
              <a:lnSpc>
                <a:spcPct val="112000"/>
              </a:lnSpc>
              <a:spcBef>
                <a:spcPts val="0"/>
              </a:spcBef>
              <a:spcAft>
                <a:spcPts val="400"/>
              </a:spcAft>
            </a:pPr>
            <a:r>
              <a:rPr sz="2000" b="0" i="0">
                <a:solidFill>
                  <a:srgbClr val="4E4F51"/>
                </a:solidFill>
                <a:latin typeface="Open Sans"/>
                <a:ea typeface="Noto Sans CJK KR"/>
              </a:rPr>
              <a:t>사용자가 직접 쓰는 AI 앱</a:t>
            </a:r>
          </a:p>
          <a:p>
            <a:pPr algn="l">
              <a:lnSpc>
                <a:spcPct val="112000"/>
              </a:lnSpc>
              <a:spcBef>
                <a:spcPts val="0"/>
              </a:spcBef>
              <a:spcAft>
                <a:spcPts val="400"/>
              </a:spcAft>
            </a:pPr>
            <a:r>
              <a:rPr sz="2000" b="0" i="0">
                <a:solidFill>
                  <a:srgbClr val="4E4F51"/>
                </a:solidFill>
                <a:latin typeface="Open Sans"/>
                <a:ea typeface="Noto Sans CJK KR"/>
              </a:rPr>
              <a:t>VS Code + Copilot, Cursor, Claude Desktop, Claude Code</a:t>
            </a:r>
          </a:p>
        </p:txBody>
      </p:sp>
      <p:sp>
        <p:nvSpPr>
          <p:cNvPr id="8" name="Rectangle 7"/>
          <p:cNvSpPr/>
          <p:nvPr/>
        </p:nvSpPr>
        <p:spPr>
          <a:xfrm>
            <a:off x="4352544" y="1307592"/>
            <a:ext cx="3474720" cy="91440"/>
          </a:xfrm>
          <a:prstGeom prst="rect">
            <a:avLst/>
          </a:prstGeom>
          <a:solidFill>
            <a:srgbClr val="D2D7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352544" y="1691639"/>
            <a:ext cx="3474720" cy="731520"/>
          </a:xfrm>
          <a:prstGeom prst="rect">
            <a:avLst/>
          </a:prstGeom>
          <a:noFill/>
        </p:spPr>
        <p:txBody>
          <a:bodyPr wrap="square" lIns="0" rIns="0" tIns="0" bIns="0" anchor="t">
            <a:spAutoFit/>
          </a:bodyPr>
          <a:lstStyle/>
          <a:p>
            <a:pPr algn="l">
              <a:lnSpc>
                <a:spcPct val="112000"/>
              </a:lnSpc>
              <a:spcBef>
                <a:spcPts val="0"/>
              </a:spcBef>
              <a:spcAft>
                <a:spcPts val="400"/>
              </a:spcAft>
            </a:pPr>
            <a:r>
              <a:rPr sz="2700" b="1" i="0">
                <a:solidFill>
                  <a:srgbClr val="004C97"/>
                </a:solidFill>
                <a:latin typeface="Open Sans"/>
                <a:ea typeface="Noto Sans CJK KR"/>
              </a:rPr>
              <a:t>Client</a:t>
            </a:r>
          </a:p>
        </p:txBody>
      </p:sp>
      <p:sp>
        <p:nvSpPr>
          <p:cNvPr id="10" name="TextBox 9"/>
          <p:cNvSpPr txBox="1"/>
          <p:nvPr/>
        </p:nvSpPr>
        <p:spPr>
          <a:xfrm>
            <a:off x="4352544" y="2587752"/>
            <a:ext cx="3429000" cy="3172968"/>
          </a:xfrm>
          <a:prstGeom prst="rect">
            <a:avLst/>
          </a:prstGeom>
          <a:noFill/>
        </p:spPr>
        <p:txBody>
          <a:bodyPr wrap="square" lIns="0" rIns="0" tIns="0" bIns="0" anchor="t">
            <a:spAutoFit/>
          </a:bodyPr>
          <a:lstStyle/>
          <a:p>
            <a:pPr algn="l">
              <a:lnSpc>
                <a:spcPct val="112000"/>
              </a:lnSpc>
              <a:spcBef>
                <a:spcPts val="0"/>
              </a:spcBef>
              <a:spcAft>
                <a:spcPts val="400"/>
              </a:spcAft>
            </a:pPr>
            <a:r>
              <a:rPr sz="2000" b="0" i="0">
                <a:solidFill>
                  <a:srgbClr val="4E4F51"/>
                </a:solidFill>
                <a:latin typeface="Open Sans"/>
                <a:ea typeface="Noto Sans CJK KR"/>
              </a:rPr>
              <a:t>Host 안에서 MCP 서버와 통신을 맡습니다. 사용자가 따로 다룰 일은 없습니다.</a:t>
            </a:r>
          </a:p>
        </p:txBody>
      </p:sp>
      <p:sp>
        <p:nvSpPr>
          <p:cNvPr id="11" name="Rectangle 10"/>
          <p:cNvSpPr/>
          <p:nvPr/>
        </p:nvSpPr>
        <p:spPr>
          <a:xfrm>
            <a:off x="8055864" y="1307592"/>
            <a:ext cx="3474720" cy="91440"/>
          </a:xfrm>
          <a:prstGeom prst="rect">
            <a:avLst/>
          </a:prstGeom>
          <a:solidFill>
            <a:srgbClr val="0E8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055864" y="1691639"/>
            <a:ext cx="3474720" cy="731520"/>
          </a:xfrm>
          <a:prstGeom prst="rect">
            <a:avLst/>
          </a:prstGeom>
          <a:noFill/>
        </p:spPr>
        <p:txBody>
          <a:bodyPr wrap="square" lIns="0" rIns="0" tIns="0" bIns="0" anchor="t">
            <a:spAutoFit/>
          </a:bodyPr>
          <a:lstStyle/>
          <a:p>
            <a:pPr algn="l">
              <a:lnSpc>
                <a:spcPct val="112000"/>
              </a:lnSpc>
              <a:spcBef>
                <a:spcPts val="0"/>
              </a:spcBef>
              <a:spcAft>
                <a:spcPts val="400"/>
              </a:spcAft>
            </a:pPr>
            <a:r>
              <a:rPr sz="2700" b="1" i="0">
                <a:solidFill>
                  <a:srgbClr val="004C97"/>
                </a:solidFill>
                <a:latin typeface="Open Sans"/>
                <a:ea typeface="Noto Sans CJK KR"/>
              </a:rPr>
              <a:t>Server</a:t>
            </a:r>
          </a:p>
        </p:txBody>
      </p:sp>
      <p:sp>
        <p:nvSpPr>
          <p:cNvPr id="13" name="TextBox 12"/>
          <p:cNvSpPr txBox="1"/>
          <p:nvPr/>
        </p:nvSpPr>
        <p:spPr>
          <a:xfrm>
            <a:off x="8055864" y="2587752"/>
            <a:ext cx="3429000" cy="3172968"/>
          </a:xfrm>
          <a:prstGeom prst="rect">
            <a:avLst/>
          </a:prstGeom>
          <a:noFill/>
        </p:spPr>
        <p:txBody>
          <a:bodyPr wrap="square" lIns="0" rIns="0" tIns="0" bIns="0" anchor="t">
            <a:spAutoFit/>
          </a:bodyPr>
          <a:lstStyle/>
          <a:p>
            <a:pPr algn="l">
              <a:lnSpc>
                <a:spcPct val="112000"/>
              </a:lnSpc>
              <a:spcBef>
                <a:spcPts val="0"/>
              </a:spcBef>
              <a:spcAft>
                <a:spcPts val="400"/>
              </a:spcAft>
            </a:pPr>
            <a:r>
              <a:rPr sz="2000" b="0" i="0">
                <a:solidFill>
                  <a:srgbClr val="4E4F51"/>
                </a:solidFill>
                <a:latin typeface="Open Sans"/>
                <a:ea typeface="Noto Sans CJK KR"/>
              </a:rPr>
              <a:t>기능을 '도구(Tool)'로 내놓는 쪽. 오늘은 Commander 안의 Tosca MCP Server입니다.</a:t>
            </a:r>
          </a:p>
        </p:txBody>
      </p:sp>
      <p:sp>
        <p:nvSpPr>
          <p:cNvPr id="14" name="TextBox 13"/>
          <p:cNvSpPr txBox="1"/>
          <p:nvPr/>
        </p:nvSpPr>
        <p:spPr>
          <a:xfrm>
            <a:off x="649224" y="5925312"/>
            <a:ext cx="10881360" cy="420624"/>
          </a:xfrm>
          <a:prstGeom prst="rect">
            <a:avLst/>
          </a:prstGeom>
          <a:noFill/>
        </p:spPr>
        <p:txBody>
          <a:bodyPr wrap="square" lIns="0" rIns="0" tIns="0" bIns="0" anchor="t">
            <a:spAutoFit/>
          </a:bodyPr>
          <a:lstStyle/>
          <a:p>
            <a:pPr algn="l">
              <a:lnSpc>
                <a:spcPct val="112000"/>
              </a:lnSpc>
              <a:spcBef>
                <a:spcPts val="0"/>
              </a:spcBef>
              <a:spcAft>
                <a:spcPts val="400"/>
              </a:spcAft>
            </a:pPr>
            <a:r>
              <a:rPr sz="1250" b="0" i="0">
                <a:solidFill>
                  <a:srgbClr val="4E4F51"/>
                </a:solidFill>
                <a:latin typeface="Open Sans"/>
                <a:ea typeface="Noto Sans CJK KR"/>
              </a:rPr>
              <a:t>Tosca MCP Server가 제공하는 도구는 스킬팩 1.2.1 기준 32개입니다.</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100" b="0" i="0">
                <a:solidFill>
                  <a:srgbClr val="004C97"/>
                </a:solidFill>
                <a:latin typeface="Open Sans"/>
                <a:ea typeface="Noto Sans CJK KR"/>
              </a:rPr>
              <a:t>요청 하나가 처리되는 순서</a:t>
            </a:r>
          </a:p>
        </p:txBody>
      </p:sp>
      <p:sp>
        <p:nvSpPr>
          <p:cNvPr id="3" name="TextBox 2"/>
          <p:cNvSpPr txBox="1"/>
          <p:nvPr/>
        </p:nvSpPr>
        <p:spPr>
          <a:xfrm>
            <a:off x="1828800" y="6510528"/>
            <a:ext cx="8046720" cy="210312"/>
          </a:xfrm>
          <a:prstGeom prst="rect">
            <a:avLst/>
          </a:prstGeom>
          <a:noFill/>
        </p:spPr>
        <p:txBody>
          <a:bodyPr wrap="square" lIns="0" rIns="0" tIns="0" bIns="0" anchor="t">
            <a:spAutoFit/>
          </a:bodyPr>
          <a:lstStyle/>
          <a:p>
            <a:pPr algn="l">
              <a:lnSpc>
                <a:spcPct val="112000"/>
              </a:lnSpc>
              <a:spcBef>
                <a:spcPts val="0"/>
              </a:spcBef>
              <a:spcAft>
                <a:spcPts val="0"/>
              </a:spcAft>
            </a:pPr>
            <a:r>
              <a:rPr sz="1000" b="0" i="0">
                <a:solidFill>
                  <a:srgbClr val="FFFFFF"/>
                </a:solidFill>
                <a:latin typeface="Open Sans"/>
                <a:ea typeface="Noto Sans CJK KR"/>
              </a:rPr>
              <a:t>Tosca Commander MCP 입문  |  AI 어시스턴트 실습</a:t>
            </a:r>
          </a:p>
        </p:txBody>
      </p:sp>
      <p:sp>
        <p:nvSpPr>
          <p:cNvPr id="4" name="TextBox 3"/>
          <p:cNvSpPr txBox="1"/>
          <p:nvPr/>
        </p:nvSpPr>
        <p:spPr>
          <a:xfrm>
            <a:off x="11503152" y="6510528"/>
            <a:ext cx="292608" cy="228600"/>
          </a:xfrm>
          <a:prstGeom prst="rect">
            <a:avLst/>
          </a:prstGeom>
          <a:noFill/>
        </p:spPr>
        <p:txBody>
          <a:bodyPr wrap="none" lIns="0" rIns="0" tIns="0" bIns="0">
            <a:spAutoFit/>
          </a:bodyPr>
          <a:lstStyle/>
          <a:p>
            <a:pPr algn="l"/>
            <a:fld id="{5C7A3F71-3D8E-4C1B-9A44-2E5B7D0F6A11}" type="slidenum">
              <a:rPr lang="ko-KR" sz="1100">
                <a:solidFill>
                  <a:srgbClr val="FFFFFF"/>
                </a:solidFill>
                <a:latin typeface="Open Sans"/>
                <a:ea typeface="Noto Sans CJK KR"/>
              </a:rPr>
              <a:t>9</a:t>
            </a:fld>
          </a:p>
        </p:txBody>
      </p:sp>
      <p:sp>
        <p:nvSpPr>
          <p:cNvPr id="5" name="Rectangle 4"/>
          <p:cNvSpPr/>
          <p:nvPr/>
        </p:nvSpPr>
        <p:spPr>
          <a:xfrm>
            <a:off x="649224" y="1645920"/>
            <a:ext cx="2051913" cy="1280160"/>
          </a:xfrm>
          <a:prstGeom prst="rect">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58952" y="1737360"/>
            <a:ext cx="1832457" cy="1097280"/>
          </a:xfrm>
          <a:prstGeom prst="rect">
            <a:avLst/>
          </a:prstGeom>
          <a:noFill/>
        </p:spPr>
        <p:txBody>
          <a:bodyPr wrap="square" lIns="0" rIns="0" tIns="0" bIns="0" anchor="ctr">
            <a:spAutoFit/>
          </a:bodyPr>
          <a:lstStyle/>
          <a:p>
            <a:pPr algn="ctr">
              <a:lnSpc>
                <a:spcPct val="112000"/>
              </a:lnSpc>
              <a:spcBef>
                <a:spcPts val="0"/>
              </a:spcBef>
              <a:spcAft>
                <a:spcPts val="200"/>
              </a:spcAft>
            </a:pPr>
            <a:r>
              <a:rPr sz="2100" b="1" i="0">
                <a:solidFill>
                  <a:srgbClr val="004C97"/>
                </a:solidFill>
                <a:latin typeface="Open Sans"/>
                <a:ea typeface="Noto Sans CJK KR"/>
              </a:rPr>
              <a:t>사람</a:t>
            </a:r>
          </a:p>
          <a:p>
            <a:pPr algn="ctr">
              <a:lnSpc>
                <a:spcPct val="112000"/>
              </a:lnSpc>
              <a:spcBef>
                <a:spcPts val="0"/>
              </a:spcBef>
              <a:spcAft>
                <a:spcPts val="200"/>
              </a:spcAft>
            </a:pPr>
            <a:r>
              <a:rPr sz="1600" b="0" i="0">
                <a:solidFill>
                  <a:srgbClr val="4E4F51"/>
                </a:solidFill>
                <a:latin typeface="Open Sans"/>
                <a:ea typeface="Noto Sans CJK KR"/>
              </a:rPr>
              <a:t>문장으로 요청</a:t>
            </a:r>
          </a:p>
        </p:txBody>
      </p:sp>
      <p:sp>
        <p:nvSpPr>
          <p:cNvPr id="7" name="TextBox 6"/>
          <p:cNvSpPr txBox="1"/>
          <p:nvPr/>
        </p:nvSpPr>
        <p:spPr>
          <a:xfrm>
            <a:off x="2705709" y="2084831"/>
            <a:ext cx="155448" cy="365760"/>
          </a:xfrm>
          <a:prstGeom prst="rect">
            <a:avLst/>
          </a:prstGeom>
          <a:noFill/>
        </p:spPr>
        <p:txBody>
          <a:bodyPr wrap="square" lIns="0" rIns="0" tIns="0" bIns="0" anchor="t">
            <a:spAutoFit/>
          </a:bodyPr>
          <a:lstStyle/>
          <a:p>
            <a:pPr algn="ctr">
              <a:lnSpc>
                <a:spcPct val="112000"/>
              </a:lnSpc>
              <a:spcBef>
                <a:spcPts val="0"/>
              </a:spcBef>
              <a:spcAft>
                <a:spcPts val="0"/>
              </a:spcAft>
            </a:pPr>
            <a:r>
              <a:rPr sz="2300" b="0" i="0">
                <a:solidFill>
                  <a:srgbClr val="0E88AE"/>
                </a:solidFill>
                <a:latin typeface="Open Sans"/>
                <a:ea typeface="Noto Sans CJK KR"/>
              </a:rPr>
              <a:t>›</a:t>
            </a:r>
          </a:p>
        </p:txBody>
      </p:sp>
      <p:sp>
        <p:nvSpPr>
          <p:cNvPr id="8" name="Rectangle 7"/>
          <p:cNvSpPr/>
          <p:nvPr/>
        </p:nvSpPr>
        <p:spPr>
          <a:xfrm>
            <a:off x="2856585" y="1645920"/>
            <a:ext cx="2051913" cy="1280160"/>
          </a:xfrm>
          <a:prstGeom prst="rect">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2966313" y="1737360"/>
            <a:ext cx="1832457" cy="1097280"/>
          </a:xfrm>
          <a:prstGeom prst="rect">
            <a:avLst/>
          </a:prstGeom>
          <a:noFill/>
        </p:spPr>
        <p:txBody>
          <a:bodyPr wrap="square" lIns="0" rIns="0" tIns="0" bIns="0" anchor="ctr">
            <a:spAutoFit/>
          </a:bodyPr>
          <a:lstStyle/>
          <a:p>
            <a:pPr algn="ctr">
              <a:lnSpc>
                <a:spcPct val="112000"/>
              </a:lnSpc>
              <a:spcBef>
                <a:spcPts val="0"/>
              </a:spcBef>
              <a:spcAft>
                <a:spcPts val="200"/>
              </a:spcAft>
            </a:pPr>
            <a:r>
              <a:rPr sz="2100" b="1" i="0">
                <a:solidFill>
                  <a:srgbClr val="004C97"/>
                </a:solidFill>
                <a:latin typeface="Open Sans"/>
                <a:ea typeface="Noto Sans CJK KR"/>
              </a:rPr>
              <a:t>AI</a:t>
            </a:r>
          </a:p>
          <a:p>
            <a:pPr algn="ctr">
              <a:lnSpc>
                <a:spcPct val="112000"/>
              </a:lnSpc>
              <a:spcBef>
                <a:spcPts val="0"/>
              </a:spcBef>
              <a:spcAft>
                <a:spcPts val="200"/>
              </a:spcAft>
            </a:pPr>
            <a:r>
              <a:rPr sz="1600" b="0" i="0">
                <a:solidFill>
                  <a:srgbClr val="4E4F51"/>
                </a:solidFill>
                <a:latin typeface="Open Sans"/>
                <a:ea typeface="Noto Sans CJK KR"/>
              </a:rPr>
              <a:t>쓸 도구를 고름</a:t>
            </a:r>
          </a:p>
        </p:txBody>
      </p:sp>
      <p:sp>
        <p:nvSpPr>
          <p:cNvPr id="10" name="TextBox 9"/>
          <p:cNvSpPr txBox="1"/>
          <p:nvPr/>
        </p:nvSpPr>
        <p:spPr>
          <a:xfrm>
            <a:off x="4913071" y="2084831"/>
            <a:ext cx="155448" cy="365760"/>
          </a:xfrm>
          <a:prstGeom prst="rect">
            <a:avLst/>
          </a:prstGeom>
          <a:noFill/>
        </p:spPr>
        <p:txBody>
          <a:bodyPr wrap="square" lIns="0" rIns="0" tIns="0" bIns="0" anchor="t">
            <a:spAutoFit/>
          </a:bodyPr>
          <a:lstStyle/>
          <a:p>
            <a:pPr algn="ctr">
              <a:lnSpc>
                <a:spcPct val="112000"/>
              </a:lnSpc>
              <a:spcBef>
                <a:spcPts val="0"/>
              </a:spcBef>
              <a:spcAft>
                <a:spcPts val="0"/>
              </a:spcAft>
            </a:pPr>
            <a:r>
              <a:rPr sz="2300" b="0" i="0">
                <a:solidFill>
                  <a:srgbClr val="0E88AE"/>
                </a:solidFill>
                <a:latin typeface="Open Sans"/>
                <a:ea typeface="Noto Sans CJK KR"/>
              </a:rPr>
              <a:t>›</a:t>
            </a:r>
          </a:p>
        </p:txBody>
      </p:sp>
      <p:sp>
        <p:nvSpPr>
          <p:cNvPr id="11" name="Rectangle 10"/>
          <p:cNvSpPr/>
          <p:nvPr/>
        </p:nvSpPr>
        <p:spPr>
          <a:xfrm>
            <a:off x="5063947" y="1645920"/>
            <a:ext cx="2051913" cy="1280160"/>
          </a:xfrm>
          <a:prstGeom prst="rect">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173675" y="1737360"/>
            <a:ext cx="1832457" cy="1097280"/>
          </a:xfrm>
          <a:prstGeom prst="rect">
            <a:avLst/>
          </a:prstGeom>
          <a:noFill/>
        </p:spPr>
        <p:txBody>
          <a:bodyPr wrap="square" lIns="0" rIns="0" tIns="0" bIns="0" anchor="ctr">
            <a:spAutoFit/>
          </a:bodyPr>
          <a:lstStyle/>
          <a:p>
            <a:pPr algn="ctr">
              <a:lnSpc>
                <a:spcPct val="112000"/>
              </a:lnSpc>
              <a:spcBef>
                <a:spcPts val="0"/>
              </a:spcBef>
              <a:spcAft>
                <a:spcPts val="200"/>
              </a:spcAft>
            </a:pPr>
            <a:r>
              <a:rPr sz="2100" b="1" i="0">
                <a:solidFill>
                  <a:srgbClr val="004C97"/>
                </a:solidFill>
                <a:latin typeface="Open Sans"/>
                <a:ea typeface="Noto Sans CJK KR"/>
              </a:rPr>
              <a:t>Client</a:t>
            </a:r>
          </a:p>
          <a:p>
            <a:pPr algn="ctr">
              <a:lnSpc>
                <a:spcPct val="112000"/>
              </a:lnSpc>
              <a:spcBef>
                <a:spcPts val="0"/>
              </a:spcBef>
              <a:spcAft>
                <a:spcPts val="200"/>
              </a:spcAft>
            </a:pPr>
            <a:r>
              <a:rPr sz="1600" b="0" i="0">
                <a:solidFill>
                  <a:srgbClr val="4E4F51"/>
                </a:solidFill>
                <a:latin typeface="Open Sans"/>
                <a:ea typeface="Noto Sans CJK KR"/>
              </a:rPr>
              <a:t>서버에 도구 호출</a:t>
            </a:r>
          </a:p>
        </p:txBody>
      </p:sp>
      <p:sp>
        <p:nvSpPr>
          <p:cNvPr id="13" name="TextBox 12"/>
          <p:cNvSpPr txBox="1"/>
          <p:nvPr/>
        </p:nvSpPr>
        <p:spPr>
          <a:xfrm>
            <a:off x="7120432" y="2084831"/>
            <a:ext cx="155448" cy="365760"/>
          </a:xfrm>
          <a:prstGeom prst="rect">
            <a:avLst/>
          </a:prstGeom>
          <a:noFill/>
        </p:spPr>
        <p:txBody>
          <a:bodyPr wrap="square" lIns="0" rIns="0" tIns="0" bIns="0" anchor="t">
            <a:spAutoFit/>
          </a:bodyPr>
          <a:lstStyle/>
          <a:p>
            <a:pPr algn="ctr">
              <a:lnSpc>
                <a:spcPct val="112000"/>
              </a:lnSpc>
              <a:spcBef>
                <a:spcPts val="0"/>
              </a:spcBef>
              <a:spcAft>
                <a:spcPts val="0"/>
              </a:spcAft>
            </a:pPr>
            <a:r>
              <a:rPr sz="2300" b="0" i="0">
                <a:solidFill>
                  <a:srgbClr val="0E88AE"/>
                </a:solidFill>
                <a:latin typeface="Open Sans"/>
                <a:ea typeface="Noto Sans CJK KR"/>
              </a:rPr>
              <a:t>›</a:t>
            </a:r>
          </a:p>
        </p:txBody>
      </p:sp>
      <p:sp>
        <p:nvSpPr>
          <p:cNvPr id="14" name="Rectangle 13"/>
          <p:cNvSpPr/>
          <p:nvPr/>
        </p:nvSpPr>
        <p:spPr>
          <a:xfrm>
            <a:off x="7271308" y="1645920"/>
            <a:ext cx="2051913" cy="1280160"/>
          </a:xfrm>
          <a:prstGeom prst="rect">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381036" y="1737360"/>
            <a:ext cx="1832457" cy="1097280"/>
          </a:xfrm>
          <a:prstGeom prst="rect">
            <a:avLst/>
          </a:prstGeom>
          <a:noFill/>
        </p:spPr>
        <p:txBody>
          <a:bodyPr wrap="square" lIns="0" rIns="0" tIns="0" bIns="0" anchor="ctr">
            <a:spAutoFit/>
          </a:bodyPr>
          <a:lstStyle/>
          <a:p>
            <a:pPr algn="ctr">
              <a:lnSpc>
                <a:spcPct val="112000"/>
              </a:lnSpc>
              <a:spcBef>
                <a:spcPts val="0"/>
              </a:spcBef>
              <a:spcAft>
                <a:spcPts val="200"/>
              </a:spcAft>
            </a:pPr>
            <a:r>
              <a:rPr sz="2100" b="1" i="0">
                <a:solidFill>
                  <a:srgbClr val="004C97"/>
                </a:solidFill>
                <a:latin typeface="Open Sans"/>
                <a:ea typeface="Noto Sans CJK KR"/>
              </a:rPr>
              <a:t>Server</a:t>
            </a:r>
          </a:p>
          <a:p>
            <a:pPr algn="ctr">
              <a:lnSpc>
                <a:spcPct val="112000"/>
              </a:lnSpc>
              <a:spcBef>
                <a:spcPts val="0"/>
              </a:spcBef>
              <a:spcAft>
                <a:spcPts val="200"/>
              </a:spcAft>
            </a:pPr>
            <a:r>
              <a:rPr sz="1600" b="0" i="0">
                <a:solidFill>
                  <a:srgbClr val="4E4F51"/>
                </a:solidFill>
                <a:latin typeface="Open Sans"/>
                <a:ea typeface="Noto Sans CJK KR"/>
              </a:rPr>
              <a:t>Commander에서 실행</a:t>
            </a:r>
          </a:p>
        </p:txBody>
      </p:sp>
      <p:sp>
        <p:nvSpPr>
          <p:cNvPr id="16" name="TextBox 15"/>
          <p:cNvSpPr txBox="1"/>
          <p:nvPr/>
        </p:nvSpPr>
        <p:spPr>
          <a:xfrm>
            <a:off x="9327794" y="2084831"/>
            <a:ext cx="155448" cy="365760"/>
          </a:xfrm>
          <a:prstGeom prst="rect">
            <a:avLst/>
          </a:prstGeom>
          <a:noFill/>
        </p:spPr>
        <p:txBody>
          <a:bodyPr wrap="square" lIns="0" rIns="0" tIns="0" bIns="0" anchor="t">
            <a:spAutoFit/>
          </a:bodyPr>
          <a:lstStyle/>
          <a:p>
            <a:pPr algn="ctr">
              <a:lnSpc>
                <a:spcPct val="112000"/>
              </a:lnSpc>
              <a:spcBef>
                <a:spcPts val="0"/>
              </a:spcBef>
              <a:spcAft>
                <a:spcPts val="0"/>
              </a:spcAft>
            </a:pPr>
            <a:r>
              <a:rPr sz="2300" b="0" i="0">
                <a:solidFill>
                  <a:srgbClr val="0E88AE"/>
                </a:solidFill>
                <a:latin typeface="Open Sans"/>
                <a:ea typeface="Noto Sans CJK KR"/>
              </a:rPr>
              <a:t>›</a:t>
            </a:r>
          </a:p>
        </p:txBody>
      </p:sp>
      <p:sp>
        <p:nvSpPr>
          <p:cNvPr id="17" name="Rectangle 16"/>
          <p:cNvSpPr/>
          <p:nvPr/>
        </p:nvSpPr>
        <p:spPr>
          <a:xfrm>
            <a:off x="9478670" y="1645920"/>
            <a:ext cx="2051913" cy="1280160"/>
          </a:xfrm>
          <a:prstGeom prst="rect">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588398" y="1737360"/>
            <a:ext cx="1832457" cy="1097280"/>
          </a:xfrm>
          <a:prstGeom prst="rect">
            <a:avLst/>
          </a:prstGeom>
          <a:noFill/>
        </p:spPr>
        <p:txBody>
          <a:bodyPr wrap="square" lIns="0" rIns="0" tIns="0" bIns="0" anchor="ctr">
            <a:spAutoFit/>
          </a:bodyPr>
          <a:lstStyle/>
          <a:p>
            <a:pPr algn="ctr">
              <a:lnSpc>
                <a:spcPct val="112000"/>
              </a:lnSpc>
              <a:spcBef>
                <a:spcPts val="0"/>
              </a:spcBef>
              <a:spcAft>
                <a:spcPts val="200"/>
              </a:spcAft>
            </a:pPr>
            <a:r>
              <a:rPr sz="2100" b="1" i="0">
                <a:solidFill>
                  <a:srgbClr val="004C97"/>
                </a:solidFill>
                <a:latin typeface="Open Sans"/>
                <a:ea typeface="Noto Sans CJK KR"/>
              </a:rPr>
              <a:t>AI</a:t>
            </a:r>
          </a:p>
          <a:p>
            <a:pPr algn="ctr">
              <a:lnSpc>
                <a:spcPct val="112000"/>
              </a:lnSpc>
              <a:spcBef>
                <a:spcPts val="0"/>
              </a:spcBef>
              <a:spcAft>
                <a:spcPts val="200"/>
              </a:spcAft>
            </a:pPr>
            <a:r>
              <a:rPr sz="1600" b="0" i="0">
                <a:solidFill>
                  <a:srgbClr val="4E4F51"/>
                </a:solidFill>
                <a:latin typeface="Open Sans"/>
                <a:ea typeface="Noto Sans CJK KR"/>
              </a:rPr>
              <a:t>결과를 정리해 답변</a:t>
            </a:r>
          </a:p>
        </p:txBody>
      </p:sp>
      <p:sp>
        <p:nvSpPr>
          <p:cNvPr id="19" name="TextBox 18"/>
          <p:cNvSpPr txBox="1"/>
          <p:nvPr/>
        </p:nvSpPr>
        <p:spPr>
          <a:xfrm>
            <a:off x="777240" y="3456432"/>
            <a:ext cx="10332720" cy="1691640"/>
          </a:xfrm>
          <a:prstGeom prst="rect">
            <a:avLst/>
          </a:prstGeom>
          <a:noFill/>
        </p:spPr>
        <p:txBody>
          <a:bodyPr wrap="square" lIns="0" rIns="0" tIns="0" bIns="0" anchor="t">
            <a:spAutoFit/>
          </a:bodyPr>
          <a:lstStyle/>
          <a:p>
            <a:pPr algn="l">
              <a:lnSpc>
                <a:spcPct val="112000"/>
              </a:lnSpc>
              <a:spcBef>
                <a:spcPts val="0"/>
              </a:spcBef>
              <a:spcAft>
                <a:spcPts val="400"/>
              </a:spcAft>
            </a:pPr>
            <a:r>
              <a:rPr sz="2400" b="0" i="0">
                <a:solidFill>
                  <a:srgbClr val="4E4F51"/>
                </a:solidFill>
                <a:latin typeface="Open Sans"/>
                <a:ea typeface="Noto Sans CJK KR"/>
              </a:rPr>
              <a:t>2번에서 AI가 도구와 입력값을 스스로 고릅니다.</a:t>
            </a:r>
          </a:p>
          <a:p>
            <a:pPr algn="l">
              <a:lnSpc>
                <a:spcPct val="112000"/>
              </a:lnSpc>
              <a:spcBef>
                <a:spcPts val="0"/>
              </a:spcBef>
              <a:spcAft>
                <a:spcPts val="400"/>
              </a:spcAft>
            </a:pPr>
            <a:r>
              <a:rPr sz="2400" b="0" i="0">
                <a:solidFill>
                  <a:srgbClr val="4E4F51"/>
                </a:solidFill>
                <a:latin typeface="Open Sans"/>
                <a:ea typeface="Noto Sans CJK KR"/>
              </a:rPr>
              <a:t>그래서 경로와 범위를 프롬프트에 구체적으로 적어야 합니다.</a:t>
            </a:r>
          </a:p>
        </p:txBody>
      </p:sp>
      <p:sp>
        <p:nvSpPr>
          <p:cNvPr id="20" name="TextBox 19"/>
          <p:cNvSpPr txBox="1"/>
          <p:nvPr/>
        </p:nvSpPr>
        <p:spPr>
          <a:xfrm>
            <a:off x="649224" y="5925312"/>
            <a:ext cx="10881360" cy="420624"/>
          </a:xfrm>
          <a:prstGeom prst="rect">
            <a:avLst/>
          </a:prstGeom>
          <a:noFill/>
        </p:spPr>
        <p:txBody>
          <a:bodyPr wrap="square" lIns="0" rIns="0" tIns="0" bIns="0" anchor="t">
            <a:spAutoFit/>
          </a:bodyPr>
          <a:lstStyle/>
          <a:p>
            <a:pPr algn="l">
              <a:lnSpc>
                <a:spcPct val="112000"/>
              </a:lnSpc>
              <a:spcBef>
                <a:spcPts val="0"/>
              </a:spcBef>
              <a:spcAft>
                <a:spcPts val="400"/>
              </a:spcAft>
            </a:pPr>
            <a:r>
              <a:rPr sz="1250" b="0" i="0">
                <a:solidFill>
                  <a:srgbClr val="4E4F51"/>
                </a:solidFill>
                <a:latin typeface="Open Sans"/>
                <a:ea typeface="Noto Sans CJK KR"/>
              </a:rPr>
              <a:t>도구가 여러 개 필요한 요청이면 2~4번을 반복합니다.</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900" b="0" i="0">
                <a:solidFill>
                  <a:srgbClr val="004C97"/>
                </a:solidFill>
                <a:latin typeface="Open Sans"/>
                <a:ea typeface="Noto Sans CJK KR"/>
              </a:rPr>
              <a:t>Tosca MCP Server는 Commander 안에서 동작합니다</a:t>
            </a:r>
          </a:p>
        </p:txBody>
      </p:sp>
      <p:sp>
        <p:nvSpPr>
          <p:cNvPr id="3" name="TextBox 2"/>
          <p:cNvSpPr txBox="1"/>
          <p:nvPr/>
        </p:nvSpPr>
        <p:spPr>
          <a:xfrm>
            <a:off x="1828800" y="6510528"/>
            <a:ext cx="8046720" cy="210312"/>
          </a:xfrm>
          <a:prstGeom prst="rect">
            <a:avLst/>
          </a:prstGeom>
          <a:noFill/>
        </p:spPr>
        <p:txBody>
          <a:bodyPr wrap="square" lIns="0" rIns="0" tIns="0" bIns="0" anchor="t">
            <a:spAutoFit/>
          </a:bodyPr>
          <a:lstStyle/>
          <a:p>
            <a:pPr algn="l">
              <a:lnSpc>
                <a:spcPct val="112000"/>
              </a:lnSpc>
              <a:spcBef>
                <a:spcPts val="0"/>
              </a:spcBef>
              <a:spcAft>
                <a:spcPts val="0"/>
              </a:spcAft>
            </a:pPr>
            <a:r>
              <a:rPr sz="1000" b="0" i="0">
                <a:solidFill>
                  <a:srgbClr val="FFFFFF"/>
                </a:solidFill>
                <a:latin typeface="Open Sans"/>
                <a:ea typeface="Noto Sans CJK KR"/>
              </a:rPr>
              <a:t>Tosca Commander MCP 입문  |  AI 어시스턴트 실습</a:t>
            </a:r>
          </a:p>
        </p:txBody>
      </p:sp>
      <p:sp>
        <p:nvSpPr>
          <p:cNvPr id="4" name="TextBox 3"/>
          <p:cNvSpPr txBox="1"/>
          <p:nvPr/>
        </p:nvSpPr>
        <p:spPr>
          <a:xfrm>
            <a:off x="11503152" y="6510528"/>
            <a:ext cx="292608" cy="228600"/>
          </a:xfrm>
          <a:prstGeom prst="rect">
            <a:avLst/>
          </a:prstGeom>
          <a:noFill/>
        </p:spPr>
        <p:txBody>
          <a:bodyPr wrap="none" lIns="0" rIns="0" tIns="0" bIns="0">
            <a:spAutoFit/>
          </a:bodyPr>
          <a:lstStyle/>
          <a:p>
            <a:pPr algn="l"/>
            <a:fld id="{5C7A3F71-3D8E-4C1B-9A44-2E5B7D0F6A11}" type="slidenum">
              <a:rPr lang="ko-KR" sz="1100">
                <a:solidFill>
                  <a:srgbClr val="FFFFFF"/>
                </a:solidFill>
                <a:latin typeface="Open Sans"/>
                <a:ea typeface="Noto Sans CJK KR"/>
              </a:rPr>
              <a:t>10</a:t>
            </a:fld>
          </a:p>
        </p:txBody>
      </p:sp>
      <p:sp>
        <p:nvSpPr>
          <p:cNvPr id="5" name="Rectangle 4"/>
          <p:cNvSpPr/>
          <p:nvPr/>
        </p:nvSpPr>
        <p:spPr>
          <a:xfrm>
            <a:off x="649224" y="1298448"/>
            <a:ext cx="6309360" cy="4343400"/>
          </a:xfrm>
          <a:prstGeom prst="rect">
            <a:avLst/>
          </a:prstGeom>
          <a:solidFill>
            <a:srgbClr val="F1F5F9"/>
          </a:solidFill>
          <a:ln w="10160">
            <a:solidFill>
              <a:srgbClr val="DCE5E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49224" y="1298448"/>
            <a:ext cx="6309360" cy="457200"/>
          </a:xfrm>
          <a:prstGeom prst="rect">
            <a:avLst/>
          </a:prstGeom>
          <a:solidFill>
            <a:srgbClr val="004C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0392" y="1389888"/>
            <a:ext cx="5907024" cy="292608"/>
          </a:xfrm>
          <a:prstGeom prst="rect">
            <a:avLst/>
          </a:prstGeom>
          <a:noFill/>
        </p:spPr>
        <p:txBody>
          <a:bodyPr wrap="square" lIns="0" rIns="0" tIns="0" bIns="0" anchor="t">
            <a:spAutoFit/>
          </a:bodyPr>
          <a:lstStyle/>
          <a:p>
            <a:pPr algn="l">
              <a:lnSpc>
                <a:spcPct val="112000"/>
              </a:lnSpc>
              <a:spcBef>
                <a:spcPts val="0"/>
              </a:spcBef>
              <a:spcAft>
                <a:spcPts val="0"/>
              </a:spcAft>
            </a:pPr>
            <a:r>
              <a:rPr sz="1500" b="0" i="0">
                <a:solidFill>
                  <a:srgbClr val="FFFFFF"/>
                </a:solidFill>
                <a:latin typeface="Open Sans"/>
                <a:ea typeface="Noto Sans CJK KR"/>
              </a:rPr>
              <a:t>내 PC</a:t>
            </a:r>
          </a:p>
        </p:txBody>
      </p:sp>
      <p:sp>
        <p:nvSpPr>
          <p:cNvPr id="8" name="Rectangle 7"/>
          <p:cNvSpPr/>
          <p:nvPr/>
        </p:nvSpPr>
        <p:spPr>
          <a:xfrm>
            <a:off x="868680" y="2240280"/>
            <a:ext cx="2148840" cy="1554480"/>
          </a:xfrm>
          <a:prstGeom prst="rect">
            <a:avLst/>
          </a:prstGeom>
          <a:solidFill>
            <a:srgbClr val="FFFFFF"/>
          </a:solidFill>
          <a:ln w="10160">
            <a:solidFill>
              <a:srgbClr val="DCE5E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05840" y="2377440"/>
            <a:ext cx="1920240" cy="1280160"/>
          </a:xfrm>
          <a:prstGeom prst="rect">
            <a:avLst/>
          </a:prstGeom>
          <a:noFill/>
        </p:spPr>
        <p:txBody>
          <a:bodyPr wrap="square" lIns="0" rIns="0" tIns="0" bIns="0" anchor="t">
            <a:spAutoFit/>
          </a:bodyPr>
          <a:lstStyle/>
          <a:p>
            <a:pPr algn="l">
              <a:lnSpc>
                <a:spcPct val="112000"/>
              </a:lnSpc>
              <a:spcBef>
                <a:spcPts val="0"/>
              </a:spcBef>
              <a:spcAft>
                <a:spcPts val="400"/>
              </a:spcAft>
            </a:pPr>
            <a:r>
              <a:rPr sz="1900" b="1" i="0">
                <a:solidFill>
                  <a:srgbClr val="004C97"/>
                </a:solidFill>
                <a:latin typeface="Open Sans"/>
                <a:ea typeface="Noto Sans CJK KR"/>
              </a:rPr>
              <a:t>AI 어시스턴트</a:t>
            </a:r>
          </a:p>
          <a:p>
            <a:pPr algn="l">
              <a:lnSpc>
                <a:spcPct val="112000"/>
              </a:lnSpc>
              <a:spcBef>
                <a:spcPts val="0"/>
              </a:spcBef>
              <a:spcAft>
                <a:spcPts val="400"/>
              </a:spcAft>
            </a:pPr>
            <a:r>
              <a:rPr sz="1400" b="0" i="0">
                <a:solidFill>
                  <a:srgbClr val="4E4F51"/>
                </a:solidFill>
                <a:latin typeface="Open Sans"/>
                <a:ea typeface="Noto Sans CJK KR"/>
              </a:rPr>
              <a:t>VS Code · Cursor · Claude</a:t>
            </a:r>
          </a:p>
        </p:txBody>
      </p:sp>
      <p:sp>
        <p:nvSpPr>
          <p:cNvPr id="10" name="TextBox 9"/>
          <p:cNvSpPr txBox="1"/>
          <p:nvPr/>
        </p:nvSpPr>
        <p:spPr>
          <a:xfrm>
            <a:off x="3017520" y="2606040"/>
            <a:ext cx="822960" cy="365760"/>
          </a:xfrm>
          <a:prstGeom prst="rect">
            <a:avLst/>
          </a:prstGeom>
          <a:noFill/>
        </p:spPr>
        <p:txBody>
          <a:bodyPr wrap="square" lIns="0" rIns="0" tIns="0" bIns="0" anchor="t">
            <a:spAutoFit/>
          </a:bodyPr>
          <a:lstStyle/>
          <a:p>
            <a:pPr algn="ctr">
              <a:lnSpc>
                <a:spcPct val="112000"/>
              </a:lnSpc>
              <a:spcBef>
                <a:spcPts val="0"/>
              </a:spcBef>
              <a:spcAft>
                <a:spcPts val="400"/>
              </a:spcAft>
            </a:pPr>
            <a:r>
              <a:rPr sz="1400" b="1" i="0">
                <a:solidFill>
                  <a:srgbClr val="0E88AE"/>
                </a:solidFill>
                <a:latin typeface="Open Sans"/>
                <a:ea typeface="Noto Sans CJK KR"/>
              </a:rPr>
              <a:t>HTTP</a:t>
            </a:r>
          </a:p>
        </p:txBody>
      </p:sp>
      <p:sp>
        <p:nvSpPr>
          <p:cNvPr id="11" name="TextBox 10"/>
          <p:cNvSpPr txBox="1"/>
          <p:nvPr/>
        </p:nvSpPr>
        <p:spPr>
          <a:xfrm>
            <a:off x="3017520" y="2880360"/>
            <a:ext cx="822960" cy="457200"/>
          </a:xfrm>
          <a:prstGeom prst="rect">
            <a:avLst/>
          </a:prstGeom>
          <a:noFill/>
        </p:spPr>
        <p:txBody>
          <a:bodyPr wrap="square" lIns="0" rIns="0" tIns="0" bIns="0" anchor="t">
            <a:spAutoFit/>
          </a:bodyPr>
          <a:lstStyle/>
          <a:p>
            <a:pPr algn="ctr">
              <a:lnSpc>
                <a:spcPct val="112000"/>
              </a:lnSpc>
              <a:spcBef>
                <a:spcPts val="0"/>
              </a:spcBef>
              <a:spcAft>
                <a:spcPts val="400"/>
              </a:spcAft>
            </a:pPr>
            <a:r>
              <a:rPr sz="2400" b="0" i="0">
                <a:solidFill>
                  <a:srgbClr val="0E88AE"/>
                </a:solidFill>
                <a:latin typeface="Open Sans"/>
                <a:ea typeface="Noto Sans CJK KR"/>
              </a:rPr>
              <a:t>⇄</a:t>
            </a:r>
          </a:p>
        </p:txBody>
      </p:sp>
      <p:sp>
        <p:nvSpPr>
          <p:cNvPr id="12" name="Rectangle 11"/>
          <p:cNvSpPr/>
          <p:nvPr/>
        </p:nvSpPr>
        <p:spPr>
          <a:xfrm>
            <a:off x="3840480" y="1920240"/>
            <a:ext cx="2926080" cy="3200400"/>
          </a:xfrm>
          <a:prstGeom prst="rect">
            <a:avLst/>
          </a:prstGeom>
          <a:solidFill>
            <a:srgbClr val="FFFFFF"/>
          </a:solidFill>
          <a:ln w="10160">
            <a:solidFill>
              <a:srgbClr val="DCE5E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005072" y="2029968"/>
            <a:ext cx="2651760" cy="365760"/>
          </a:xfrm>
          <a:prstGeom prst="rect">
            <a:avLst/>
          </a:prstGeom>
          <a:noFill/>
        </p:spPr>
        <p:txBody>
          <a:bodyPr wrap="square" lIns="0" rIns="0" tIns="0" bIns="0" anchor="t">
            <a:spAutoFit/>
          </a:bodyPr>
          <a:lstStyle/>
          <a:p>
            <a:pPr algn="l">
              <a:lnSpc>
                <a:spcPct val="112000"/>
              </a:lnSpc>
              <a:spcBef>
                <a:spcPts val="0"/>
              </a:spcBef>
              <a:spcAft>
                <a:spcPts val="400"/>
              </a:spcAft>
            </a:pPr>
            <a:r>
              <a:rPr sz="1600" b="1" i="0">
                <a:solidFill>
                  <a:srgbClr val="004C97"/>
                </a:solidFill>
                <a:latin typeface="Open Sans"/>
                <a:ea typeface="Noto Sans CJK KR"/>
              </a:rPr>
              <a:t>Tosca Commander 2026.1</a:t>
            </a:r>
          </a:p>
        </p:txBody>
      </p:sp>
      <p:sp>
        <p:nvSpPr>
          <p:cNvPr id="14" name="Rectangle 13"/>
          <p:cNvSpPr/>
          <p:nvPr/>
        </p:nvSpPr>
        <p:spPr>
          <a:xfrm>
            <a:off x="4005072" y="2514600"/>
            <a:ext cx="2596896" cy="731520"/>
          </a:xfrm>
          <a:prstGeom prst="rect">
            <a:avLst/>
          </a:prstGeom>
          <a:solidFill>
            <a:srgbClr val="004C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114800" y="2514600"/>
            <a:ext cx="2377440" cy="731520"/>
          </a:xfrm>
          <a:prstGeom prst="rect">
            <a:avLst/>
          </a:prstGeom>
          <a:noFill/>
        </p:spPr>
        <p:txBody>
          <a:bodyPr wrap="square" lIns="0" rIns="0" tIns="0" bIns="0" anchor="ctr">
            <a:spAutoFit/>
          </a:bodyPr>
          <a:lstStyle/>
          <a:p>
            <a:pPr algn="l">
              <a:lnSpc>
                <a:spcPct val="112000"/>
              </a:lnSpc>
              <a:spcBef>
                <a:spcPts val="0"/>
              </a:spcBef>
              <a:spcAft>
                <a:spcPts val="0"/>
              </a:spcAft>
            </a:pPr>
            <a:r>
              <a:rPr sz="1600" b="1" i="0">
                <a:solidFill>
                  <a:srgbClr val="FFFFFF"/>
                </a:solidFill>
                <a:latin typeface="Open Sans"/>
                <a:ea typeface="Noto Sans CJK KR"/>
              </a:rPr>
              <a:t>Tosca MCP Server Addin</a:t>
            </a:r>
          </a:p>
        </p:txBody>
      </p:sp>
      <p:sp>
        <p:nvSpPr>
          <p:cNvPr id="16" name="TextBox 15"/>
          <p:cNvSpPr txBox="1"/>
          <p:nvPr/>
        </p:nvSpPr>
        <p:spPr>
          <a:xfrm>
            <a:off x="4005072" y="3291840"/>
            <a:ext cx="2596896" cy="365760"/>
          </a:xfrm>
          <a:prstGeom prst="rect">
            <a:avLst/>
          </a:prstGeom>
          <a:noFill/>
        </p:spPr>
        <p:txBody>
          <a:bodyPr wrap="square" lIns="0" rIns="0" tIns="0" bIns="0" anchor="t">
            <a:spAutoFit/>
          </a:bodyPr>
          <a:lstStyle/>
          <a:p>
            <a:pPr algn="ctr">
              <a:lnSpc>
                <a:spcPct val="112000"/>
              </a:lnSpc>
              <a:spcBef>
                <a:spcPts val="0"/>
              </a:spcBef>
              <a:spcAft>
                <a:spcPts val="400"/>
              </a:spcAft>
            </a:pPr>
            <a:r>
              <a:rPr sz="1800" b="0" i="0">
                <a:solidFill>
                  <a:srgbClr val="0E88AE"/>
                </a:solidFill>
                <a:latin typeface="Open Sans"/>
                <a:ea typeface="Noto Sans CJK KR"/>
              </a:rPr>
              <a:t>↓</a:t>
            </a:r>
          </a:p>
        </p:txBody>
      </p:sp>
      <p:sp>
        <p:nvSpPr>
          <p:cNvPr id="17" name="Rectangle 16"/>
          <p:cNvSpPr/>
          <p:nvPr/>
        </p:nvSpPr>
        <p:spPr>
          <a:xfrm>
            <a:off x="4005072" y="3703320"/>
            <a:ext cx="2596896" cy="1234440"/>
          </a:xfrm>
          <a:prstGeom prst="rect">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133087" y="3767328"/>
            <a:ext cx="2377440" cy="1143000"/>
          </a:xfrm>
          <a:prstGeom prst="rect">
            <a:avLst/>
          </a:prstGeom>
          <a:noFill/>
        </p:spPr>
        <p:txBody>
          <a:bodyPr wrap="square" lIns="0" rIns="0" tIns="0" bIns="0" anchor="t">
            <a:spAutoFit/>
          </a:bodyPr>
          <a:lstStyle/>
          <a:p>
            <a:pPr algn="l">
              <a:lnSpc>
                <a:spcPct val="112000"/>
              </a:lnSpc>
              <a:spcBef>
                <a:spcPts val="0"/>
              </a:spcBef>
              <a:spcAft>
                <a:spcPts val="100"/>
              </a:spcAft>
            </a:pPr>
            <a:r>
              <a:rPr sz="1600" b="1" i="0">
                <a:solidFill>
                  <a:srgbClr val="004C97"/>
                </a:solidFill>
                <a:latin typeface="Open Sans"/>
                <a:ea typeface="Noto Sans CJK KR"/>
              </a:rPr>
              <a:t>열린 워크스페이스</a:t>
            </a:r>
          </a:p>
          <a:p>
            <a:pPr algn="l">
              <a:lnSpc>
                <a:spcPct val="112000"/>
              </a:lnSpc>
              <a:spcBef>
                <a:spcPts val="0"/>
              </a:spcBef>
              <a:spcAft>
                <a:spcPts val="100"/>
              </a:spcAft>
            </a:pPr>
            <a:r>
              <a:rPr sz="1300" b="0" i="0">
                <a:solidFill>
                  <a:srgbClr val="4E4F51"/>
                </a:solidFill>
                <a:latin typeface="Open Sans"/>
                <a:ea typeface="Noto Sans CJK KR"/>
              </a:rPr>
              <a:t>싱글: 내 PC 파일</a:t>
            </a:r>
          </a:p>
          <a:p>
            <a:pPr algn="l">
              <a:lnSpc>
                <a:spcPct val="112000"/>
              </a:lnSpc>
              <a:spcBef>
                <a:spcPts val="0"/>
              </a:spcBef>
              <a:spcAft>
                <a:spcPts val="100"/>
              </a:spcAft>
            </a:pPr>
            <a:r>
              <a:rPr sz="1300" b="0" i="0">
                <a:solidFill>
                  <a:srgbClr val="4E4F51"/>
                </a:solidFill>
                <a:latin typeface="Open Sans"/>
                <a:ea typeface="Noto Sans CJK KR"/>
              </a:rPr>
              <a:t>멀티: 공통 리포지토리</a:t>
            </a:r>
          </a:p>
        </p:txBody>
      </p:sp>
      <p:sp>
        <p:nvSpPr>
          <p:cNvPr id="19" name="TextBox 18"/>
          <p:cNvSpPr txBox="1"/>
          <p:nvPr/>
        </p:nvSpPr>
        <p:spPr>
          <a:xfrm>
            <a:off x="868680" y="4572000"/>
            <a:ext cx="2926080" cy="822960"/>
          </a:xfrm>
          <a:prstGeom prst="rect">
            <a:avLst/>
          </a:prstGeom>
          <a:noFill/>
        </p:spPr>
        <p:txBody>
          <a:bodyPr wrap="square" lIns="0" rIns="0" tIns="0" bIns="0" anchor="t">
            <a:spAutoFit/>
          </a:bodyPr>
          <a:lstStyle/>
          <a:p>
            <a:pPr algn="l">
              <a:lnSpc>
                <a:spcPct val="112000"/>
              </a:lnSpc>
              <a:spcBef>
                <a:spcPts val="0"/>
              </a:spcBef>
              <a:spcAft>
                <a:spcPts val="400"/>
              </a:spcAft>
            </a:pPr>
            <a:r>
              <a:rPr sz="1400" b="1" i="0">
                <a:solidFill>
                  <a:srgbClr val="004C97"/>
                </a:solidFill>
                <a:latin typeface="Open Sans"/>
                <a:ea typeface="Noto Sans CJK KR"/>
              </a:rPr>
              <a:t>접속 주소</a:t>
            </a:r>
          </a:p>
          <a:p>
            <a:pPr algn="l">
              <a:lnSpc>
                <a:spcPct val="112000"/>
              </a:lnSpc>
              <a:spcBef>
                <a:spcPts val="0"/>
              </a:spcBef>
              <a:spcAft>
                <a:spcPts val="400"/>
              </a:spcAft>
            </a:pPr>
            <a:r>
              <a:rPr sz="1300" b="0" i="0">
                <a:solidFill>
                  <a:srgbClr val="4E4F51"/>
                </a:solidFill>
                <a:latin typeface="Consolas"/>
                <a:ea typeface="Noto Sans CJK KR"/>
              </a:rPr>
              <a:t>http://127.0.0.1:46248/mcp</a:t>
            </a:r>
          </a:p>
        </p:txBody>
      </p:sp>
      <p:sp>
        <p:nvSpPr>
          <p:cNvPr id="20" name="Rectangle 19"/>
          <p:cNvSpPr/>
          <p:nvPr/>
        </p:nvSpPr>
        <p:spPr>
          <a:xfrm>
            <a:off x="7269480" y="1474470"/>
            <a:ext cx="64008" cy="64008"/>
          </a:xfrm>
          <a:prstGeom prst="rect">
            <a:avLst/>
          </a:prstGeom>
          <a:solidFill>
            <a:srgbClr val="0E8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461504" y="1371600"/>
            <a:ext cx="4069080" cy="752368"/>
          </a:xfrm>
          <a:prstGeom prst="rect">
            <a:avLst/>
          </a:prstGeom>
          <a:noFill/>
        </p:spPr>
        <p:txBody>
          <a:bodyPr wrap="square" lIns="0" rIns="0" tIns="0" bIns="0" anchor="t">
            <a:spAutoFit/>
          </a:bodyPr>
          <a:lstStyle/>
          <a:p>
            <a:pPr algn="l">
              <a:lnSpc>
                <a:spcPct val="112000"/>
              </a:lnSpc>
              <a:spcBef>
                <a:spcPts val="0"/>
              </a:spcBef>
              <a:spcAft>
                <a:spcPts val="400"/>
              </a:spcAft>
            </a:pPr>
            <a:r>
              <a:rPr sz="1800" b="0" i="0">
                <a:solidFill>
                  <a:srgbClr val="4E4F51"/>
                </a:solidFill>
                <a:latin typeface="Open Sans"/>
                <a:ea typeface="Noto Sans CJK KR"/>
              </a:rPr>
              <a:t>2026.1 LTS Patch 1부터 제공, Patch 2부터 기본으로 켜져 있음</a:t>
            </a:r>
          </a:p>
        </p:txBody>
      </p:sp>
      <p:sp>
        <p:nvSpPr>
          <p:cNvPr id="22" name="Rectangle 21"/>
          <p:cNvSpPr/>
          <p:nvPr/>
        </p:nvSpPr>
        <p:spPr>
          <a:xfrm>
            <a:off x="7269480" y="2428006"/>
            <a:ext cx="64008" cy="64008"/>
          </a:xfrm>
          <a:prstGeom prst="rect">
            <a:avLst/>
          </a:prstGeom>
          <a:solidFill>
            <a:srgbClr val="0E8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461504" y="2325136"/>
            <a:ext cx="4069080" cy="752368"/>
          </a:xfrm>
          <a:prstGeom prst="rect">
            <a:avLst/>
          </a:prstGeom>
          <a:noFill/>
        </p:spPr>
        <p:txBody>
          <a:bodyPr wrap="square" lIns="0" rIns="0" tIns="0" bIns="0" anchor="t">
            <a:spAutoFit/>
          </a:bodyPr>
          <a:lstStyle/>
          <a:p>
            <a:pPr algn="l">
              <a:lnSpc>
                <a:spcPct val="112000"/>
              </a:lnSpc>
              <a:spcBef>
                <a:spcPts val="0"/>
              </a:spcBef>
              <a:spcAft>
                <a:spcPts val="400"/>
              </a:spcAft>
            </a:pPr>
            <a:r>
              <a:rPr sz="1800" b="0" i="0">
                <a:solidFill>
                  <a:srgbClr val="4E4F51"/>
                </a:solidFill>
                <a:latin typeface="Open Sans"/>
                <a:ea typeface="Noto Sans CJK KR"/>
              </a:rPr>
              <a:t>Commander와 워크스페이스가 열려 있을 때만 동작</a:t>
            </a:r>
          </a:p>
        </p:txBody>
      </p:sp>
      <p:sp>
        <p:nvSpPr>
          <p:cNvPr id="24" name="Rectangle 23"/>
          <p:cNvSpPr/>
          <p:nvPr/>
        </p:nvSpPr>
        <p:spPr>
          <a:xfrm>
            <a:off x="7269480" y="3381542"/>
            <a:ext cx="64008" cy="64008"/>
          </a:xfrm>
          <a:prstGeom prst="rect">
            <a:avLst/>
          </a:prstGeom>
          <a:solidFill>
            <a:srgbClr val="0E8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461504" y="3278672"/>
            <a:ext cx="4069080" cy="752368"/>
          </a:xfrm>
          <a:prstGeom prst="rect">
            <a:avLst/>
          </a:prstGeom>
          <a:noFill/>
        </p:spPr>
        <p:txBody>
          <a:bodyPr wrap="square" lIns="0" rIns="0" tIns="0" bIns="0" anchor="t">
            <a:spAutoFit/>
          </a:bodyPr>
          <a:lstStyle/>
          <a:p>
            <a:pPr algn="l">
              <a:lnSpc>
                <a:spcPct val="112000"/>
              </a:lnSpc>
              <a:spcBef>
                <a:spcPts val="0"/>
              </a:spcBef>
              <a:spcAft>
                <a:spcPts val="400"/>
              </a:spcAft>
            </a:pPr>
            <a:r>
              <a:rPr sz="1800" b="0" i="0">
                <a:solidFill>
                  <a:srgbClr val="4E4F51"/>
                </a:solidFill>
                <a:latin typeface="Open Sans"/>
                <a:ea typeface="Noto Sans CJK KR"/>
              </a:rPr>
              <a:t>워크스페이스를 연 사용자 권한으로 동작, 체크인·체크아웃 규칙도 같음</a:t>
            </a:r>
          </a:p>
        </p:txBody>
      </p:sp>
      <p:sp>
        <p:nvSpPr>
          <p:cNvPr id="26" name="Rectangle 25"/>
          <p:cNvSpPr/>
          <p:nvPr/>
        </p:nvSpPr>
        <p:spPr>
          <a:xfrm>
            <a:off x="7269480" y="4335078"/>
            <a:ext cx="64008" cy="64008"/>
          </a:xfrm>
          <a:prstGeom prst="rect">
            <a:avLst/>
          </a:prstGeom>
          <a:solidFill>
            <a:srgbClr val="0E8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461504" y="4232208"/>
            <a:ext cx="4069080" cy="399044"/>
          </a:xfrm>
          <a:prstGeom prst="rect">
            <a:avLst/>
          </a:prstGeom>
          <a:noFill/>
        </p:spPr>
        <p:txBody>
          <a:bodyPr wrap="square" lIns="0" rIns="0" tIns="0" bIns="0" anchor="t">
            <a:spAutoFit/>
          </a:bodyPr>
          <a:lstStyle/>
          <a:p>
            <a:pPr algn="l">
              <a:lnSpc>
                <a:spcPct val="112000"/>
              </a:lnSpc>
              <a:spcBef>
                <a:spcPts val="0"/>
              </a:spcBef>
              <a:spcAft>
                <a:spcPts val="400"/>
              </a:spcAft>
            </a:pPr>
            <a:r>
              <a:rPr sz="1800" b="0" i="0">
                <a:solidFill>
                  <a:srgbClr val="4E4F51"/>
                </a:solidFill>
                <a:latin typeface="Open Sans"/>
                <a:ea typeface="Noto Sans CJK KR"/>
              </a:rPr>
              <a:t>Tosca Cloud MCP와는 별개 제품</a:t>
            </a:r>
          </a:p>
        </p:txBody>
      </p:sp>
      <p:sp>
        <p:nvSpPr>
          <p:cNvPr id="28" name="TextBox 27"/>
          <p:cNvSpPr txBox="1"/>
          <p:nvPr/>
        </p:nvSpPr>
        <p:spPr>
          <a:xfrm>
            <a:off x="649224" y="5925312"/>
            <a:ext cx="10881360" cy="420624"/>
          </a:xfrm>
          <a:prstGeom prst="rect">
            <a:avLst/>
          </a:prstGeom>
          <a:noFill/>
        </p:spPr>
        <p:txBody>
          <a:bodyPr wrap="square" lIns="0" rIns="0" tIns="0" bIns="0" anchor="t">
            <a:spAutoFit/>
          </a:bodyPr>
          <a:lstStyle/>
          <a:p>
            <a:pPr algn="l">
              <a:lnSpc>
                <a:spcPct val="112000"/>
              </a:lnSpc>
              <a:spcBef>
                <a:spcPts val="0"/>
              </a:spcBef>
              <a:spcAft>
                <a:spcPts val="400"/>
              </a:spcAft>
            </a:pPr>
            <a:r>
              <a:rPr sz="1250" b="0" i="0">
                <a:solidFill>
                  <a:srgbClr val="4E4F51"/>
                </a:solidFill>
                <a:latin typeface="Open Sans"/>
                <a:ea typeface="Noto Sans CJK KR"/>
              </a:rPr>
              <a:t>AI 모델은 대부분 클라우드에서 동작합니다. 요청과 결과 일부가 모델로 전달되므로 사내 AI 사용 정책을 먼저 확인하세요.</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6" name="Title 5"/>
          <p:cNvSpPr>
            <a:spLocks noGrp="1"/>
          </p:cNvSpPr>
          <p:nvPr>
            <p:ph type="title"/>
          </p:nvPr>
        </p:nvSpPr>
        <p:spPr/>
        <p:txBody>
          <a:bodyPr/>
          <a:lstStyle/>
          <a:p>
            <a:r>
              <a:rPr sz="3100" b="0" i="0">
                <a:solidFill>
                  <a:srgbClr val="004C97"/>
                </a:solidFill>
                <a:latin typeface="Open Sans"/>
                <a:ea typeface="Noto Sans CJK KR"/>
              </a:rPr>
              <a:t>같은 일을 할 때 달라지는 것</a:t>
            </a:r>
          </a:p>
        </p:txBody>
      </p:sp>
      <p:sp>
        <p:nvSpPr>
          <p:cNvPr id="7" name="TextBox 6"/>
          <p:cNvSpPr txBox="1"/>
          <p:nvPr/>
        </p:nvSpPr>
        <p:spPr>
          <a:xfrm>
            <a:off x="1828800" y="6510528"/>
            <a:ext cx="8046720" cy="210312"/>
          </a:xfrm>
          <a:prstGeom prst="rect">
            <a:avLst/>
          </a:prstGeom>
          <a:noFill/>
        </p:spPr>
        <p:txBody>
          <a:bodyPr wrap="square" lIns="0" rIns="0" tIns="0" bIns="0" anchor="t">
            <a:spAutoFit/>
          </a:bodyPr>
          <a:lstStyle/>
          <a:p>
            <a:pPr algn="l">
              <a:lnSpc>
                <a:spcPct val="112000"/>
              </a:lnSpc>
              <a:spcBef>
                <a:spcPts val="0"/>
              </a:spcBef>
              <a:spcAft>
                <a:spcPts val="0"/>
              </a:spcAft>
            </a:pPr>
            <a:r>
              <a:rPr sz="1000" b="0" i="0">
                <a:solidFill>
                  <a:srgbClr val="FFFFFF"/>
                </a:solidFill>
                <a:latin typeface="Open Sans"/>
                <a:ea typeface="Noto Sans CJK KR"/>
              </a:rPr>
              <a:t>Tosca Commander MCP 입문  |  AI 어시스턴트 실습</a:t>
            </a:r>
          </a:p>
        </p:txBody>
      </p:sp>
      <p:sp>
        <p:nvSpPr>
          <p:cNvPr id="8" name="TextBox 7"/>
          <p:cNvSpPr txBox="1"/>
          <p:nvPr/>
        </p:nvSpPr>
        <p:spPr>
          <a:xfrm>
            <a:off x="11503152" y="6510528"/>
            <a:ext cx="292608" cy="228600"/>
          </a:xfrm>
          <a:prstGeom prst="rect">
            <a:avLst/>
          </a:prstGeom>
          <a:noFill/>
        </p:spPr>
        <p:txBody>
          <a:bodyPr wrap="none" lIns="0" rIns="0" tIns="0" bIns="0">
            <a:spAutoFit/>
          </a:bodyPr>
          <a:lstStyle/>
          <a:p>
            <a:pPr algn="l"/>
            <a:fld id="{5C7A3F71-3D8E-4C1B-9A44-2E5B7D0F6A11}" type="slidenum">
              <a:rPr lang="ko-KR" sz="1100">
                <a:solidFill>
                  <a:srgbClr val="FFFFFF"/>
                </a:solidFill>
                <a:latin typeface="Open Sans"/>
                <a:ea typeface="Noto Sans CJK KR"/>
              </a:rPr>
              <a:t>11</a:t>
            </a:fld>
          </a:p>
        </p:txBody>
      </p:sp>
      <p:sp>
        <p:nvSpPr>
          <p:cNvPr id="9" name="TextBox 8"/>
          <p:cNvSpPr txBox="1"/>
          <p:nvPr/>
        </p:nvSpPr>
        <p:spPr>
          <a:xfrm>
            <a:off x="649224" y="1307592"/>
            <a:ext cx="5120640" cy="502920"/>
          </a:xfrm>
          <a:prstGeom prst="rect">
            <a:avLst/>
          </a:prstGeom>
          <a:noFill/>
        </p:spPr>
        <p:txBody>
          <a:bodyPr wrap="square" lIns="0" rIns="0" tIns="0" bIns="0" anchor="t">
            <a:spAutoFit/>
          </a:bodyPr>
          <a:lstStyle/>
          <a:p>
            <a:pPr algn="l">
              <a:lnSpc>
                <a:spcPct val="112000"/>
              </a:lnSpc>
              <a:spcBef>
                <a:spcPts val="0"/>
              </a:spcBef>
              <a:spcAft>
                <a:spcPts val="400"/>
              </a:spcAft>
            </a:pPr>
            <a:r>
              <a:rPr sz="2400" b="1" i="0">
                <a:solidFill>
                  <a:srgbClr val="004C97"/>
                </a:solidFill>
                <a:latin typeface="Open Sans"/>
                <a:ea typeface="Noto Sans CJK KR"/>
              </a:rPr>
              <a:t>Commander에서 직접</a:t>
            </a:r>
          </a:p>
        </p:txBody>
      </p:sp>
      <p:sp>
        <p:nvSpPr>
          <p:cNvPr id="10" name="TextBox 9"/>
          <p:cNvSpPr txBox="1"/>
          <p:nvPr/>
        </p:nvSpPr>
        <p:spPr>
          <a:xfrm>
            <a:off x="6190488" y="1307592"/>
            <a:ext cx="5120640" cy="502920"/>
          </a:xfrm>
          <a:prstGeom prst="rect">
            <a:avLst/>
          </a:prstGeom>
          <a:noFill/>
        </p:spPr>
        <p:txBody>
          <a:bodyPr wrap="square" lIns="0" rIns="0" tIns="0" bIns="0" anchor="t">
            <a:spAutoFit/>
          </a:bodyPr>
          <a:lstStyle/>
          <a:p>
            <a:pPr algn="l">
              <a:lnSpc>
                <a:spcPct val="112000"/>
              </a:lnSpc>
              <a:spcBef>
                <a:spcPts val="0"/>
              </a:spcBef>
              <a:spcAft>
                <a:spcPts val="400"/>
              </a:spcAft>
            </a:pPr>
            <a:r>
              <a:rPr sz="2400" b="1" i="0">
                <a:solidFill>
                  <a:srgbClr val="004C97"/>
                </a:solidFill>
                <a:latin typeface="Open Sans"/>
                <a:ea typeface="Noto Sans CJK KR"/>
              </a:rPr>
              <a:t>MCP로 요청</a:t>
            </a:r>
          </a:p>
        </p:txBody>
      </p:sp>
      <p:sp>
        <p:nvSpPr>
          <p:cNvPr id="11" name="TextBox 10"/>
          <p:cNvSpPr txBox="1"/>
          <p:nvPr/>
        </p:nvSpPr>
        <p:spPr>
          <a:xfrm>
            <a:off x="649224" y="1965960"/>
            <a:ext cx="301752" cy="365760"/>
          </a:xfrm>
          <a:prstGeom prst="rect">
            <a:avLst/>
          </a:prstGeom>
          <a:noFill/>
        </p:spPr>
        <p:txBody>
          <a:bodyPr wrap="square" lIns="0" rIns="0" tIns="0" bIns="0" anchor="t">
            <a:spAutoFit/>
          </a:bodyPr>
          <a:lstStyle/>
          <a:p>
            <a:pPr algn="l">
              <a:lnSpc>
                <a:spcPct val="112000"/>
              </a:lnSpc>
              <a:spcBef>
                <a:spcPts val="0"/>
              </a:spcBef>
              <a:spcAft>
                <a:spcPts val="400"/>
              </a:spcAft>
            </a:pPr>
            <a:r>
              <a:rPr sz="1800" b="1" i="0">
                <a:solidFill>
                  <a:srgbClr val="0E88AE"/>
                </a:solidFill>
                <a:latin typeface="Open Sans"/>
                <a:ea typeface="Noto Sans CJK KR"/>
              </a:rPr>
              <a:t>1</a:t>
            </a:r>
          </a:p>
        </p:txBody>
      </p:sp>
      <p:sp>
        <p:nvSpPr>
          <p:cNvPr id="12" name="TextBox 11"/>
          <p:cNvSpPr txBox="1"/>
          <p:nvPr/>
        </p:nvSpPr>
        <p:spPr>
          <a:xfrm>
            <a:off x="1024128" y="1965960"/>
            <a:ext cx="4663440" cy="502920"/>
          </a:xfrm>
          <a:prstGeom prst="rect">
            <a:avLst/>
          </a:prstGeom>
          <a:noFill/>
        </p:spPr>
        <p:txBody>
          <a:bodyPr wrap="square" lIns="0" rIns="0" tIns="0" bIns="0" anchor="t">
            <a:spAutoFit/>
          </a:bodyPr>
          <a:lstStyle/>
          <a:p>
            <a:pPr algn="l">
              <a:lnSpc>
                <a:spcPct val="112000"/>
              </a:lnSpc>
              <a:spcBef>
                <a:spcPts val="0"/>
              </a:spcBef>
              <a:spcAft>
                <a:spcPts val="400"/>
              </a:spcAft>
            </a:pPr>
            <a:r>
              <a:rPr sz="1800" b="0" i="0">
                <a:solidFill>
                  <a:srgbClr val="4E4F51"/>
                </a:solidFill>
                <a:latin typeface="Open Sans"/>
                <a:ea typeface="Noto Sans CJK KR"/>
              </a:rPr>
              <a:t>폴더 만들기</a:t>
            </a:r>
          </a:p>
        </p:txBody>
      </p:sp>
      <p:sp>
        <p:nvSpPr>
          <p:cNvPr id="13" name="TextBox 12"/>
          <p:cNvSpPr txBox="1"/>
          <p:nvPr/>
        </p:nvSpPr>
        <p:spPr>
          <a:xfrm>
            <a:off x="649224" y="2496312"/>
            <a:ext cx="301752" cy="365760"/>
          </a:xfrm>
          <a:prstGeom prst="rect">
            <a:avLst/>
          </a:prstGeom>
          <a:noFill/>
        </p:spPr>
        <p:txBody>
          <a:bodyPr wrap="square" lIns="0" rIns="0" tIns="0" bIns="0" anchor="t">
            <a:spAutoFit/>
          </a:bodyPr>
          <a:lstStyle/>
          <a:p>
            <a:pPr algn="l">
              <a:lnSpc>
                <a:spcPct val="112000"/>
              </a:lnSpc>
              <a:spcBef>
                <a:spcPts val="0"/>
              </a:spcBef>
              <a:spcAft>
                <a:spcPts val="400"/>
              </a:spcAft>
            </a:pPr>
            <a:r>
              <a:rPr sz="1800" b="1" i="0">
                <a:solidFill>
                  <a:srgbClr val="0E88AE"/>
                </a:solidFill>
                <a:latin typeface="Open Sans"/>
                <a:ea typeface="Noto Sans CJK KR"/>
              </a:rPr>
              <a:t>2</a:t>
            </a:r>
          </a:p>
        </p:txBody>
      </p:sp>
      <p:sp>
        <p:nvSpPr>
          <p:cNvPr id="14" name="TextBox 13"/>
          <p:cNvSpPr txBox="1"/>
          <p:nvPr/>
        </p:nvSpPr>
        <p:spPr>
          <a:xfrm>
            <a:off x="1024128" y="2496312"/>
            <a:ext cx="4663440" cy="502920"/>
          </a:xfrm>
          <a:prstGeom prst="rect">
            <a:avLst/>
          </a:prstGeom>
          <a:noFill/>
        </p:spPr>
        <p:txBody>
          <a:bodyPr wrap="square" lIns="0" rIns="0" tIns="0" bIns="0" anchor="t">
            <a:spAutoFit/>
          </a:bodyPr>
          <a:lstStyle/>
          <a:p>
            <a:pPr algn="l">
              <a:lnSpc>
                <a:spcPct val="112000"/>
              </a:lnSpc>
              <a:spcBef>
                <a:spcPts val="0"/>
              </a:spcBef>
              <a:spcAft>
                <a:spcPts val="400"/>
              </a:spcAft>
            </a:pPr>
            <a:r>
              <a:rPr sz="1800" b="0" i="0">
                <a:solidFill>
                  <a:srgbClr val="4E4F51"/>
                </a:solidFill>
                <a:latin typeface="Open Sans"/>
                <a:ea typeface="Noto Sans CJK KR"/>
              </a:rPr>
              <a:t>테스트케이스 만들고 이름 바꾸기</a:t>
            </a:r>
          </a:p>
        </p:txBody>
      </p:sp>
      <p:sp>
        <p:nvSpPr>
          <p:cNvPr id="15" name="TextBox 14"/>
          <p:cNvSpPr txBox="1"/>
          <p:nvPr/>
        </p:nvSpPr>
        <p:spPr>
          <a:xfrm>
            <a:off x="649224" y="3026663"/>
            <a:ext cx="301752" cy="365760"/>
          </a:xfrm>
          <a:prstGeom prst="rect">
            <a:avLst/>
          </a:prstGeom>
          <a:noFill/>
        </p:spPr>
        <p:txBody>
          <a:bodyPr wrap="square" lIns="0" rIns="0" tIns="0" bIns="0" anchor="t">
            <a:spAutoFit/>
          </a:bodyPr>
          <a:lstStyle/>
          <a:p>
            <a:pPr algn="l">
              <a:lnSpc>
                <a:spcPct val="112000"/>
              </a:lnSpc>
              <a:spcBef>
                <a:spcPts val="0"/>
              </a:spcBef>
              <a:spcAft>
                <a:spcPts val="400"/>
              </a:spcAft>
            </a:pPr>
            <a:r>
              <a:rPr sz="1800" b="1" i="0">
                <a:solidFill>
                  <a:srgbClr val="0E88AE"/>
                </a:solidFill>
                <a:latin typeface="Open Sans"/>
                <a:ea typeface="Noto Sans CJK KR"/>
              </a:rPr>
              <a:t>3</a:t>
            </a:r>
          </a:p>
        </p:txBody>
      </p:sp>
      <p:sp>
        <p:nvSpPr>
          <p:cNvPr id="16" name="TextBox 15"/>
          <p:cNvSpPr txBox="1"/>
          <p:nvPr/>
        </p:nvSpPr>
        <p:spPr>
          <a:xfrm>
            <a:off x="1024128" y="3026663"/>
            <a:ext cx="4663440" cy="502920"/>
          </a:xfrm>
          <a:prstGeom prst="rect">
            <a:avLst/>
          </a:prstGeom>
          <a:noFill/>
        </p:spPr>
        <p:txBody>
          <a:bodyPr wrap="square" lIns="0" rIns="0" tIns="0" bIns="0" anchor="t">
            <a:spAutoFit/>
          </a:bodyPr>
          <a:lstStyle/>
          <a:p>
            <a:pPr algn="l">
              <a:lnSpc>
                <a:spcPct val="112000"/>
              </a:lnSpc>
              <a:spcBef>
                <a:spcPts val="0"/>
              </a:spcBef>
              <a:spcAft>
                <a:spcPts val="400"/>
              </a:spcAft>
            </a:pPr>
            <a:r>
              <a:rPr sz="1800" b="0" i="0">
                <a:solidFill>
                  <a:srgbClr val="4E4F51"/>
                </a:solidFill>
                <a:latin typeface="Open Sans"/>
                <a:ea typeface="Noto Sans CJK KR"/>
              </a:rPr>
              <a:t>모듈을 6번 끌어다 놓아 스텝 만들기</a:t>
            </a:r>
          </a:p>
        </p:txBody>
      </p:sp>
      <p:sp>
        <p:nvSpPr>
          <p:cNvPr id="17" name="TextBox 16"/>
          <p:cNvSpPr txBox="1"/>
          <p:nvPr/>
        </p:nvSpPr>
        <p:spPr>
          <a:xfrm>
            <a:off x="649224" y="3557015"/>
            <a:ext cx="301752" cy="365760"/>
          </a:xfrm>
          <a:prstGeom prst="rect">
            <a:avLst/>
          </a:prstGeom>
          <a:noFill/>
        </p:spPr>
        <p:txBody>
          <a:bodyPr wrap="square" lIns="0" rIns="0" tIns="0" bIns="0" anchor="t">
            <a:spAutoFit/>
          </a:bodyPr>
          <a:lstStyle/>
          <a:p>
            <a:pPr algn="l">
              <a:lnSpc>
                <a:spcPct val="112000"/>
              </a:lnSpc>
              <a:spcBef>
                <a:spcPts val="0"/>
              </a:spcBef>
              <a:spcAft>
                <a:spcPts val="400"/>
              </a:spcAft>
            </a:pPr>
            <a:r>
              <a:rPr sz="1800" b="1" i="0">
                <a:solidFill>
                  <a:srgbClr val="0E88AE"/>
                </a:solidFill>
                <a:latin typeface="Open Sans"/>
                <a:ea typeface="Noto Sans CJK KR"/>
              </a:rPr>
              <a:t>4</a:t>
            </a:r>
          </a:p>
        </p:txBody>
      </p:sp>
      <p:sp>
        <p:nvSpPr>
          <p:cNvPr id="18" name="TextBox 17"/>
          <p:cNvSpPr txBox="1"/>
          <p:nvPr/>
        </p:nvSpPr>
        <p:spPr>
          <a:xfrm>
            <a:off x="1024128" y="3557015"/>
            <a:ext cx="4663440" cy="502920"/>
          </a:xfrm>
          <a:prstGeom prst="rect">
            <a:avLst/>
          </a:prstGeom>
          <a:noFill/>
        </p:spPr>
        <p:txBody>
          <a:bodyPr wrap="square" lIns="0" rIns="0" tIns="0" bIns="0" anchor="t">
            <a:spAutoFit/>
          </a:bodyPr>
          <a:lstStyle/>
          <a:p>
            <a:pPr algn="l">
              <a:lnSpc>
                <a:spcPct val="112000"/>
              </a:lnSpc>
              <a:spcBef>
                <a:spcPts val="0"/>
              </a:spcBef>
              <a:spcAft>
                <a:spcPts val="400"/>
              </a:spcAft>
            </a:pPr>
            <a:r>
              <a:rPr sz="1800" b="0" i="0">
                <a:solidFill>
                  <a:srgbClr val="4E4F51"/>
                </a:solidFill>
                <a:latin typeface="Open Sans"/>
                <a:ea typeface="Noto Sans CJK KR"/>
              </a:rPr>
              <a:t>값 8개 입력</a:t>
            </a:r>
          </a:p>
        </p:txBody>
      </p:sp>
      <p:sp>
        <p:nvSpPr>
          <p:cNvPr id="19" name="TextBox 18"/>
          <p:cNvSpPr txBox="1"/>
          <p:nvPr/>
        </p:nvSpPr>
        <p:spPr>
          <a:xfrm>
            <a:off x="649224" y="4087368"/>
            <a:ext cx="301752" cy="365760"/>
          </a:xfrm>
          <a:prstGeom prst="rect">
            <a:avLst/>
          </a:prstGeom>
          <a:noFill/>
        </p:spPr>
        <p:txBody>
          <a:bodyPr wrap="square" lIns="0" rIns="0" tIns="0" bIns="0" anchor="t">
            <a:spAutoFit/>
          </a:bodyPr>
          <a:lstStyle/>
          <a:p>
            <a:pPr algn="l">
              <a:lnSpc>
                <a:spcPct val="112000"/>
              </a:lnSpc>
              <a:spcBef>
                <a:spcPts val="0"/>
              </a:spcBef>
              <a:spcAft>
                <a:spcPts val="400"/>
              </a:spcAft>
            </a:pPr>
            <a:r>
              <a:rPr sz="1800" b="1" i="0">
                <a:solidFill>
                  <a:srgbClr val="0E88AE"/>
                </a:solidFill>
                <a:latin typeface="Open Sans"/>
                <a:ea typeface="Noto Sans CJK KR"/>
              </a:rPr>
              <a:t>5</a:t>
            </a:r>
          </a:p>
        </p:txBody>
      </p:sp>
      <p:sp>
        <p:nvSpPr>
          <p:cNvPr id="20" name="TextBox 19"/>
          <p:cNvSpPr txBox="1"/>
          <p:nvPr/>
        </p:nvSpPr>
        <p:spPr>
          <a:xfrm>
            <a:off x="1024128" y="4087368"/>
            <a:ext cx="4663440" cy="502920"/>
          </a:xfrm>
          <a:prstGeom prst="rect">
            <a:avLst/>
          </a:prstGeom>
          <a:noFill/>
        </p:spPr>
        <p:txBody>
          <a:bodyPr wrap="square" lIns="0" rIns="0" tIns="0" bIns="0" anchor="t">
            <a:spAutoFit/>
          </a:bodyPr>
          <a:lstStyle/>
          <a:p>
            <a:pPr algn="l">
              <a:lnSpc>
                <a:spcPct val="112000"/>
              </a:lnSpc>
              <a:spcBef>
                <a:spcPts val="0"/>
              </a:spcBef>
              <a:spcAft>
                <a:spcPts val="400"/>
              </a:spcAft>
            </a:pPr>
            <a:r>
              <a:rPr sz="1800" b="0" i="0">
                <a:solidFill>
                  <a:srgbClr val="4E4F51"/>
                </a:solidFill>
                <a:latin typeface="Open Sans"/>
                <a:ea typeface="Noto Sans CJK KR"/>
              </a:rPr>
              <a:t>검증 스텝의 ActionMode를 Verify로 변경</a:t>
            </a:r>
          </a:p>
        </p:txBody>
      </p:sp>
      <p:sp>
        <p:nvSpPr>
          <p:cNvPr id="21" name="TextBox 20"/>
          <p:cNvSpPr txBox="1"/>
          <p:nvPr/>
        </p:nvSpPr>
        <p:spPr>
          <a:xfrm>
            <a:off x="649224" y="4617720"/>
            <a:ext cx="301752" cy="365760"/>
          </a:xfrm>
          <a:prstGeom prst="rect">
            <a:avLst/>
          </a:prstGeom>
          <a:noFill/>
        </p:spPr>
        <p:txBody>
          <a:bodyPr wrap="square" lIns="0" rIns="0" tIns="0" bIns="0" anchor="t">
            <a:spAutoFit/>
          </a:bodyPr>
          <a:lstStyle/>
          <a:p>
            <a:pPr algn="l">
              <a:lnSpc>
                <a:spcPct val="112000"/>
              </a:lnSpc>
              <a:spcBef>
                <a:spcPts val="0"/>
              </a:spcBef>
              <a:spcAft>
                <a:spcPts val="400"/>
              </a:spcAft>
            </a:pPr>
            <a:r>
              <a:rPr sz="1800" b="1" i="0">
                <a:solidFill>
                  <a:srgbClr val="0E88AE"/>
                </a:solidFill>
                <a:latin typeface="Open Sans"/>
                <a:ea typeface="Noto Sans CJK KR"/>
              </a:rPr>
              <a:t>6</a:t>
            </a:r>
          </a:p>
        </p:txBody>
      </p:sp>
      <p:sp>
        <p:nvSpPr>
          <p:cNvPr id="22" name="TextBox 21"/>
          <p:cNvSpPr txBox="1"/>
          <p:nvPr/>
        </p:nvSpPr>
        <p:spPr>
          <a:xfrm>
            <a:off x="1024128" y="4617720"/>
            <a:ext cx="4663440" cy="502920"/>
          </a:xfrm>
          <a:prstGeom prst="rect">
            <a:avLst/>
          </a:prstGeom>
          <a:noFill/>
        </p:spPr>
        <p:txBody>
          <a:bodyPr wrap="square" lIns="0" rIns="0" tIns="0" bIns="0" anchor="t">
            <a:spAutoFit/>
          </a:bodyPr>
          <a:lstStyle/>
          <a:p>
            <a:pPr algn="l">
              <a:lnSpc>
                <a:spcPct val="112000"/>
              </a:lnSpc>
              <a:spcBef>
                <a:spcPts val="0"/>
              </a:spcBef>
              <a:spcAft>
                <a:spcPts val="400"/>
              </a:spcAft>
            </a:pPr>
            <a:r>
              <a:rPr sz="1800" b="0" i="0">
                <a:solidFill>
                  <a:srgbClr val="4E4F51"/>
                </a:solidFill>
                <a:latin typeface="Open Sans"/>
                <a:ea typeface="Noto Sans CJK KR"/>
              </a:rPr>
              <a:t>ScratchBook에서 실행</a:t>
            </a:r>
          </a:p>
        </p:txBody>
      </p:sp>
      <p:sp>
        <p:nvSpPr>
          <p:cNvPr id="23" name="TextBox 22"/>
          <p:cNvSpPr txBox="1"/>
          <p:nvPr/>
        </p:nvSpPr>
        <p:spPr>
          <a:xfrm>
            <a:off x="649224" y="5148071"/>
            <a:ext cx="301752" cy="365760"/>
          </a:xfrm>
          <a:prstGeom prst="rect">
            <a:avLst/>
          </a:prstGeom>
          <a:noFill/>
        </p:spPr>
        <p:txBody>
          <a:bodyPr wrap="square" lIns="0" rIns="0" tIns="0" bIns="0" anchor="t">
            <a:spAutoFit/>
          </a:bodyPr>
          <a:lstStyle/>
          <a:p>
            <a:pPr algn="l">
              <a:lnSpc>
                <a:spcPct val="112000"/>
              </a:lnSpc>
              <a:spcBef>
                <a:spcPts val="0"/>
              </a:spcBef>
              <a:spcAft>
                <a:spcPts val="400"/>
              </a:spcAft>
            </a:pPr>
            <a:r>
              <a:rPr sz="1800" b="1" i="0">
                <a:solidFill>
                  <a:srgbClr val="0E88AE"/>
                </a:solidFill>
                <a:latin typeface="Open Sans"/>
                <a:ea typeface="Noto Sans CJK KR"/>
              </a:rPr>
              <a:t>7</a:t>
            </a:r>
          </a:p>
        </p:txBody>
      </p:sp>
      <p:sp>
        <p:nvSpPr>
          <p:cNvPr id="24" name="TextBox 23"/>
          <p:cNvSpPr txBox="1"/>
          <p:nvPr/>
        </p:nvSpPr>
        <p:spPr>
          <a:xfrm>
            <a:off x="1024128" y="5148071"/>
            <a:ext cx="4663440" cy="502920"/>
          </a:xfrm>
          <a:prstGeom prst="rect">
            <a:avLst/>
          </a:prstGeom>
          <a:noFill/>
        </p:spPr>
        <p:txBody>
          <a:bodyPr wrap="square" lIns="0" rIns="0" tIns="0" bIns="0" anchor="t">
            <a:spAutoFit/>
          </a:bodyPr>
          <a:lstStyle/>
          <a:p>
            <a:pPr algn="l">
              <a:lnSpc>
                <a:spcPct val="112000"/>
              </a:lnSpc>
              <a:spcBef>
                <a:spcPts val="0"/>
              </a:spcBef>
              <a:spcAft>
                <a:spcPts val="400"/>
              </a:spcAft>
            </a:pPr>
            <a:r>
              <a:rPr sz="1800" b="0" i="0">
                <a:solidFill>
                  <a:srgbClr val="4E4F51"/>
                </a:solidFill>
                <a:latin typeface="Open Sans"/>
                <a:ea typeface="Noto Sans CJK KR"/>
              </a:rPr>
              <a:t>결과 확인 후 틀린 곳 수정</a:t>
            </a:r>
          </a:p>
        </p:txBody>
      </p:sp>
      <p:sp>
        <p:nvSpPr>
          <p:cNvPr id="25" name="Rectangle 24"/>
          <p:cNvSpPr/>
          <p:nvPr/>
        </p:nvSpPr>
        <p:spPr>
          <a:xfrm>
            <a:off x="6190488" y="1965960"/>
            <a:ext cx="731520" cy="384048"/>
          </a:xfrm>
          <a:prstGeom prst="rect">
            <a:avLst/>
          </a:prstGeom>
          <a:solidFill>
            <a:srgbClr val="004C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190488" y="1965960"/>
            <a:ext cx="731520" cy="384048"/>
          </a:xfrm>
          <a:prstGeom prst="rect">
            <a:avLst/>
          </a:prstGeom>
          <a:noFill/>
        </p:spPr>
        <p:txBody>
          <a:bodyPr wrap="square" lIns="0" rIns="0" tIns="0" bIns="0" anchor="ctr">
            <a:spAutoFit/>
          </a:bodyPr>
          <a:lstStyle/>
          <a:p>
            <a:pPr algn="ctr">
              <a:lnSpc>
                <a:spcPct val="112000"/>
              </a:lnSpc>
              <a:spcBef>
                <a:spcPts val="0"/>
              </a:spcBef>
              <a:spcAft>
                <a:spcPts val="0"/>
              </a:spcAft>
            </a:pPr>
            <a:r>
              <a:rPr sz="1400" b="1" i="0">
                <a:solidFill>
                  <a:srgbClr val="FFFFFF"/>
                </a:solidFill>
                <a:latin typeface="Open Sans"/>
                <a:ea typeface="Noto Sans CJK KR"/>
              </a:rPr>
              <a:t>사람</a:t>
            </a:r>
          </a:p>
        </p:txBody>
      </p:sp>
      <p:sp>
        <p:nvSpPr>
          <p:cNvPr id="27" name="TextBox 26"/>
          <p:cNvSpPr txBox="1"/>
          <p:nvPr/>
        </p:nvSpPr>
        <p:spPr>
          <a:xfrm>
            <a:off x="7086600" y="1984248"/>
            <a:ext cx="4389120" cy="640080"/>
          </a:xfrm>
          <a:prstGeom prst="rect">
            <a:avLst/>
          </a:prstGeom>
          <a:noFill/>
        </p:spPr>
        <p:txBody>
          <a:bodyPr wrap="square" lIns="0" rIns="0" tIns="0" bIns="0" anchor="t">
            <a:spAutoFit/>
          </a:bodyPr>
          <a:lstStyle/>
          <a:p>
            <a:pPr algn="l">
              <a:lnSpc>
                <a:spcPct val="112000"/>
              </a:lnSpc>
              <a:spcBef>
                <a:spcPts val="0"/>
              </a:spcBef>
              <a:spcAft>
                <a:spcPts val="400"/>
              </a:spcAft>
            </a:pPr>
            <a:r>
              <a:rPr sz="1800" b="1" i="0">
                <a:solidFill>
                  <a:srgbClr val="4E4F51"/>
                </a:solidFill>
                <a:latin typeface="Open Sans"/>
                <a:ea typeface="Noto Sans CJK KR"/>
              </a:rPr>
              <a:t>시나리오와 위치를 문장으로 요청</a:t>
            </a:r>
          </a:p>
        </p:txBody>
      </p:sp>
      <p:sp>
        <p:nvSpPr>
          <p:cNvPr id="28" name="Rectangle 27"/>
          <p:cNvSpPr/>
          <p:nvPr/>
        </p:nvSpPr>
        <p:spPr>
          <a:xfrm>
            <a:off x="6190488" y="2697480"/>
            <a:ext cx="731520" cy="384048"/>
          </a:xfrm>
          <a:prstGeom prst="rect">
            <a:avLst/>
          </a:prstGeom>
          <a:solidFill>
            <a:srgbClr val="0E8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190488" y="2697480"/>
            <a:ext cx="731520" cy="384048"/>
          </a:xfrm>
          <a:prstGeom prst="rect">
            <a:avLst/>
          </a:prstGeom>
          <a:noFill/>
        </p:spPr>
        <p:txBody>
          <a:bodyPr wrap="square" lIns="0" rIns="0" tIns="0" bIns="0" anchor="ctr">
            <a:spAutoFit/>
          </a:bodyPr>
          <a:lstStyle/>
          <a:p>
            <a:pPr algn="ctr">
              <a:lnSpc>
                <a:spcPct val="112000"/>
              </a:lnSpc>
              <a:spcBef>
                <a:spcPts val="0"/>
              </a:spcBef>
              <a:spcAft>
                <a:spcPts val="0"/>
              </a:spcAft>
            </a:pPr>
            <a:r>
              <a:rPr sz="1400" b="1" i="0">
                <a:solidFill>
                  <a:srgbClr val="FFFFFF"/>
                </a:solidFill>
                <a:latin typeface="Open Sans"/>
                <a:ea typeface="Noto Sans CJK KR"/>
              </a:rPr>
              <a:t>AI</a:t>
            </a:r>
          </a:p>
        </p:txBody>
      </p:sp>
      <p:sp>
        <p:nvSpPr>
          <p:cNvPr id="30" name="TextBox 29"/>
          <p:cNvSpPr txBox="1"/>
          <p:nvPr/>
        </p:nvSpPr>
        <p:spPr>
          <a:xfrm>
            <a:off x="7086600" y="2715768"/>
            <a:ext cx="4389120" cy="640080"/>
          </a:xfrm>
          <a:prstGeom prst="rect">
            <a:avLst/>
          </a:prstGeom>
          <a:noFill/>
        </p:spPr>
        <p:txBody>
          <a:bodyPr wrap="square" lIns="0" rIns="0" tIns="0" bIns="0" anchor="t">
            <a:spAutoFit/>
          </a:bodyPr>
          <a:lstStyle/>
          <a:p>
            <a:pPr algn="l">
              <a:lnSpc>
                <a:spcPct val="112000"/>
              </a:lnSpc>
              <a:spcBef>
                <a:spcPts val="0"/>
              </a:spcBef>
              <a:spcAft>
                <a:spcPts val="400"/>
              </a:spcAft>
            </a:pPr>
            <a:r>
              <a:rPr sz="1800" b="0" i="0">
                <a:solidFill>
                  <a:srgbClr val="4E4F51"/>
                </a:solidFill>
                <a:latin typeface="Open Sans"/>
                <a:ea typeface="Noto Sans CJK KR"/>
              </a:rPr>
              <a:t>모듈을 찾아 스텝 계획을 보여줌</a:t>
            </a:r>
          </a:p>
        </p:txBody>
      </p:sp>
      <p:sp>
        <p:nvSpPr>
          <p:cNvPr id="31" name="Rectangle 30"/>
          <p:cNvSpPr/>
          <p:nvPr/>
        </p:nvSpPr>
        <p:spPr>
          <a:xfrm>
            <a:off x="6190488" y="3429000"/>
            <a:ext cx="731520" cy="384048"/>
          </a:xfrm>
          <a:prstGeom prst="rect">
            <a:avLst/>
          </a:prstGeom>
          <a:solidFill>
            <a:srgbClr val="004C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190488" y="3429000"/>
            <a:ext cx="731520" cy="384048"/>
          </a:xfrm>
          <a:prstGeom prst="rect">
            <a:avLst/>
          </a:prstGeom>
          <a:noFill/>
        </p:spPr>
        <p:txBody>
          <a:bodyPr wrap="square" lIns="0" rIns="0" tIns="0" bIns="0" anchor="ctr">
            <a:spAutoFit/>
          </a:bodyPr>
          <a:lstStyle/>
          <a:p>
            <a:pPr algn="ctr">
              <a:lnSpc>
                <a:spcPct val="112000"/>
              </a:lnSpc>
              <a:spcBef>
                <a:spcPts val="0"/>
              </a:spcBef>
              <a:spcAft>
                <a:spcPts val="0"/>
              </a:spcAft>
            </a:pPr>
            <a:r>
              <a:rPr sz="1400" b="1" i="0">
                <a:solidFill>
                  <a:srgbClr val="FFFFFF"/>
                </a:solidFill>
                <a:latin typeface="Open Sans"/>
                <a:ea typeface="Noto Sans CJK KR"/>
              </a:rPr>
              <a:t>사람</a:t>
            </a:r>
          </a:p>
        </p:txBody>
      </p:sp>
      <p:sp>
        <p:nvSpPr>
          <p:cNvPr id="33" name="TextBox 32"/>
          <p:cNvSpPr txBox="1"/>
          <p:nvPr/>
        </p:nvSpPr>
        <p:spPr>
          <a:xfrm>
            <a:off x="7086600" y="3447288"/>
            <a:ext cx="4389120" cy="640080"/>
          </a:xfrm>
          <a:prstGeom prst="rect">
            <a:avLst/>
          </a:prstGeom>
          <a:noFill/>
        </p:spPr>
        <p:txBody>
          <a:bodyPr wrap="square" lIns="0" rIns="0" tIns="0" bIns="0" anchor="t">
            <a:spAutoFit/>
          </a:bodyPr>
          <a:lstStyle/>
          <a:p>
            <a:pPr algn="l">
              <a:lnSpc>
                <a:spcPct val="112000"/>
              </a:lnSpc>
              <a:spcBef>
                <a:spcPts val="0"/>
              </a:spcBef>
              <a:spcAft>
                <a:spcPts val="400"/>
              </a:spcAft>
            </a:pPr>
            <a:r>
              <a:rPr sz="1800" b="1" i="0">
                <a:solidFill>
                  <a:srgbClr val="4E4F51"/>
                </a:solidFill>
                <a:latin typeface="Open Sans"/>
                <a:ea typeface="Noto Sans CJK KR"/>
              </a:rPr>
              <a:t>계획 확인 후 승인</a:t>
            </a:r>
          </a:p>
        </p:txBody>
      </p:sp>
      <p:sp>
        <p:nvSpPr>
          <p:cNvPr id="34" name="Rectangle 33"/>
          <p:cNvSpPr/>
          <p:nvPr/>
        </p:nvSpPr>
        <p:spPr>
          <a:xfrm>
            <a:off x="6190488" y="4160520"/>
            <a:ext cx="731520" cy="384048"/>
          </a:xfrm>
          <a:prstGeom prst="rect">
            <a:avLst/>
          </a:prstGeom>
          <a:solidFill>
            <a:srgbClr val="0E8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190488" y="4160520"/>
            <a:ext cx="731520" cy="384048"/>
          </a:xfrm>
          <a:prstGeom prst="rect">
            <a:avLst/>
          </a:prstGeom>
          <a:noFill/>
        </p:spPr>
        <p:txBody>
          <a:bodyPr wrap="square" lIns="0" rIns="0" tIns="0" bIns="0" anchor="ctr">
            <a:spAutoFit/>
          </a:bodyPr>
          <a:lstStyle/>
          <a:p>
            <a:pPr algn="ctr">
              <a:lnSpc>
                <a:spcPct val="112000"/>
              </a:lnSpc>
              <a:spcBef>
                <a:spcPts val="0"/>
              </a:spcBef>
              <a:spcAft>
                <a:spcPts val="0"/>
              </a:spcAft>
            </a:pPr>
            <a:r>
              <a:rPr sz="1400" b="1" i="0">
                <a:solidFill>
                  <a:srgbClr val="FFFFFF"/>
                </a:solidFill>
                <a:latin typeface="Open Sans"/>
                <a:ea typeface="Noto Sans CJK KR"/>
              </a:rPr>
              <a:t>AI</a:t>
            </a:r>
          </a:p>
        </p:txBody>
      </p:sp>
      <p:sp>
        <p:nvSpPr>
          <p:cNvPr id="36" name="TextBox 35"/>
          <p:cNvSpPr txBox="1"/>
          <p:nvPr/>
        </p:nvSpPr>
        <p:spPr>
          <a:xfrm>
            <a:off x="7086600" y="4178808"/>
            <a:ext cx="4389120" cy="640080"/>
          </a:xfrm>
          <a:prstGeom prst="rect">
            <a:avLst/>
          </a:prstGeom>
          <a:noFill/>
        </p:spPr>
        <p:txBody>
          <a:bodyPr wrap="square" lIns="0" rIns="0" tIns="0" bIns="0" anchor="t">
            <a:spAutoFit/>
          </a:bodyPr>
          <a:lstStyle/>
          <a:p>
            <a:pPr algn="l">
              <a:lnSpc>
                <a:spcPct val="112000"/>
              </a:lnSpc>
              <a:spcBef>
                <a:spcPts val="0"/>
              </a:spcBef>
              <a:spcAft>
                <a:spcPts val="400"/>
              </a:spcAft>
            </a:pPr>
            <a:r>
              <a:rPr sz="1800" b="0" i="0">
                <a:solidFill>
                  <a:srgbClr val="4E4F51"/>
                </a:solidFill>
                <a:latin typeface="Open Sans"/>
                <a:ea typeface="Noto Sans CJK KR"/>
              </a:rPr>
              <a:t>생성, 검증 실행, 결과 보고</a:t>
            </a:r>
          </a:p>
        </p:txBody>
      </p:sp>
      <p:sp>
        <p:nvSpPr>
          <p:cNvPr id="37" name="Rectangle 36"/>
          <p:cNvSpPr/>
          <p:nvPr/>
        </p:nvSpPr>
        <p:spPr>
          <a:xfrm>
            <a:off x="6190488" y="4892040"/>
            <a:ext cx="731520" cy="384048"/>
          </a:xfrm>
          <a:prstGeom prst="rect">
            <a:avLst/>
          </a:prstGeom>
          <a:solidFill>
            <a:srgbClr val="004C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6190488" y="4892040"/>
            <a:ext cx="731520" cy="384048"/>
          </a:xfrm>
          <a:prstGeom prst="rect">
            <a:avLst/>
          </a:prstGeom>
          <a:noFill/>
        </p:spPr>
        <p:txBody>
          <a:bodyPr wrap="square" lIns="0" rIns="0" tIns="0" bIns="0" anchor="ctr">
            <a:spAutoFit/>
          </a:bodyPr>
          <a:lstStyle/>
          <a:p>
            <a:pPr algn="ctr">
              <a:lnSpc>
                <a:spcPct val="112000"/>
              </a:lnSpc>
              <a:spcBef>
                <a:spcPts val="0"/>
              </a:spcBef>
              <a:spcAft>
                <a:spcPts val="0"/>
              </a:spcAft>
            </a:pPr>
            <a:r>
              <a:rPr sz="1400" b="1" i="0">
                <a:solidFill>
                  <a:srgbClr val="FFFFFF"/>
                </a:solidFill>
                <a:latin typeface="Open Sans"/>
                <a:ea typeface="Noto Sans CJK KR"/>
              </a:rPr>
              <a:t>사람</a:t>
            </a:r>
          </a:p>
        </p:txBody>
      </p:sp>
      <p:sp>
        <p:nvSpPr>
          <p:cNvPr id="39" name="TextBox 38"/>
          <p:cNvSpPr txBox="1"/>
          <p:nvPr/>
        </p:nvSpPr>
        <p:spPr>
          <a:xfrm>
            <a:off x="7086600" y="4910327"/>
            <a:ext cx="4389120" cy="640080"/>
          </a:xfrm>
          <a:prstGeom prst="rect">
            <a:avLst/>
          </a:prstGeom>
          <a:noFill/>
        </p:spPr>
        <p:txBody>
          <a:bodyPr wrap="square" lIns="0" rIns="0" tIns="0" bIns="0" anchor="t">
            <a:spAutoFit/>
          </a:bodyPr>
          <a:lstStyle/>
          <a:p>
            <a:pPr algn="l">
              <a:lnSpc>
                <a:spcPct val="112000"/>
              </a:lnSpc>
              <a:spcBef>
                <a:spcPts val="0"/>
              </a:spcBef>
              <a:spcAft>
                <a:spcPts val="400"/>
              </a:spcAft>
            </a:pPr>
            <a:r>
              <a:rPr sz="1800" b="1" i="0">
                <a:solidFill>
                  <a:srgbClr val="4E4F51"/>
                </a:solidFill>
                <a:latin typeface="Open Sans"/>
                <a:ea typeface="Noto Sans CJK KR"/>
              </a:rPr>
              <a:t>Commander에서 결과 검토</a:t>
            </a:r>
          </a:p>
        </p:txBody>
      </p:sp>
      <p:sp>
        <p:nvSpPr>
          <p:cNvPr id="40" name="TextBox 39"/>
          <p:cNvSpPr txBox="1"/>
          <p:nvPr/>
        </p:nvSpPr>
        <p:spPr>
          <a:xfrm>
            <a:off x="649224" y="5925312"/>
            <a:ext cx="10881360" cy="420624"/>
          </a:xfrm>
          <a:prstGeom prst="rect">
            <a:avLst/>
          </a:prstGeom>
          <a:noFill/>
        </p:spPr>
        <p:txBody>
          <a:bodyPr wrap="square" lIns="0" rIns="0" tIns="0" bIns="0" anchor="t">
            <a:spAutoFit/>
          </a:bodyPr>
          <a:lstStyle/>
          <a:p>
            <a:pPr algn="l">
              <a:lnSpc>
                <a:spcPct val="112000"/>
              </a:lnSpc>
              <a:spcBef>
                <a:spcPts val="0"/>
              </a:spcBef>
              <a:spcAft>
                <a:spcPts val="400"/>
              </a:spcAft>
            </a:pPr>
            <a:r>
              <a:rPr sz="1250" b="0" i="0">
                <a:solidFill>
                  <a:srgbClr val="4E4F51"/>
                </a:solidFill>
                <a:latin typeface="Open Sans"/>
                <a:ea typeface="Noto Sans CJK KR"/>
              </a:rPr>
              <a:t>클릭은 AI에게 맡기고, 확인은 사람이 직접 합니다.</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100" b="0" i="0">
                <a:solidFill>
                  <a:srgbClr val="004C97"/>
                </a:solidFill>
                <a:latin typeface="Open Sans"/>
                <a:ea typeface="Noto Sans CJK KR"/>
              </a:rPr>
              <a:t>도구 32개, 여섯 묶음</a:t>
            </a:r>
          </a:p>
        </p:txBody>
      </p:sp>
      <p:sp>
        <p:nvSpPr>
          <p:cNvPr id="3" name="TextBox 2"/>
          <p:cNvSpPr txBox="1"/>
          <p:nvPr/>
        </p:nvSpPr>
        <p:spPr>
          <a:xfrm>
            <a:off x="1828800" y="6510528"/>
            <a:ext cx="8046720" cy="210312"/>
          </a:xfrm>
          <a:prstGeom prst="rect">
            <a:avLst/>
          </a:prstGeom>
          <a:noFill/>
        </p:spPr>
        <p:txBody>
          <a:bodyPr wrap="square" lIns="0" rIns="0" tIns="0" bIns="0" anchor="t">
            <a:spAutoFit/>
          </a:bodyPr>
          <a:lstStyle/>
          <a:p>
            <a:pPr algn="l">
              <a:lnSpc>
                <a:spcPct val="112000"/>
              </a:lnSpc>
              <a:spcBef>
                <a:spcPts val="0"/>
              </a:spcBef>
              <a:spcAft>
                <a:spcPts val="0"/>
              </a:spcAft>
            </a:pPr>
            <a:r>
              <a:rPr sz="1000" b="0" i="0">
                <a:solidFill>
                  <a:srgbClr val="FFFFFF"/>
                </a:solidFill>
                <a:latin typeface="Open Sans"/>
                <a:ea typeface="Noto Sans CJK KR"/>
              </a:rPr>
              <a:t>Tosca Commander MCP 입문  |  AI 어시스턴트 실습</a:t>
            </a:r>
          </a:p>
        </p:txBody>
      </p:sp>
      <p:sp>
        <p:nvSpPr>
          <p:cNvPr id="4" name="TextBox 3"/>
          <p:cNvSpPr txBox="1"/>
          <p:nvPr/>
        </p:nvSpPr>
        <p:spPr>
          <a:xfrm>
            <a:off x="11503152" y="6510528"/>
            <a:ext cx="292608" cy="228600"/>
          </a:xfrm>
          <a:prstGeom prst="rect">
            <a:avLst/>
          </a:prstGeom>
          <a:noFill/>
        </p:spPr>
        <p:txBody>
          <a:bodyPr wrap="none" lIns="0" rIns="0" tIns="0" bIns="0">
            <a:spAutoFit/>
          </a:bodyPr>
          <a:lstStyle/>
          <a:p>
            <a:pPr algn="l"/>
            <a:fld id="{5C7A3F71-3D8E-4C1B-9A44-2E5B7D0F6A11}" type="slidenum">
              <a:rPr lang="ko-KR" sz="1100">
                <a:solidFill>
                  <a:srgbClr val="FFFFFF"/>
                </a:solidFill>
                <a:latin typeface="Open Sans"/>
                <a:ea typeface="Noto Sans CJK KR"/>
              </a:rPr>
              <a:t>12</a:t>
            </a:fld>
          </a:p>
        </p:txBody>
      </p:sp>
      <p:graphicFrame>
        <p:nvGraphicFramePr>
          <p:cNvPr id="5" name="Table 4"/>
          <p:cNvGraphicFramePr>
            <a:graphicFrameLocks noGrp="1"/>
          </p:cNvGraphicFramePr>
          <p:nvPr/>
        </p:nvGraphicFramePr>
        <p:xfrm>
          <a:off x="649224" y="1298448"/>
          <a:ext cx="10881359" cy="4569252"/>
        </p:xfrm>
        <a:graphic>
          <a:graphicData uri="http://schemas.openxmlformats.org/drawingml/2006/table">
            <a:tbl>
              <a:tblPr firstRow="1" bandRow="1">
                <a:tableStyleId>{5C22544A-7EE6-4342-B048-85BDC9FD1C3A}</a:tableStyleId>
              </a:tblPr>
              <a:tblGrid>
                <a:gridCol w="1874519"/>
                <a:gridCol w="868680"/>
                <a:gridCol w="4480560"/>
                <a:gridCol w="3657600"/>
              </a:tblGrid>
              <a:tr h="457200">
                <a:tc>
                  <a:txBody>
                    <a:bodyPr wrap="square"/>
                    <a:lstStyle/>
                    <a:p>
                      <a:pPr>
                        <a:lnSpc>
                          <a:spcPct val="106000"/>
                        </a:lnSpc>
                        <a:spcAft>
                          <a:spcPts val="0"/>
                        </a:spcAft>
                      </a:pPr>
                      <a:r>
                        <a:rPr sz="1600" b="1" i="0">
                          <a:solidFill>
                            <a:srgbClr val="FFFFFF"/>
                          </a:solidFill>
                          <a:latin typeface="Open Sans"/>
                          <a:ea typeface="Noto Sans CJK KR"/>
                        </a:rPr>
                        <a:t>묶음</a:t>
                      </a:r>
                    </a:p>
                  </a:txBody>
                  <a:tcPr marL="109728" marR="91440" marT="54864" marB="45720" anchor="ctr">
                    <a:solidFill>
                      <a:srgbClr val="004C97"/>
                    </a:solidFill>
                  </a:tcPr>
                </a:tc>
                <a:tc>
                  <a:txBody>
                    <a:bodyPr wrap="square"/>
                    <a:lstStyle/>
                    <a:p>
                      <a:pPr>
                        <a:lnSpc>
                          <a:spcPct val="106000"/>
                        </a:lnSpc>
                        <a:spcAft>
                          <a:spcPts val="0"/>
                        </a:spcAft>
                      </a:pPr>
                      <a:r>
                        <a:rPr sz="1600" b="1" i="0">
                          <a:solidFill>
                            <a:srgbClr val="FFFFFF"/>
                          </a:solidFill>
                          <a:latin typeface="Open Sans"/>
                          <a:ea typeface="Noto Sans CJK KR"/>
                        </a:rPr>
                        <a:t>개수</a:t>
                      </a:r>
                    </a:p>
                  </a:txBody>
                  <a:tcPr marL="109728" marR="91440" marT="54864" marB="45720" anchor="ctr">
                    <a:solidFill>
                      <a:srgbClr val="004C97"/>
                    </a:solidFill>
                  </a:tcPr>
                </a:tc>
                <a:tc>
                  <a:txBody>
                    <a:bodyPr wrap="square"/>
                    <a:lstStyle/>
                    <a:p>
                      <a:pPr>
                        <a:lnSpc>
                          <a:spcPct val="106000"/>
                        </a:lnSpc>
                        <a:spcAft>
                          <a:spcPts val="0"/>
                        </a:spcAft>
                      </a:pPr>
                      <a:r>
                        <a:rPr sz="1600" b="1" i="0">
                          <a:solidFill>
                            <a:srgbClr val="FFFFFF"/>
                          </a:solidFill>
                          <a:latin typeface="Open Sans"/>
                          <a:ea typeface="Noto Sans CJK KR"/>
                        </a:rPr>
                        <a:t>하는 일</a:t>
                      </a:r>
                    </a:p>
                  </a:txBody>
                  <a:tcPr marL="109728" marR="91440" marT="54864" marB="45720" anchor="ctr">
                    <a:solidFill>
                      <a:srgbClr val="004C97"/>
                    </a:solidFill>
                  </a:tcPr>
                </a:tc>
                <a:tc>
                  <a:txBody>
                    <a:bodyPr wrap="square"/>
                    <a:lstStyle/>
                    <a:p>
                      <a:pPr>
                        <a:lnSpc>
                          <a:spcPct val="106000"/>
                        </a:lnSpc>
                        <a:spcAft>
                          <a:spcPts val="0"/>
                        </a:spcAft>
                      </a:pPr>
                      <a:r>
                        <a:rPr sz="1600" b="1" i="0">
                          <a:solidFill>
                            <a:srgbClr val="FFFFFF"/>
                          </a:solidFill>
                          <a:latin typeface="Open Sans"/>
                          <a:ea typeface="Noto Sans CJK KR"/>
                        </a:rPr>
                        <a:t>대표 도구</a:t>
                      </a:r>
                    </a:p>
                  </a:txBody>
                  <a:tcPr marL="109728" marR="91440" marT="54864" marB="45720" anchor="ctr">
                    <a:solidFill>
                      <a:srgbClr val="004C97"/>
                    </a:solidFill>
                  </a:tcPr>
                </a:tc>
              </a:tr>
              <a:tr h="685342">
                <a:tc>
                  <a:txBody>
                    <a:bodyPr wrap="square"/>
                    <a:lstStyle/>
                    <a:p>
                      <a:pPr>
                        <a:lnSpc>
                          <a:spcPct val="106000"/>
                        </a:lnSpc>
                        <a:spcAft>
                          <a:spcPts val="0"/>
                        </a:spcAft>
                      </a:pPr>
                      <a:r>
                        <a:rPr sz="1500" b="1" i="0">
                          <a:solidFill>
                            <a:srgbClr val="4E4F51"/>
                          </a:solidFill>
                          <a:latin typeface="Open Sans"/>
                          <a:ea typeface="Noto Sans CJK KR"/>
                        </a:rPr>
                        <a:t>조회</a:t>
                      </a:r>
                    </a:p>
                  </a:txBody>
                  <a:tcPr marL="109728" marR="91440" marT="54864" marB="45720" anchor="ctr">
                    <a:solidFill>
                      <a:srgbClr val="F1F5F9"/>
                    </a:solidFill>
                  </a:tcPr>
                </a:tc>
                <a:tc>
                  <a:txBody>
                    <a:bodyPr wrap="square"/>
                    <a:lstStyle/>
                    <a:p>
                      <a:pPr>
                        <a:lnSpc>
                          <a:spcPct val="106000"/>
                        </a:lnSpc>
                        <a:spcAft>
                          <a:spcPts val="0"/>
                        </a:spcAft>
                      </a:pPr>
                      <a:r>
                        <a:rPr sz="1500" b="0" i="0">
                          <a:solidFill>
                            <a:srgbClr val="4E4F51"/>
                          </a:solidFill>
                          <a:latin typeface="Open Sans"/>
                          <a:ea typeface="Noto Sans CJK KR"/>
                        </a:rPr>
                        <a:t>6개</a:t>
                      </a:r>
                    </a:p>
                  </a:txBody>
                  <a:tcPr marL="109728" marR="91440" marT="54864" marB="45720" anchor="ctr">
                    <a:solidFill>
                      <a:srgbClr val="F1F5F9"/>
                    </a:solidFill>
                  </a:tcPr>
                </a:tc>
                <a:tc>
                  <a:txBody>
                    <a:bodyPr wrap="square"/>
                    <a:lstStyle/>
                    <a:p>
                      <a:pPr>
                        <a:lnSpc>
                          <a:spcPct val="106000"/>
                        </a:lnSpc>
                        <a:spcAft>
                          <a:spcPts val="0"/>
                        </a:spcAft>
                      </a:pPr>
                      <a:r>
                        <a:rPr sz="1500" b="0" i="0">
                          <a:solidFill>
                            <a:srgbClr val="4E4F51"/>
                          </a:solidFill>
                          <a:latin typeface="Open Sans"/>
                          <a:ea typeface="Noto Sans CJK KR"/>
                        </a:rPr>
                        <a:t>워크스페이스 구조, 객체, 속성을 읽습니다</a:t>
                      </a:r>
                    </a:p>
                  </a:txBody>
                  <a:tcPr marL="109728" marR="91440" marT="54864" marB="45720" anchor="ctr">
                    <a:solidFill>
                      <a:srgbClr val="F1F5F9"/>
                    </a:solidFill>
                  </a:tcPr>
                </a:tc>
                <a:tc>
                  <a:txBody>
                    <a:bodyPr wrap="square"/>
                    <a:lstStyle/>
                    <a:p>
                      <a:pPr>
                        <a:lnSpc>
                          <a:spcPct val="106000"/>
                        </a:lnSpc>
                        <a:spcAft>
                          <a:spcPts val="0"/>
                        </a:spcAft>
                      </a:pPr>
                      <a:r>
                        <a:rPr sz="1500" b="0" i="0">
                          <a:solidFill>
                            <a:srgbClr val="4E4F51"/>
                          </a:solidFill>
                          <a:latin typeface="Consolas"/>
                          <a:ea typeface="Noto Sans CJK KR"/>
                        </a:rPr>
                        <a:t>get_workspace_info</a:t>
                      </a:r>
                    </a:p>
                    <a:p>
                      <a:pPr>
                        <a:lnSpc>
                          <a:spcPct val="106000"/>
                        </a:lnSpc>
                        <a:spcAft>
                          <a:spcPts val="0"/>
                        </a:spcAft>
                      </a:pPr>
                      <a:r>
                        <a:rPr sz="1500" b="0" i="0">
                          <a:solidFill>
                            <a:srgbClr val="4E4F51"/>
                          </a:solidFill>
                          <a:latin typeface="Consolas"/>
                          <a:ea typeface="Noto Sans CJK KR"/>
                        </a:rPr>
                        <a:t>list_assets</a:t>
                      </a:r>
                    </a:p>
                  </a:txBody>
                  <a:tcPr marL="109728" marR="91440" marT="54864" marB="45720" anchor="ctr">
                    <a:solidFill>
                      <a:srgbClr val="F1F5F9"/>
                    </a:solidFill>
                  </a:tcPr>
                </a:tc>
              </a:tr>
              <a:tr h="685342">
                <a:tc>
                  <a:txBody>
                    <a:bodyPr wrap="square"/>
                    <a:lstStyle/>
                    <a:p>
                      <a:pPr>
                        <a:lnSpc>
                          <a:spcPct val="106000"/>
                        </a:lnSpc>
                        <a:spcAft>
                          <a:spcPts val="0"/>
                        </a:spcAft>
                      </a:pPr>
                      <a:r>
                        <a:rPr sz="1500" b="1" i="0">
                          <a:solidFill>
                            <a:srgbClr val="4E4F51"/>
                          </a:solidFill>
                          <a:latin typeface="Open Sans"/>
                          <a:ea typeface="Noto Sans CJK KR"/>
                        </a:rPr>
                        <a:t>편집</a:t>
                      </a:r>
                    </a:p>
                  </a:txBody>
                  <a:tcPr marL="109728" marR="91440" marT="54864" marB="45720" anchor="ctr">
                    <a:solidFill>
                      <a:srgbClr val="FFFFFF"/>
                    </a:solidFill>
                  </a:tcPr>
                </a:tc>
                <a:tc>
                  <a:txBody>
                    <a:bodyPr wrap="square"/>
                    <a:lstStyle/>
                    <a:p>
                      <a:pPr>
                        <a:lnSpc>
                          <a:spcPct val="106000"/>
                        </a:lnSpc>
                        <a:spcAft>
                          <a:spcPts val="0"/>
                        </a:spcAft>
                      </a:pPr>
                      <a:r>
                        <a:rPr sz="1500" b="0" i="0">
                          <a:solidFill>
                            <a:srgbClr val="4E4F51"/>
                          </a:solidFill>
                          <a:latin typeface="Open Sans"/>
                          <a:ea typeface="Noto Sans CJK KR"/>
                        </a:rPr>
                        <a:t>5개</a:t>
                      </a:r>
                    </a:p>
                  </a:txBody>
                  <a:tcPr marL="109728" marR="91440" marT="54864" marB="45720" anchor="ctr">
                    <a:solidFill>
                      <a:srgbClr val="FFFFFF"/>
                    </a:solidFill>
                  </a:tcPr>
                </a:tc>
                <a:tc>
                  <a:txBody>
                    <a:bodyPr wrap="square"/>
                    <a:lstStyle/>
                    <a:p>
                      <a:pPr>
                        <a:lnSpc>
                          <a:spcPct val="106000"/>
                        </a:lnSpc>
                        <a:spcAft>
                          <a:spcPts val="0"/>
                        </a:spcAft>
                      </a:pPr>
                      <a:r>
                        <a:rPr sz="1500" b="0" i="0">
                          <a:solidFill>
                            <a:srgbClr val="4E4F51"/>
                          </a:solidFill>
                          <a:latin typeface="Open Sans"/>
                          <a:ea typeface="Noto Sans CJK KR"/>
                        </a:rPr>
                        <a:t>속성 값과 설정을 바꾸고 객체를 정리합니다</a:t>
                      </a:r>
                    </a:p>
                  </a:txBody>
                  <a:tcPr marL="109728" marR="91440" marT="54864" marB="45720" anchor="ctr">
                    <a:solidFill>
                      <a:srgbClr val="FFFFFF"/>
                    </a:solidFill>
                  </a:tcPr>
                </a:tc>
                <a:tc>
                  <a:txBody>
                    <a:bodyPr wrap="square"/>
                    <a:lstStyle/>
                    <a:p>
                      <a:pPr>
                        <a:lnSpc>
                          <a:spcPct val="106000"/>
                        </a:lnSpc>
                        <a:spcAft>
                          <a:spcPts val="0"/>
                        </a:spcAft>
                      </a:pPr>
                      <a:r>
                        <a:rPr sz="1500" b="0" i="0">
                          <a:solidFill>
                            <a:srgbClr val="4E4F51"/>
                          </a:solidFill>
                          <a:latin typeface="Consolas"/>
                          <a:ea typeface="Noto Sans CJK KR"/>
                        </a:rPr>
                        <a:t>set_attribute</a:t>
                      </a:r>
                    </a:p>
                    <a:p>
                      <a:pPr>
                        <a:lnSpc>
                          <a:spcPct val="106000"/>
                        </a:lnSpc>
                        <a:spcAft>
                          <a:spcPts val="0"/>
                        </a:spcAft>
                      </a:pPr>
                      <a:r>
                        <a:rPr sz="1500" b="0" i="0">
                          <a:solidFill>
                            <a:srgbClr val="4E4F51"/>
                          </a:solidFill>
                          <a:latin typeface="Consolas"/>
                          <a:ea typeface="Noto Sans CJK KR"/>
                        </a:rPr>
                        <a:t>delete_objects</a:t>
                      </a:r>
                    </a:p>
                  </a:txBody>
                  <a:tcPr marL="109728" marR="91440" marT="54864" marB="45720" anchor="ctr">
                    <a:solidFill>
                      <a:srgbClr val="FFFFFF"/>
                    </a:solidFill>
                  </a:tcPr>
                </a:tc>
              </a:tr>
              <a:tr h="685342">
                <a:tc>
                  <a:txBody>
                    <a:bodyPr wrap="square"/>
                    <a:lstStyle/>
                    <a:p>
                      <a:pPr>
                        <a:lnSpc>
                          <a:spcPct val="106000"/>
                        </a:lnSpc>
                        <a:spcAft>
                          <a:spcPts val="0"/>
                        </a:spcAft>
                      </a:pPr>
                      <a:r>
                        <a:rPr sz="1500" b="1" i="0">
                          <a:solidFill>
                            <a:srgbClr val="4E4F51"/>
                          </a:solidFill>
                          <a:latin typeface="Open Sans"/>
                          <a:ea typeface="Noto Sans CJK KR"/>
                        </a:rPr>
                        <a:t>작성·작업</a:t>
                      </a:r>
                    </a:p>
                  </a:txBody>
                  <a:tcPr marL="109728" marR="91440" marT="54864" marB="45720" anchor="ctr">
                    <a:solidFill>
                      <a:srgbClr val="F1F5F9"/>
                    </a:solidFill>
                  </a:tcPr>
                </a:tc>
                <a:tc>
                  <a:txBody>
                    <a:bodyPr wrap="square"/>
                    <a:lstStyle/>
                    <a:p>
                      <a:pPr>
                        <a:lnSpc>
                          <a:spcPct val="106000"/>
                        </a:lnSpc>
                        <a:spcAft>
                          <a:spcPts val="0"/>
                        </a:spcAft>
                      </a:pPr>
                      <a:r>
                        <a:rPr sz="1500" b="0" i="0">
                          <a:solidFill>
                            <a:srgbClr val="4E4F51"/>
                          </a:solidFill>
                          <a:latin typeface="Open Sans"/>
                          <a:ea typeface="Noto Sans CJK KR"/>
                        </a:rPr>
                        <a:t>5개</a:t>
                      </a:r>
                    </a:p>
                  </a:txBody>
                  <a:tcPr marL="109728" marR="91440" marT="54864" marB="45720" anchor="ctr">
                    <a:solidFill>
                      <a:srgbClr val="F1F5F9"/>
                    </a:solidFill>
                  </a:tcPr>
                </a:tc>
                <a:tc>
                  <a:txBody>
                    <a:bodyPr wrap="square"/>
                    <a:lstStyle/>
                    <a:p>
                      <a:pPr>
                        <a:lnSpc>
                          <a:spcPct val="106000"/>
                        </a:lnSpc>
                        <a:spcAft>
                          <a:spcPts val="0"/>
                        </a:spcAft>
                      </a:pPr>
                      <a:r>
                        <a:rPr sz="1500" b="0" i="0">
                          <a:solidFill>
                            <a:srgbClr val="4E4F51"/>
                          </a:solidFill>
                          <a:latin typeface="Open Sans"/>
                          <a:ea typeface="Noto Sans CJK KR"/>
                        </a:rPr>
                        <a:t>테스트케이스를 만들고 메뉴 작업을 실행합니다</a:t>
                      </a:r>
                    </a:p>
                  </a:txBody>
                  <a:tcPr marL="109728" marR="91440" marT="54864" marB="45720" anchor="ctr">
                    <a:solidFill>
                      <a:srgbClr val="F1F5F9"/>
                    </a:solidFill>
                  </a:tcPr>
                </a:tc>
                <a:tc>
                  <a:txBody>
                    <a:bodyPr wrap="square"/>
                    <a:lstStyle/>
                    <a:p>
                      <a:pPr>
                        <a:lnSpc>
                          <a:spcPct val="106000"/>
                        </a:lnSpc>
                        <a:spcAft>
                          <a:spcPts val="0"/>
                        </a:spcAft>
                      </a:pPr>
                      <a:r>
                        <a:rPr sz="1500" b="0" i="0">
                          <a:solidFill>
                            <a:srgbClr val="4E4F51"/>
                          </a:solidFill>
                          <a:latin typeface="Consolas"/>
                          <a:ea typeface="Noto Sans CJK KR"/>
                        </a:rPr>
                        <a:t>create_test_cases</a:t>
                      </a:r>
                    </a:p>
                    <a:p>
                      <a:pPr>
                        <a:lnSpc>
                          <a:spcPct val="106000"/>
                        </a:lnSpc>
                        <a:spcAft>
                          <a:spcPts val="0"/>
                        </a:spcAft>
                      </a:pPr>
                      <a:r>
                        <a:rPr sz="1500" b="0" i="0">
                          <a:solidFill>
                            <a:srgbClr val="4E4F51"/>
                          </a:solidFill>
                          <a:latin typeface="Consolas"/>
                          <a:ea typeface="Noto Sans CJK KR"/>
                        </a:rPr>
                        <a:t>execute_task</a:t>
                      </a:r>
                    </a:p>
                  </a:txBody>
                  <a:tcPr marL="109728" marR="91440" marT="54864" marB="45720" anchor="ctr">
                    <a:solidFill>
                      <a:srgbClr val="F1F5F9"/>
                    </a:solidFill>
                  </a:tcPr>
                </a:tc>
              </a:tr>
              <a:tr h="685342">
                <a:tc>
                  <a:txBody>
                    <a:bodyPr wrap="square"/>
                    <a:lstStyle/>
                    <a:p>
                      <a:pPr>
                        <a:lnSpc>
                          <a:spcPct val="106000"/>
                        </a:lnSpc>
                        <a:spcAft>
                          <a:spcPts val="0"/>
                        </a:spcAft>
                      </a:pPr>
                      <a:r>
                        <a:rPr sz="1500" b="1" i="0">
                          <a:solidFill>
                            <a:srgbClr val="4E4F51"/>
                          </a:solidFill>
                          <a:latin typeface="Open Sans"/>
                          <a:ea typeface="Noto Sans CJK KR"/>
                        </a:rPr>
                        <a:t>실행·저장</a:t>
                      </a:r>
                    </a:p>
                  </a:txBody>
                  <a:tcPr marL="109728" marR="91440" marT="54864" marB="45720" anchor="ctr">
                    <a:solidFill>
                      <a:srgbClr val="FFFFFF"/>
                    </a:solidFill>
                  </a:tcPr>
                </a:tc>
                <a:tc>
                  <a:txBody>
                    <a:bodyPr wrap="square"/>
                    <a:lstStyle/>
                    <a:p>
                      <a:pPr>
                        <a:lnSpc>
                          <a:spcPct val="106000"/>
                        </a:lnSpc>
                        <a:spcAft>
                          <a:spcPts val="0"/>
                        </a:spcAft>
                      </a:pPr>
                      <a:r>
                        <a:rPr sz="1500" b="0" i="0">
                          <a:solidFill>
                            <a:srgbClr val="4E4F51"/>
                          </a:solidFill>
                          <a:latin typeface="Open Sans"/>
                          <a:ea typeface="Noto Sans CJK KR"/>
                        </a:rPr>
                        <a:t>5개</a:t>
                      </a:r>
                    </a:p>
                  </a:txBody>
                  <a:tcPr marL="109728" marR="91440" marT="54864" marB="45720" anchor="ctr">
                    <a:solidFill>
                      <a:srgbClr val="FFFFFF"/>
                    </a:solidFill>
                  </a:tcPr>
                </a:tc>
                <a:tc>
                  <a:txBody>
                    <a:bodyPr wrap="square"/>
                    <a:lstStyle/>
                    <a:p>
                      <a:pPr>
                        <a:lnSpc>
                          <a:spcPct val="106000"/>
                        </a:lnSpc>
                        <a:spcAft>
                          <a:spcPts val="0"/>
                        </a:spcAft>
                      </a:pPr>
                      <a:r>
                        <a:rPr sz="1500" b="0" i="0">
                          <a:solidFill>
                            <a:srgbClr val="4E4F51"/>
                          </a:solidFill>
                          <a:latin typeface="Open Sans"/>
                          <a:ea typeface="Noto Sans CJK KR"/>
                        </a:rPr>
                        <a:t>검증 실행을 돌리고 변경 내용을 저장합니다</a:t>
                      </a:r>
                    </a:p>
                  </a:txBody>
                  <a:tcPr marL="109728" marR="91440" marT="54864" marB="45720" anchor="ctr">
                    <a:solidFill>
                      <a:srgbClr val="FFFFFF"/>
                    </a:solidFill>
                  </a:tcPr>
                </a:tc>
                <a:tc>
                  <a:txBody>
                    <a:bodyPr wrap="square"/>
                    <a:lstStyle/>
                    <a:p>
                      <a:pPr>
                        <a:lnSpc>
                          <a:spcPct val="106000"/>
                        </a:lnSpc>
                        <a:spcAft>
                          <a:spcPts val="0"/>
                        </a:spcAft>
                      </a:pPr>
                      <a:r>
                        <a:rPr sz="1500" b="0" i="0">
                          <a:solidFill>
                            <a:srgbClr val="4E4F51"/>
                          </a:solidFill>
                          <a:latin typeface="Consolas"/>
                          <a:ea typeface="Noto Sans CJK KR"/>
                        </a:rPr>
                        <a:t>execute_test_suite</a:t>
                      </a:r>
                    </a:p>
                    <a:p>
                      <a:pPr>
                        <a:lnSpc>
                          <a:spcPct val="106000"/>
                        </a:lnSpc>
                        <a:spcAft>
                          <a:spcPts val="0"/>
                        </a:spcAft>
                      </a:pPr>
                      <a:r>
                        <a:rPr sz="1500" b="0" i="0">
                          <a:solidFill>
                            <a:srgbClr val="4E4F51"/>
                          </a:solidFill>
                          <a:latin typeface="Consolas"/>
                          <a:ea typeface="Noto Sans CJK KR"/>
                        </a:rPr>
                        <a:t>save_workspace</a:t>
                      </a:r>
                    </a:p>
                  </a:txBody>
                  <a:tcPr marL="109728" marR="91440" marT="54864" marB="45720" anchor="ctr">
                    <a:solidFill>
                      <a:srgbClr val="FFFFFF"/>
                    </a:solidFill>
                  </a:tcPr>
                </a:tc>
              </a:tr>
              <a:tr h="685342">
                <a:tc>
                  <a:txBody>
                    <a:bodyPr wrap="square"/>
                    <a:lstStyle/>
                    <a:p>
                      <a:pPr>
                        <a:lnSpc>
                          <a:spcPct val="106000"/>
                        </a:lnSpc>
                        <a:spcAft>
                          <a:spcPts val="0"/>
                        </a:spcAft>
                      </a:pPr>
                      <a:r>
                        <a:rPr sz="1500" b="1" i="0">
                          <a:solidFill>
                            <a:srgbClr val="4E4F51"/>
                          </a:solidFill>
                          <a:latin typeface="Open Sans"/>
                          <a:ea typeface="Noto Sans CJK KR"/>
                        </a:rPr>
                        <a:t>API</a:t>
                      </a:r>
                    </a:p>
                  </a:txBody>
                  <a:tcPr marL="109728" marR="91440" marT="54864" marB="45720" anchor="ctr">
                    <a:solidFill>
                      <a:srgbClr val="F1F5F9"/>
                    </a:solidFill>
                  </a:tcPr>
                </a:tc>
                <a:tc>
                  <a:txBody>
                    <a:bodyPr wrap="square"/>
                    <a:lstStyle/>
                    <a:p>
                      <a:pPr>
                        <a:lnSpc>
                          <a:spcPct val="106000"/>
                        </a:lnSpc>
                        <a:spcAft>
                          <a:spcPts val="0"/>
                        </a:spcAft>
                      </a:pPr>
                      <a:r>
                        <a:rPr sz="1500" b="0" i="0">
                          <a:solidFill>
                            <a:srgbClr val="4E4F51"/>
                          </a:solidFill>
                          <a:latin typeface="Open Sans"/>
                          <a:ea typeface="Noto Sans CJK KR"/>
                        </a:rPr>
                        <a:t>4개</a:t>
                      </a:r>
                    </a:p>
                  </a:txBody>
                  <a:tcPr marL="109728" marR="91440" marT="54864" marB="45720" anchor="ctr">
                    <a:solidFill>
                      <a:srgbClr val="F1F5F9"/>
                    </a:solidFill>
                  </a:tcPr>
                </a:tc>
                <a:tc>
                  <a:txBody>
                    <a:bodyPr wrap="square"/>
                    <a:lstStyle/>
                    <a:p>
                      <a:pPr>
                        <a:lnSpc>
                          <a:spcPct val="106000"/>
                        </a:lnSpc>
                        <a:spcAft>
                          <a:spcPts val="0"/>
                        </a:spcAft>
                      </a:pPr>
                      <a:r>
                        <a:rPr sz="1500" b="0" i="0">
                          <a:solidFill>
                            <a:srgbClr val="4E4F51"/>
                          </a:solidFill>
                          <a:latin typeface="Open Sans"/>
                          <a:ea typeface="Noto Sans CJK KR"/>
                        </a:rPr>
                        <a:t>API 연결과 요청/응답 모듈을 만듭니다</a:t>
                      </a:r>
                    </a:p>
                  </a:txBody>
                  <a:tcPr marL="109728" marR="91440" marT="54864" marB="45720" anchor="ctr">
                    <a:solidFill>
                      <a:srgbClr val="F1F5F9"/>
                    </a:solidFill>
                  </a:tcPr>
                </a:tc>
                <a:tc>
                  <a:txBody>
                    <a:bodyPr wrap="square"/>
                    <a:lstStyle/>
                    <a:p>
                      <a:pPr>
                        <a:lnSpc>
                          <a:spcPct val="106000"/>
                        </a:lnSpc>
                        <a:spcAft>
                          <a:spcPts val="0"/>
                        </a:spcAft>
                      </a:pPr>
                      <a:r>
                        <a:rPr sz="1500" b="0" i="0">
                          <a:solidFill>
                            <a:srgbClr val="4E4F51"/>
                          </a:solidFill>
                          <a:latin typeface="Consolas"/>
                          <a:ea typeface="Noto Sans CJK KR"/>
                        </a:rPr>
                        <a:t>create_api_module</a:t>
                      </a:r>
                    </a:p>
                    <a:p>
                      <a:pPr>
                        <a:lnSpc>
                          <a:spcPct val="106000"/>
                        </a:lnSpc>
                        <a:spcAft>
                          <a:spcPts val="0"/>
                        </a:spcAft>
                      </a:pPr>
                      <a:r>
                        <a:rPr sz="1500" b="0" i="0">
                          <a:solidFill>
                            <a:srgbClr val="4E4F51"/>
                          </a:solidFill>
                          <a:latin typeface="Consolas"/>
                          <a:ea typeface="Noto Sans CJK KR"/>
                        </a:rPr>
                        <a:t>list_api_connections</a:t>
                      </a:r>
                    </a:p>
                  </a:txBody>
                  <a:tcPr marL="109728" marR="91440" marT="54864" marB="45720" anchor="ctr">
                    <a:solidFill>
                      <a:srgbClr val="F1F5F9"/>
                    </a:solidFill>
                  </a:tcPr>
                </a:tc>
              </a:tr>
              <a:tr h="685342">
                <a:tc>
                  <a:txBody>
                    <a:bodyPr wrap="square"/>
                    <a:lstStyle/>
                    <a:p>
                      <a:pPr>
                        <a:lnSpc>
                          <a:spcPct val="106000"/>
                        </a:lnSpc>
                        <a:spcAft>
                          <a:spcPts val="0"/>
                        </a:spcAft>
                      </a:pPr>
                      <a:r>
                        <a:rPr sz="1500" b="1" i="0">
                          <a:solidFill>
                            <a:srgbClr val="4E4F51"/>
                          </a:solidFill>
                          <a:latin typeface="Open Sans"/>
                          <a:ea typeface="Noto Sans CJK KR"/>
                        </a:rPr>
                        <a:t>Data Integrity</a:t>
                      </a:r>
                    </a:p>
                  </a:txBody>
                  <a:tcPr marL="109728" marR="91440" marT="54864" marB="45720" anchor="ctr">
                    <a:solidFill>
                      <a:srgbClr val="FFFFFF"/>
                    </a:solidFill>
                  </a:tcPr>
                </a:tc>
                <a:tc>
                  <a:txBody>
                    <a:bodyPr wrap="square"/>
                    <a:lstStyle/>
                    <a:p>
                      <a:pPr>
                        <a:lnSpc>
                          <a:spcPct val="106000"/>
                        </a:lnSpc>
                        <a:spcAft>
                          <a:spcPts val="0"/>
                        </a:spcAft>
                      </a:pPr>
                      <a:r>
                        <a:rPr sz="1500" b="0" i="0">
                          <a:solidFill>
                            <a:srgbClr val="4E4F51"/>
                          </a:solidFill>
                          <a:latin typeface="Open Sans"/>
                          <a:ea typeface="Noto Sans CJK KR"/>
                        </a:rPr>
                        <a:t>7개</a:t>
                      </a:r>
                    </a:p>
                  </a:txBody>
                  <a:tcPr marL="109728" marR="91440" marT="54864" marB="45720" anchor="ctr">
                    <a:solidFill>
                      <a:srgbClr val="FFFFFF"/>
                    </a:solidFill>
                  </a:tcPr>
                </a:tc>
                <a:tc>
                  <a:txBody>
                    <a:bodyPr wrap="square"/>
                    <a:lstStyle/>
                    <a:p>
                      <a:pPr>
                        <a:lnSpc>
                          <a:spcPct val="106000"/>
                        </a:lnSpc>
                        <a:spcAft>
                          <a:spcPts val="0"/>
                        </a:spcAft>
                      </a:pPr>
                      <a:r>
                        <a:rPr sz="1500" b="0" i="0">
                          <a:solidFill>
                            <a:srgbClr val="4E4F51"/>
                          </a:solidFill>
                          <a:latin typeface="Open Sans"/>
                          <a:ea typeface="Noto Sans CJK KR"/>
                        </a:rPr>
                        <a:t>DB 연결과 데이터 비교 테스트를 만듭니다 (라이선스 필요)</a:t>
                      </a:r>
                    </a:p>
                  </a:txBody>
                  <a:tcPr marL="109728" marR="91440" marT="54864" marB="45720" anchor="ctr">
                    <a:solidFill>
                      <a:srgbClr val="FFFFFF"/>
                    </a:solidFill>
                  </a:tcPr>
                </a:tc>
                <a:tc>
                  <a:txBody>
                    <a:bodyPr wrap="square"/>
                    <a:lstStyle/>
                    <a:p>
                      <a:pPr>
                        <a:lnSpc>
                          <a:spcPct val="106000"/>
                        </a:lnSpc>
                        <a:spcAft>
                          <a:spcPts val="0"/>
                        </a:spcAft>
                      </a:pPr>
                      <a:r>
                        <a:rPr sz="1500" b="0" i="0">
                          <a:solidFill>
                            <a:srgbClr val="4E4F51"/>
                          </a:solidFill>
                          <a:latin typeface="Consolas"/>
                          <a:ea typeface="Noto Sans CJK KR"/>
                        </a:rPr>
                        <a:t>di_connection</a:t>
                      </a:r>
                    </a:p>
                    <a:p>
                      <a:pPr>
                        <a:lnSpc>
                          <a:spcPct val="106000"/>
                        </a:lnSpc>
                        <a:spcAft>
                          <a:spcPts val="0"/>
                        </a:spcAft>
                      </a:pPr>
                      <a:r>
                        <a:rPr sz="1500" b="0" i="0">
                          <a:solidFill>
                            <a:srgbClr val="4E4F51"/>
                          </a:solidFill>
                          <a:latin typeface="Consolas"/>
                          <a:ea typeface="Noto Sans CJK KR"/>
                        </a:rPr>
                        <a:t>run_di_sql_statement</a:t>
                      </a:r>
                    </a:p>
                  </a:txBody>
                  <a:tcPr marL="109728" marR="91440" marT="54864" marB="45720" anchor="ctr">
                    <a:solidFill>
                      <a:srgbClr val="FFFFFF"/>
                    </a:solidFill>
                  </a:tcPr>
                </a:tc>
              </a:tr>
            </a:tbl>
          </a:graphicData>
        </a:graphic>
      </p:graphicFrame>
      <p:sp>
        <p:nvSpPr>
          <p:cNvPr id="6" name="TextBox 5"/>
          <p:cNvSpPr txBox="1"/>
          <p:nvPr/>
        </p:nvSpPr>
        <p:spPr>
          <a:xfrm>
            <a:off x="649224" y="5925312"/>
            <a:ext cx="10881360" cy="420624"/>
          </a:xfrm>
          <a:prstGeom prst="rect">
            <a:avLst/>
          </a:prstGeom>
          <a:noFill/>
        </p:spPr>
        <p:txBody>
          <a:bodyPr wrap="square" lIns="0" rIns="0" tIns="0" bIns="0" anchor="t">
            <a:spAutoFit/>
          </a:bodyPr>
          <a:lstStyle/>
          <a:p>
            <a:pPr algn="l">
              <a:lnSpc>
                <a:spcPct val="112000"/>
              </a:lnSpc>
              <a:spcBef>
                <a:spcPts val="0"/>
              </a:spcBef>
              <a:spcAft>
                <a:spcPts val="400"/>
              </a:spcAft>
            </a:pPr>
            <a:r>
              <a:rPr sz="1250" b="0" i="0">
                <a:solidFill>
                  <a:srgbClr val="4E4F51"/>
                </a:solidFill>
                <a:latin typeface="Open Sans"/>
                <a:ea typeface="Noto Sans CJK KR"/>
              </a:rPr>
              <a:t>commander-mcp 스킬팩 1.2.1 도구 카탈로그 기준. 실제 목록은 Lab 0에서 AI에게 물어 확인합니다.</a:t>
            </a:r>
          </a:p>
        </p:txBody>
      </p:sp>
      <p:sp>
        <p:nvSpPr>
          <p:cNvPr id="7" name="TextBox 6"/>
          <p:cNvSpPr txBox="1"/>
          <p:nvPr/>
        </p:nvSpPr>
        <p:spPr>
          <a:xfrm>
            <a:off x="9784080" y="6373368"/>
            <a:ext cx="1737360" cy="109728"/>
          </a:xfrm>
          <a:prstGeom prst="rect">
            <a:avLst/>
          </a:prstGeom>
          <a:noFill/>
        </p:spPr>
        <p:txBody>
          <a:bodyPr wrap="square" lIns="0" rIns="0" tIns="0" bIns="0" anchor="t">
            <a:spAutoFit/>
          </a:bodyPr>
          <a:lstStyle/>
          <a:p>
            <a:pPr algn="r">
              <a:lnSpc>
                <a:spcPct val="112000"/>
              </a:lnSpc>
              <a:spcBef>
                <a:spcPts val="0"/>
              </a:spcBef>
              <a:spcAft>
                <a:spcPts val="0"/>
              </a:spcAft>
            </a:pPr>
            <a:r>
              <a:rPr sz="750" b="0" i="0">
                <a:solidFill>
                  <a:srgbClr val="4E4F51"/>
                </a:solidFill>
                <a:latin typeface="Open Sans"/>
                <a:ea typeface="Noto Sans CJK KR"/>
              </a:rPr>
              <a:t>워크북 부록 A</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6" name="Title 5"/>
          <p:cNvSpPr>
            <a:spLocks noGrp="1"/>
          </p:cNvSpPr>
          <p:nvPr>
            <p:ph type="title"/>
          </p:nvPr>
        </p:nvSpPr>
        <p:spPr/>
        <p:txBody>
          <a:bodyPr/>
          <a:lstStyle/>
          <a:p>
            <a:r>
              <a:rPr sz="3100" b="0" i="0">
                <a:solidFill>
                  <a:srgbClr val="004C97"/>
                </a:solidFill>
                <a:latin typeface="Open Sans"/>
                <a:ea typeface="Noto Sans CJK KR"/>
              </a:rPr>
              <a:t>AI에게 맡기지 않는 일</a:t>
            </a:r>
          </a:p>
        </p:txBody>
      </p:sp>
      <p:sp>
        <p:nvSpPr>
          <p:cNvPr id="7" name="TextBox 6"/>
          <p:cNvSpPr txBox="1"/>
          <p:nvPr/>
        </p:nvSpPr>
        <p:spPr>
          <a:xfrm>
            <a:off x="1828800" y="6510528"/>
            <a:ext cx="8046720" cy="210312"/>
          </a:xfrm>
          <a:prstGeom prst="rect">
            <a:avLst/>
          </a:prstGeom>
          <a:noFill/>
        </p:spPr>
        <p:txBody>
          <a:bodyPr wrap="square" lIns="0" rIns="0" tIns="0" bIns="0" anchor="t">
            <a:spAutoFit/>
          </a:bodyPr>
          <a:lstStyle/>
          <a:p>
            <a:pPr algn="l">
              <a:lnSpc>
                <a:spcPct val="112000"/>
              </a:lnSpc>
              <a:spcBef>
                <a:spcPts val="0"/>
              </a:spcBef>
              <a:spcAft>
                <a:spcPts val="0"/>
              </a:spcAft>
            </a:pPr>
            <a:r>
              <a:rPr sz="1000" b="0" i="0">
                <a:solidFill>
                  <a:srgbClr val="FFFFFF"/>
                </a:solidFill>
                <a:latin typeface="Open Sans"/>
                <a:ea typeface="Noto Sans CJK KR"/>
              </a:rPr>
              <a:t>Tosca Commander MCP 입문  |  AI 어시스턴트 실습</a:t>
            </a:r>
          </a:p>
        </p:txBody>
      </p:sp>
      <p:sp>
        <p:nvSpPr>
          <p:cNvPr id="8" name="TextBox 7"/>
          <p:cNvSpPr txBox="1"/>
          <p:nvPr/>
        </p:nvSpPr>
        <p:spPr>
          <a:xfrm>
            <a:off x="11503152" y="6510528"/>
            <a:ext cx="292608" cy="228600"/>
          </a:xfrm>
          <a:prstGeom prst="rect">
            <a:avLst/>
          </a:prstGeom>
          <a:noFill/>
        </p:spPr>
        <p:txBody>
          <a:bodyPr wrap="none" lIns="0" rIns="0" tIns="0" bIns="0">
            <a:spAutoFit/>
          </a:bodyPr>
          <a:lstStyle/>
          <a:p>
            <a:pPr algn="l"/>
            <a:fld id="{5C7A3F71-3D8E-4C1B-9A44-2E5B7D0F6A11}" type="slidenum">
              <a:rPr lang="ko-KR" sz="1100">
                <a:solidFill>
                  <a:srgbClr val="FFFFFF"/>
                </a:solidFill>
                <a:latin typeface="Open Sans"/>
                <a:ea typeface="Noto Sans CJK KR"/>
              </a:rPr>
              <a:t>13</a:t>
            </a:fld>
          </a:p>
        </p:txBody>
      </p:sp>
      <p:sp>
        <p:nvSpPr>
          <p:cNvPr id="9" name="TextBox 8"/>
          <p:cNvSpPr txBox="1"/>
          <p:nvPr/>
        </p:nvSpPr>
        <p:spPr>
          <a:xfrm>
            <a:off x="649224" y="1307592"/>
            <a:ext cx="5120640" cy="502920"/>
          </a:xfrm>
          <a:prstGeom prst="rect">
            <a:avLst/>
          </a:prstGeom>
          <a:noFill/>
        </p:spPr>
        <p:txBody>
          <a:bodyPr wrap="square" lIns="0" rIns="0" tIns="0" bIns="0" anchor="t">
            <a:spAutoFit/>
          </a:bodyPr>
          <a:lstStyle/>
          <a:p>
            <a:pPr algn="l">
              <a:lnSpc>
                <a:spcPct val="112000"/>
              </a:lnSpc>
              <a:spcBef>
                <a:spcPts val="0"/>
              </a:spcBef>
              <a:spcAft>
                <a:spcPts val="400"/>
              </a:spcAft>
            </a:pPr>
            <a:r>
              <a:rPr sz="2400" b="1" i="0">
                <a:solidFill>
                  <a:srgbClr val="004C97"/>
                </a:solidFill>
                <a:latin typeface="Open Sans"/>
                <a:ea typeface="Noto Sans CJK KR"/>
              </a:rPr>
              <a:t>사람이 직접 한다</a:t>
            </a:r>
          </a:p>
        </p:txBody>
      </p:sp>
      <p:sp>
        <p:nvSpPr>
          <p:cNvPr id="10" name="TextBox 9"/>
          <p:cNvSpPr txBox="1"/>
          <p:nvPr/>
        </p:nvSpPr>
        <p:spPr>
          <a:xfrm>
            <a:off x="6190488" y="1307592"/>
            <a:ext cx="5120640" cy="502920"/>
          </a:xfrm>
          <a:prstGeom prst="rect">
            <a:avLst/>
          </a:prstGeom>
          <a:noFill/>
        </p:spPr>
        <p:txBody>
          <a:bodyPr wrap="square" lIns="0" rIns="0" tIns="0" bIns="0" anchor="t">
            <a:spAutoFit/>
          </a:bodyPr>
          <a:lstStyle/>
          <a:p>
            <a:pPr algn="l">
              <a:lnSpc>
                <a:spcPct val="112000"/>
              </a:lnSpc>
              <a:spcBef>
                <a:spcPts val="0"/>
              </a:spcBef>
              <a:spcAft>
                <a:spcPts val="400"/>
              </a:spcAft>
            </a:pPr>
            <a:r>
              <a:rPr sz="2400" b="1" i="0">
                <a:solidFill>
                  <a:srgbClr val="004C97"/>
                </a:solidFill>
                <a:latin typeface="Open Sans"/>
                <a:ea typeface="Noto Sans CJK KR"/>
              </a:rPr>
              <a:t>제약과 주의</a:t>
            </a:r>
          </a:p>
        </p:txBody>
      </p:sp>
      <p:sp>
        <p:nvSpPr>
          <p:cNvPr id="11" name="Rectangle 10"/>
          <p:cNvSpPr/>
          <p:nvPr/>
        </p:nvSpPr>
        <p:spPr>
          <a:xfrm>
            <a:off x="649224" y="2114550"/>
            <a:ext cx="64008" cy="64008"/>
          </a:xfrm>
          <a:prstGeom prst="rect">
            <a:avLst/>
          </a:prstGeom>
          <a:solidFill>
            <a:srgbClr val="0E8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41247" y="2011680"/>
            <a:ext cx="5020056" cy="1105692"/>
          </a:xfrm>
          <a:prstGeom prst="rect">
            <a:avLst/>
          </a:prstGeom>
          <a:noFill/>
        </p:spPr>
        <p:txBody>
          <a:bodyPr wrap="square" lIns="0" rIns="0" tIns="0" bIns="0" anchor="t">
            <a:spAutoFit/>
          </a:bodyPr>
          <a:lstStyle/>
          <a:p>
            <a:pPr algn="l">
              <a:lnSpc>
                <a:spcPct val="112000"/>
              </a:lnSpc>
              <a:spcBef>
                <a:spcPts val="0"/>
              </a:spcBef>
              <a:spcAft>
                <a:spcPts val="400"/>
              </a:spcAft>
            </a:pPr>
            <a:r>
              <a:rPr sz="1800" b="1" i="0">
                <a:solidFill>
                  <a:srgbClr val="004C97"/>
                </a:solidFill>
                <a:latin typeface="Open Sans"/>
                <a:ea typeface="Noto Sans CJK KR"/>
              </a:rPr>
              <a:t>화면 스캔(XScan)  </a:t>
            </a:r>
            <a:r>
              <a:rPr sz="1800" b="0" i="0">
                <a:solidFill>
                  <a:srgbClr val="4E4F51"/>
                </a:solidFill>
                <a:latin typeface="Open Sans"/>
                <a:ea typeface="Noto Sans CJK KR"/>
              </a:rPr>
              <a:t>AI는 화면을 스캔해 UI 모듈을 만들지 못합니다. 새 화면은 사람이 XScan으로 스캔합니다.</a:t>
            </a:r>
          </a:p>
        </p:txBody>
      </p:sp>
      <p:sp>
        <p:nvSpPr>
          <p:cNvPr id="13" name="Rectangle 12"/>
          <p:cNvSpPr/>
          <p:nvPr/>
        </p:nvSpPr>
        <p:spPr>
          <a:xfrm>
            <a:off x="649224" y="3448842"/>
            <a:ext cx="64008" cy="64008"/>
          </a:xfrm>
          <a:prstGeom prst="rect">
            <a:avLst/>
          </a:prstGeom>
          <a:solidFill>
            <a:srgbClr val="0E8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41247" y="3345972"/>
            <a:ext cx="5020056" cy="1105692"/>
          </a:xfrm>
          <a:prstGeom prst="rect">
            <a:avLst/>
          </a:prstGeom>
          <a:noFill/>
        </p:spPr>
        <p:txBody>
          <a:bodyPr wrap="square" lIns="0" rIns="0" tIns="0" bIns="0" anchor="t">
            <a:spAutoFit/>
          </a:bodyPr>
          <a:lstStyle/>
          <a:p>
            <a:pPr algn="l">
              <a:lnSpc>
                <a:spcPct val="112000"/>
              </a:lnSpc>
              <a:spcBef>
                <a:spcPts val="0"/>
              </a:spcBef>
              <a:spcAft>
                <a:spcPts val="400"/>
              </a:spcAft>
            </a:pPr>
            <a:r>
              <a:rPr sz="1800" b="1" i="0">
                <a:solidFill>
                  <a:srgbClr val="004C97"/>
                </a:solidFill>
                <a:latin typeface="Open Sans"/>
                <a:ea typeface="Noto Sans CJK KR"/>
              </a:rPr>
              <a:t>비밀번호와 접속 정보  </a:t>
            </a:r>
            <a:r>
              <a:rPr sz="1800" b="0" i="0">
                <a:solidFill>
                  <a:srgbClr val="4E4F51"/>
                </a:solidFill>
                <a:latin typeface="Open Sans"/>
                <a:ea typeface="Noto Sans CJK KR"/>
              </a:rPr>
              <a:t>민감한 값은 사람이 넣습니다. AI가 만든 DI 연결은 'Allow AI queries'가 꺼진 채로 생깁니다.</a:t>
            </a:r>
          </a:p>
        </p:txBody>
      </p:sp>
      <p:sp>
        <p:nvSpPr>
          <p:cNvPr id="15" name="Rectangle 14"/>
          <p:cNvSpPr/>
          <p:nvPr/>
        </p:nvSpPr>
        <p:spPr>
          <a:xfrm>
            <a:off x="649224" y="4783134"/>
            <a:ext cx="64008" cy="64008"/>
          </a:xfrm>
          <a:prstGeom prst="rect">
            <a:avLst/>
          </a:prstGeom>
          <a:solidFill>
            <a:srgbClr val="0E8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41247" y="4680264"/>
            <a:ext cx="5020056" cy="752368"/>
          </a:xfrm>
          <a:prstGeom prst="rect">
            <a:avLst/>
          </a:prstGeom>
          <a:noFill/>
        </p:spPr>
        <p:txBody>
          <a:bodyPr wrap="square" lIns="0" rIns="0" tIns="0" bIns="0" anchor="t">
            <a:spAutoFit/>
          </a:bodyPr>
          <a:lstStyle/>
          <a:p>
            <a:pPr algn="l">
              <a:lnSpc>
                <a:spcPct val="112000"/>
              </a:lnSpc>
              <a:spcBef>
                <a:spcPts val="0"/>
              </a:spcBef>
              <a:spcAft>
                <a:spcPts val="400"/>
              </a:spcAft>
            </a:pPr>
            <a:r>
              <a:rPr sz="1800" b="1" i="0">
                <a:solidFill>
                  <a:srgbClr val="004C97"/>
                </a:solidFill>
                <a:latin typeface="Open Sans"/>
                <a:ea typeface="Noto Sans CJK KR"/>
              </a:rPr>
              <a:t>결함 판단  </a:t>
            </a:r>
            <a:r>
              <a:rPr sz="1800" b="0" i="0">
                <a:solidFill>
                  <a:srgbClr val="4E4F51"/>
                </a:solidFill>
                <a:latin typeface="Open Sans"/>
                <a:ea typeface="Noto Sans CJK KR"/>
              </a:rPr>
              <a:t>실패가 앱 결함인지는 사람이 판단합니다. 테스트를 고쳐서 결함을 덮지 않습니다.</a:t>
            </a:r>
          </a:p>
        </p:txBody>
      </p:sp>
      <p:sp>
        <p:nvSpPr>
          <p:cNvPr id="17" name="Rectangle 16"/>
          <p:cNvSpPr/>
          <p:nvPr/>
        </p:nvSpPr>
        <p:spPr>
          <a:xfrm>
            <a:off x="6190488" y="2114550"/>
            <a:ext cx="64008" cy="64008"/>
          </a:xfrm>
          <a:prstGeom prst="rect">
            <a:avLst/>
          </a:prstGeom>
          <a:solidFill>
            <a:srgbClr val="0E8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382512" y="2011680"/>
            <a:ext cx="5148072" cy="752368"/>
          </a:xfrm>
          <a:prstGeom prst="rect">
            <a:avLst/>
          </a:prstGeom>
          <a:noFill/>
        </p:spPr>
        <p:txBody>
          <a:bodyPr wrap="square" lIns="0" rIns="0" tIns="0" bIns="0" anchor="t">
            <a:spAutoFit/>
          </a:bodyPr>
          <a:lstStyle/>
          <a:p>
            <a:pPr algn="l">
              <a:lnSpc>
                <a:spcPct val="112000"/>
              </a:lnSpc>
              <a:spcBef>
                <a:spcPts val="0"/>
              </a:spcBef>
              <a:spcAft>
                <a:spcPts val="400"/>
              </a:spcAft>
            </a:pPr>
            <a:r>
              <a:rPr sz="1800" b="1" i="0">
                <a:solidFill>
                  <a:srgbClr val="004C97"/>
                </a:solidFill>
                <a:latin typeface="Open Sans"/>
                <a:ea typeface="Noto Sans CJK KR"/>
              </a:rPr>
              <a:t>삭제 결정  </a:t>
            </a:r>
            <a:r>
              <a:rPr sz="1800" b="0" i="0">
                <a:solidFill>
                  <a:srgbClr val="4E4F51"/>
                </a:solidFill>
                <a:latin typeface="Open Sans"/>
                <a:ea typeface="Noto Sans CJK KR"/>
              </a:rPr>
              <a:t>삭제는 되돌릴 수 없습니다. 대상 목록을 먼저 보고 따로 승인합니다.</a:t>
            </a:r>
          </a:p>
        </p:txBody>
      </p:sp>
      <p:sp>
        <p:nvSpPr>
          <p:cNvPr id="19" name="Rectangle 18"/>
          <p:cNvSpPr/>
          <p:nvPr/>
        </p:nvSpPr>
        <p:spPr>
          <a:xfrm>
            <a:off x="6190488" y="3095518"/>
            <a:ext cx="64008" cy="64008"/>
          </a:xfrm>
          <a:prstGeom prst="rect">
            <a:avLst/>
          </a:prstGeom>
          <a:solidFill>
            <a:srgbClr val="0E8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382512" y="2992648"/>
            <a:ext cx="5148072" cy="1105692"/>
          </a:xfrm>
          <a:prstGeom prst="rect">
            <a:avLst/>
          </a:prstGeom>
          <a:noFill/>
        </p:spPr>
        <p:txBody>
          <a:bodyPr wrap="square" lIns="0" rIns="0" tIns="0" bIns="0" anchor="t">
            <a:spAutoFit/>
          </a:bodyPr>
          <a:lstStyle/>
          <a:p>
            <a:pPr algn="l">
              <a:lnSpc>
                <a:spcPct val="112000"/>
              </a:lnSpc>
              <a:spcBef>
                <a:spcPts val="0"/>
              </a:spcBef>
              <a:spcAft>
                <a:spcPts val="400"/>
              </a:spcAft>
            </a:pPr>
            <a:r>
              <a:rPr sz="1800" b="1" i="0">
                <a:solidFill>
                  <a:srgbClr val="004C97"/>
                </a:solidFill>
                <a:latin typeface="Open Sans"/>
                <a:ea typeface="Noto Sans CJK KR"/>
              </a:rPr>
              <a:t>Commander 밖의 일  </a:t>
            </a:r>
            <a:r>
              <a:rPr sz="1800" b="0" i="0">
                <a:solidFill>
                  <a:srgbClr val="4E4F51"/>
                </a:solidFill>
                <a:latin typeface="Open Sans"/>
                <a:ea typeface="Noto Sans CJK KR"/>
              </a:rPr>
              <a:t>Commander가 닫혀 있으면 동작하지 않습니다. 야간 배치나 CI는 TCShell 같은 방식을 씁니다.</a:t>
            </a:r>
          </a:p>
        </p:txBody>
      </p:sp>
      <p:sp>
        <p:nvSpPr>
          <p:cNvPr id="21" name="Rectangle 20"/>
          <p:cNvSpPr/>
          <p:nvPr/>
        </p:nvSpPr>
        <p:spPr>
          <a:xfrm>
            <a:off x="6190488" y="4429810"/>
            <a:ext cx="64008" cy="64008"/>
          </a:xfrm>
          <a:prstGeom prst="rect">
            <a:avLst/>
          </a:prstGeom>
          <a:solidFill>
            <a:srgbClr val="0E8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82512" y="4326940"/>
            <a:ext cx="5148072" cy="752368"/>
          </a:xfrm>
          <a:prstGeom prst="rect">
            <a:avLst/>
          </a:prstGeom>
          <a:noFill/>
        </p:spPr>
        <p:txBody>
          <a:bodyPr wrap="square" lIns="0" rIns="0" tIns="0" bIns="0" anchor="t">
            <a:spAutoFit/>
          </a:bodyPr>
          <a:lstStyle/>
          <a:p>
            <a:pPr algn="l">
              <a:lnSpc>
                <a:spcPct val="112000"/>
              </a:lnSpc>
              <a:spcBef>
                <a:spcPts val="0"/>
              </a:spcBef>
              <a:spcAft>
                <a:spcPts val="400"/>
              </a:spcAft>
            </a:pPr>
            <a:r>
              <a:rPr sz="1800" b="1" i="0">
                <a:solidFill>
                  <a:srgbClr val="004C97"/>
                </a:solidFill>
                <a:latin typeface="Open Sans"/>
                <a:ea typeface="Noto Sans CJK KR"/>
              </a:rPr>
              <a:t>동시 실행  </a:t>
            </a:r>
            <a:r>
              <a:rPr sz="1800" b="0" i="0">
                <a:solidFill>
                  <a:srgbClr val="4E4F51"/>
                </a:solidFill>
                <a:latin typeface="Open Sans"/>
                <a:ea typeface="Noto Sans CJK KR"/>
              </a:rPr>
              <a:t>실행은 워크스페이스 전체에서 한 번에 하나만 됩니다.</a:t>
            </a:r>
          </a:p>
        </p:txBody>
      </p:sp>
      <p:sp>
        <p:nvSpPr>
          <p:cNvPr id="23" name="TextBox 22"/>
          <p:cNvSpPr txBox="1"/>
          <p:nvPr/>
        </p:nvSpPr>
        <p:spPr>
          <a:xfrm>
            <a:off x="649224" y="5925312"/>
            <a:ext cx="10881360" cy="420624"/>
          </a:xfrm>
          <a:prstGeom prst="rect">
            <a:avLst/>
          </a:prstGeom>
          <a:noFill/>
        </p:spPr>
        <p:txBody>
          <a:bodyPr wrap="square" lIns="0" rIns="0" tIns="0" bIns="0" anchor="t">
            <a:spAutoFit/>
          </a:bodyPr>
          <a:lstStyle/>
          <a:p>
            <a:pPr algn="l">
              <a:lnSpc>
                <a:spcPct val="112000"/>
              </a:lnSpc>
              <a:spcBef>
                <a:spcPts val="0"/>
              </a:spcBef>
              <a:spcAft>
                <a:spcPts val="400"/>
              </a:spcAft>
            </a:pPr>
            <a:r>
              <a:rPr sz="1250" b="0" i="0">
                <a:solidFill>
                  <a:srgbClr val="4E4F51"/>
                </a:solidFill>
                <a:latin typeface="Open Sans"/>
                <a:ea typeface="Noto Sans CJK KR"/>
              </a:rPr>
              <a:t>AI가 만든 Data Integrity 연결은 'Allow AI queries'가 꺼진 채로 생깁니다. 켜는 것은 사람이 Connection Manager에서 합니다.</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100" b="0" i="0">
                <a:solidFill>
                  <a:srgbClr val="004C97"/>
                </a:solidFill>
                <a:latin typeface="Open Sans"/>
                <a:ea typeface="Noto Sans CJK KR"/>
              </a:rPr>
              <a:t>시작 전에 준비할 것</a:t>
            </a:r>
          </a:p>
        </p:txBody>
      </p:sp>
      <p:sp>
        <p:nvSpPr>
          <p:cNvPr id="3" name="TextBox 2"/>
          <p:cNvSpPr txBox="1"/>
          <p:nvPr/>
        </p:nvSpPr>
        <p:spPr>
          <a:xfrm>
            <a:off x="1828800" y="6510528"/>
            <a:ext cx="8046720" cy="210312"/>
          </a:xfrm>
          <a:prstGeom prst="rect">
            <a:avLst/>
          </a:prstGeom>
          <a:noFill/>
        </p:spPr>
        <p:txBody>
          <a:bodyPr wrap="square" lIns="0" rIns="0" tIns="0" bIns="0" anchor="t">
            <a:spAutoFit/>
          </a:bodyPr>
          <a:lstStyle/>
          <a:p>
            <a:pPr algn="l">
              <a:lnSpc>
                <a:spcPct val="112000"/>
              </a:lnSpc>
              <a:spcBef>
                <a:spcPts val="0"/>
              </a:spcBef>
              <a:spcAft>
                <a:spcPts val="0"/>
              </a:spcAft>
            </a:pPr>
            <a:r>
              <a:rPr sz="1000" b="0" i="0">
                <a:solidFill>
                  <a:srgbClr val="FFFFFF"/>
                </a:solidFill>
                <a:latin typeface="Open Sans"/>
                <a:ea typeface="Noto Sans CJK KR"/>
              </a:rPr>
              <a:t>Tosca Commander MCP 입문  |  AI 어시스턴트 실습</a:t>
            </a:r>
          </a:p>
        </p:txBody>
      </p:sp>
      <p:sp>
        <p:nvSpPr>
          <p:cNvPr id="4" name="TextBox 3"/>
          <p:cNvSpPr txBox="1"/>
          <p:nvPr/>
        </p:nvSpPr>
        <p:spPr>
          <a:xfrm>
            <a:off x="11503152" y="6510528"/>
            <a:ext cx="292608" cy="228600"/>
          </a:xfrm>
          <a:prstGeom prst="rect">
            <a:avLst/>
          </a:prstGeom>
          <a:noFill/>
        </p:spPr>
        <p:txBody>
          <a:bodyPr wrap="none" lIns="0" rIns="0" tIns="0" bIns="0">
            <a:spAutoFit/>
          </a:bodyPr>
          <a:lstStyle/>
          <a:p>
            <a:pPr algn="l"/>
            <a:fld id="{5C7A3F71-3D8E-4C1B-9A44-2E5B7D0F6A11}" type="slidenum">
              <a:rPr lang="ko-KR" sz="1100">
                <a:solidFill>
                  <a:srgbClr val="FFFFFF"/>
                </a:solidFill>
                <a:latin typeface="Open Sans"/>
                <a:ea typeface="Noto Sans CJK KR"/>
              </a:rPr>
              <a:t>14</a:t>
            </a:fld>
          </a:p>
        </p:txBody>
      </p:sp>
      <p:sp>
        <p:nvSpPr>
          <p:cNvPr id="5" name="Rectangle 4"/>
          <p:cNvSpPr/>
          <p:nvPr/>
        </p:nvSpPr>
        <p:spPr>
          <a:xfrm>
            <a:off x="649224" y="1298448"/>
            <a:ext cx="493776" cy="475488"/>
          </a:xfrm>
          <a:prstGeom prst="rect">
            <a:avLst/>
          </a:prstGeom>
          <a:solidFill>
            <a:srgbClr val="004C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1344168"/>
            <a:ext cx="466344" cy="365760"/>
          </a:xfrm>
          <a:prstGeom prst="rect">
            <a:avLst/>
          </a:prstGeom>
          <a:noFill/>
        </p:spPr>
        <p:txBody>
          <a:bodyPr wrap="square" lIns="0" rIns="0" tIns="0" bIns="0" anchor="t">
            <a:spAutoFit/>
          </a:bodyPr>
          <a:lstStyle/>
          <a:p>
            <a:pPr algn="ctr">
              <a:lnSpc>
                <a:spcPct val="112000"/>
              </a:lnSpc>
              <a:spcBef>
                <a:spcPts val="0"/>
              </a:spcBef>
              <a:spcAft>
                <a:spcPts val="0"/>
              </a:spcAft>
            </a:pPr>
            <a:r>
              <a:rPr sz="2100" b="1" i="0">
                <a:solidFill>
                  <a:srgbClr val="FFFFFF"/>
                </a:solidFill>
                <a:latin typeface="Open Sans"/>
                <a:ea typeface="Noto Sans CJK KR"/>
              </a:rPr>
              <a:t>1</a:t>
            </a:r>
          </a:p>
        </p:txBody>
      </p:sp>
      <p:sp>
        <p:nvSpPr>
          <p:cNvPr id="7" name="TextBox 6"/>
          <p:cNvSpPr txBox="1"/>
          <p:nvPr/>
        </p:nvSpPr>
        <p:spPr>
          <a:xfrm>
            <a:off x="1389888" y="1335024"/>
            <a:ext cx="10140696" cy="905256"/>
          </a:xfrm>
          <a:prstGeom prst="rect">
            <a:avLst/>
          </a:prstGeom>
          <a:noFill/>
        </p:spPr>
        <p:txBody>
          <a:bodyPr wrap="square" lIns="0" rIns="0" tIns="0" bIns="0" anchor="t">
            <a:spAutoFit/>
          </a:bodyPr>
          <a:lstStyle/>
          <a:p>
            <a:pPr algn="l">
              <a:lnSpc>
                <a:spcPct val="112000"/>
              </a:lnSpc>
              <a:spcBef>
                <a:spcPts val="0"/>
              </a:spcBef>
              <a:spcAft>
                <a:spcPts val="400"/>
              </a:spcAft>
            </a:pPr>
            <a:r>
              <a:rPr sz="2000" b="0" i="0">
                <a:solidFill>
                  <a:srgbClr val="4E4F51"/>
                </a:solidFill>
                <a:latin typeface="Open Sans"/>
                <a:ea typeface="Noto Sans CJK KR"/>
              </a:rPr>
              <a:t>Tosca Commander 2026.1 LTS Patch 1 이상 (Patch 2부터 MCP Server 애드인 기본 활성화)</a:t>
            </a:r>
          </a:p>
        </p:txBody>
      </p:sp>
      <p:sp>
        <p:nvSpPr>
          <p:cNvPr id="8" name="Rectangle 7"/>
          <p:cNvSpPr/>
          <p:nvPr/>
        </p:nvSpPr>
        <p:spPr>
          <a:xfrm>
            <a:off x="649224" y="2258568"/>
            <a:ext cx="493776" cy="475488"/>
          </a:xfrm>
          <a:prstGeom prst="rect">
            <a:avLst/>
          </a:prstGeom>
          <a:solidFill>
            <a:srgbClr val="004C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58368" y="2304287"/>
            <a:ext cx="466344" cy="365760"/>
          </a:xfrm>
          <a:prstGeom prst="rect">
            <a:avLst/>
          </a:prstGeom>
          <a:noFill/>
        </p:spPr>
        <p:txBody>
          <a:bodyPr wrap="square" lIns="0" rIns="0" tIns="0" bIns="0" anchor="t">
            <a:spAutoFit/>
          </a:bodyPr>
          <a:lstStyle/>
          <a:p>
            <a:pPr algn="ctr">
              <a:lnSpc>
                <a:spcPct val="112000"/>
              </a:lnSpc>
              <a:spcBef>
                <a:spcPts val="0"/>
              </a:spcBef>
              <a:spcAft>
                <a:spcPts val="0"/>
              </a:spcAft>
            </a:pPr>
            <a:r>
              <a:rPr sz="2100" b="1" i="0">
                <a:solidFill>
                  <a:srgbClr val="FFFFFF"/>
                </a:solidFill>
                <a:latin typeface="Open Sans"/>
                <a:ea typeface="Noto Sans CJK KR"/>
              </a:rPr>
              <a:t>2</a:t>
            </a:r>
          </a:p>
        </p:txBody>
      </p:sp>
      <p:sp>
        <p:nvSpPr>
          <p:cNvPr id="10" name="TextBox 9"/>
          <p:cNvSpPr txBox="1"/>
          <p:nvPr/>
        </p:nvSpPr>
        <p:spPr>
          <a:xfrm>
            <a:off x="1389888" y="2295144"/>
            <a:ext cx="10140696" cy="905256"/>
          </a:xfrm>
          <a:prstGeom prst="rect">
            <a:avLst/>
          </a:prstGeom>
          <a:noFill/>
        </p:spPr>
        <p:txBody>
          <a:bodyPr wrap="square" lIns="0" rIns="0" tIns="0" bIns="0" anchor="t">
            <a:spAutoFit/>
          </a:bodyPr>
          <a:lstStyle/>
          <a:p>
            <a:pPr algn="l">
              <a:lnSpc>
                <a:spcPct val="112000"/>
              </a:lnSpc>
              <a:spcBef>
                <a:spcPts val="0"/>
              </a:spcBef>
              <a:spcAft>
                <a:spcPts val="400"/>
              </a:spcAft>
            </a:pPr>
            <a:r>
              <a:rPr sz="2000" b="0" i="0">
                <a:solidFill>
                  <a:srgbClr val="4E4F51"/>
                </a:solidFill>
                <a:latin typeface="Open Sans"/>
                <a:ea typeface="Noto Sans CJK KR"/>
              </a:rPr>
              <a:t>실습 워크스페이스 열기 (실습 내내 열어 둡니다. 닫으면 연결이 끊깁니다)</a:t>
            </a:r>
          </a:p>
        </p:txBody>
      </p:sp>
      <p:sp>
        <p:nvSpPr>
          <p:cNvPr id="11" name="Rectangle 10"/>
          <p:cNvSpPr/>
          <p:nvPr/>
        </p:nvSpPr>
        <p:spPr>
          <a:xfrm>
            <a:off x="649224" y="3218688"/>
            <a:ext cx="493776" cy="475488"/>
          </a:xfrm>
          <a:prstGeom prst="rect">
            <a:avLst/>
          </a:prstGeom>
          <a:solidFill>
            <a:srgbClr val="004C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58368" y="3264408"/>
            <a:ext cx="466344" cy="365760"/>
          </a:xfrm>
          <a:prstGeom prst="rect">
            <a:avLst/>
          </a:prstGeom>
          <a:noFill/>
        </p:spPr>
        <p:txBody>
          <a:bodyPr wrap="square" lIns="0" rIns="0" tIns="0" bIns="0" anchor="t">
            <a:spAutoFit/>
          </a:bodyPr>
          <a:lstStyle/>
          <a:p>
            <a:pPr algn="ctr">
              <a:lnSpc>
                <a:spcPct val="112000"/>
              </a:lnSpc>
              <a:spcBef>
                <a:spcPts val="0"/>
              </a:spcBef>
              <a:spcAft>
                <a:spcPts val="0"/>
              </a:spcAft>
            </a:pPr>
            <a:r>
              <a:rPr sz="2100" b="1" i="0">
                <a:solidFill>
                  <a:srgbClr val="FFFFFF"/>
                </a:solidFill>
                <a:latin typeface="Open Sans"/>
                <a:ea typeface="Noto Sans CJK KR"/>
              </a:rPr>
              <a:t>3</a:t>
            </a:r>
          </a:p>
        </p:txBody>
      </p:sp>
      <p:sp>
        <p:nvSpPr>
          <p:cNvPr id="13" name="TextBox 12"/>
          <p:cNvSpPr txBox="1"/>
          <p:nvPr/>
        </p:nvSpPr>
        <p:spPr>
          <a:xfrm>
            <a:off x="1389888" y="3255264"/>
            <a:ext cx="10140696" cy="905256"/>
          </a:xfrm>
          <a:prstGeom prst="rect">
            <a:avLst/>
          </a:prstGeom>
          <a:noFill/>
        </p:spPr>
        <p:txBody>
          <a:bodyPr wrap="square" lIns="0" rIns="0" tIns="0" bIns="0" anchor="t">
            <a:spAutoFit/>
          </a:bodyPr>
          <a:lstStyle/>
          <a:p>
            <a:pPr algn="l">
              <a:lnSpc>
                <a:spcPct val="112000"/>
              </a:lnSpc>
              <a:spcBef>
                <a:spcPts val="0"/>
              </a:spcBef>
              <a:spcAft>
                <a:spcPts val="400"/>
              </a:spcAft>
            </a:pPr>
            <a:r>
              <a:rPr sz="2000" b="0" i="0">
                <a:solidFill>
                  <a:srgbClr val="4E4F51"/>
                </a:solidFill>
                <a:latin typeface="Open Sans"/>
                <a:ea typeface="Noto Sans CJK KR"/>
              </a:rPr>
              <a:t>AI 클라이언트 하나: VS Code + GitHub Copilot, Cursor, Claude Code, Claude Desktop</a:t>
            </a:r>
          </a:p>
        </p:txBody>
      </p:sp>
      <p:sp>
        <p:nvSpPr>
          <p:cNvPr id="14" name="Rectangle 13"/>
          <p:cNvSpPr/>
          <p:nvPr/>
        </p:nvSpPr>
        <p:spPr>
          <a:xfrm>
            <a:off x="649224" y="4178808"/>
            <a:ext cx="493776" cy="475488"/>
          </a:xfrm>
          <a:prstGeom prst="rect">
            <a:avLst/>
          </a:prstGeom>
          <a:solidFill>
            <a:srgbClr val="004C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8368" y="4224528"/>
            <a:ext cx="466344" cy="365760"/>
          </a:xfrm>
          <a:prstGeom prst="rect">
            <a:avLst/>
          </a:prstGeom>
          <a:noFill/>
        </p:spPr>
        <p:txBody>
          <a:bodyPr wrap="square" lIns="0" rIns="0" tIns="0" bIns="0" anchor="t">
            <a:spAutoFit/>
          </a:bodyPr>
          <a:lstStyle/>
          <a:p>
            <a:pPr algn="ctr">
              <a:lnSpc>
                <a:spcPct val="112000"/>
              </a:lnSpc>
              <a:spcBef>
                <a:spcPts val="0"/>
              </a:spcBef>
              <a:spcAft>
                <a:spcPts val="0"/>
              </a:spcAft>
            </a:pPr>
            <a:r>
              <a:rPr sz="2100" b="1" i="0">
                <a:solidFill>
                  <a:srgbClr val="FFFFFF"/>
                </a:solidFill>
                <a:latin typeface="Open Sans"/>
                <a:ea typeface="Noto Sans CJK KR"/>
              </a:rPr>
              <a:t>4</a:t>
            </a:r>
          </a:p>
        </p:txBody>
      </p:sp>
      <p:sp>
        <p:nvSpPr>
          <p:cNvPr id="16" name="TextBox 15"/>
          <p:cNvSpPr txBox="1"/>
          <p:nvPr/>
        </p:nvSpPr>
        <p:spPr>
          <a:xfrm>
            <a:off x="1389888" y="4215384"/>
            <a:ext cx="10140696" cy="905256"/>
          </a:xfrm>
          <a:prstGeom prst="rect">
            <a:avLst/>
          </a:prstGeom>
          <a:noFill/>
        </p:spPr>
        <p:txBody>
          <a:bodyPr wrap="square" lIns="0" rIns="0" tIns="0" bIns="0" anchor="t">
            <a:spAutoFit/>
          </a:bodyPr>
          <a:lstStyle/>
          <a:p>
            <a:pPr algn="l">
              <a:lnSpc>
                <a:spcPct val="112000"/>
              </a:lnSpc>
              <a:spcBef>
                <a:spcPts val="0"/>
              </a:spcBef>
              <a:spcAft>
                <a:spcPts val="400"/>
              </a:spcAft>
            </a:pPr>
            <a:r>
              <a:rPr sz="2000" b="0" i="0">
                <a:solidFill>
                  <a:srgbClr val="4E4F51"/>
                </a:solidFill>
                <a:latin typeface="Open Sans"/>
                <a:ea typeface="Noto Sans CJK KR"/>
              </a:rPr>
              <a:t>commander-mcp 스킬팩 설치: github.com/Tricentis/mcp-skills 의 Tosca/Commander/MCP</a:t>
            </a:r>
          </a:p>
        </p:txBody>
      </p:sp>
      <p:sp>
        <p:nvSpPr>
          <p:cNvPr id="17" name="TextBox 16"/>
          <p:cNvSpPr txBox="1"/>
          <p:nvPr/>
        </p:nvSpPr>
        <p:spPr>
          <a:xfrm>
            <a:off x="649224" y="5925312"/>
            <a:ext cx="10881360" cy="420624"/>
          </a:xfrm>
          <a:prstGeom prst="rect">
            <a:avLst/>
          </a:prstGeom>
          <a:noFill/>
        </p:spPr>
        <p:txBody>
          <a:bodyPr wrap="square" lIns="0" rIns="0" tIns="0" bIns="0" anchor="t">
            <a:spAutoFit/>
          </a:bodyPr>
          <a:lstStyle/>
          <a:p>
            <a:pPr algn="l">
              <a:lnSpc>
                <a:spcPct val="112000"/>
              </a:lnSpc>
              <a:spcBef>
                <a:spcPts val="0"/>
              </a:spcBef>
              <a:spcAft>
                <a:spcPts val="400"/>
              </a:spcAft>
            </a:pPr>
            <a:r>
              <a:rPr sz="1250" b="0" i="0">
                <a:solidFill>
                  <a:srgbClr val="4E4F51"/>
                </a:solidFill>
                <a:latin typeface="Open Sans"/>
                <a:ea typeface="Noto Sans CJK KR"/>
              </a:rPr>
              <a:t>Tricentis 문서는 스킬팩을 함께 쓰라고 권하고, 스킬팩 안내서는 MCP 연결과 스킬팩이 둘 다 필요하다고 설명합니다.</a:t>
            </a:r>
          </a:p>
        </p:txBody>
      </p:sp>
      <p:sp>
        <p:nvSpPr>
          <p:cNvPr id="18" name="TextBox 17"/>
          <p:cNvSpPr txBox="1"/>
          <p:nvPr/>
        </p:nvSpPr>
        <p:spPr>
          <a:xfrm>
            <a:off x="9784080" y="6373368"/>
            <a:ext cx="1737360" cy="109728"/>
          </a:xfrm>
          <a:prstGeom prst="rect">
            <a:avLst/>
          </a:prstGeom>
          <a:noFill/>
        </p:spPr>
        <p:txBody>
          <a:bodyPr wrap="square" lIns="0" rIns="0" tIns="0" bIns="0" anchor="t">
            <a:spAutoFit/>
          </a:bodyPr>
          <a:lstStyle/>
          <a:p>
            <a:pPr algn="r">
              <a:lnSpc>
                <a:spcPct val="112000"/>
              </a:lnSpc>
              <a:spcBef>
                <a:spcPts val="0"/>
              </a:spcBef>
              <a:spcAft>
                <a:spcPts val="0"/>
              </a:spcAft>
            </a:pPr>
            <a:r>
              <a:rPr sz="750" b="0" i="0">
                <a:solidFill>
                  <a:srgbClr val="4E4F51"/>
                </a:solidFill>
                <a:latin typeface="Open Sans"/>
                <a:ea typeface="Noto Sans CJK KR"/>
              </a:rPr>
              <a:t>워크북 2.1 · 2.3</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6" name="Title 5"/>
          <p:cNvSpPr>
            <a:spLocks noGrp="1"/>
          </p:cNvSpPr>
          <p:nvPr>
            <p:ph type="title"/>
          </p:nvPr>
        </p:nvSpPr>
        <p:spPr/>
        <p:txBody>
          <a:bodyPr/>
          <a:lstStyle/>
          <a:p>
            <a:r>
              <a:rPr sz="3100" b="0" i="0">
                <a:solidFill>
                  <a:srgbClr val="004C97"/>
                </a:solidFill>
                <a:latin typeface="Open Sans"/>
                <a:ea typeface="Noto Sans CJK KR"/>
              </a:rPr>
              <a:t>연결 설정은 서버 주소 한 줄</a:t>
            </a:r>
          </a:p>
        </p:txBody>
      </p:sp>
      <p:sp>
        <p:nvSpPr>
          <p:cNvPr id="7" name="TextBox 6"/>
          <p:cNvSpPr txBox="1"/>
          <p:nvPr/>
        </p:nvSpPr>
        <p:spPr>
          <a:xfrm>
            <a:off x="1828800" y="6510528"/>
            <a:ext cx="8046720" cy="210312"/>
          </a:xfrm>
          <a:prstGeom prst="rect">
            <a:avLst/>
          </a:prstGeom>
          <a:noFill/>
        </p:spPr>
        <p:txBody>
          <a:bodyPr wrap="square" lIns="0" rIns="0" tIns="0" bIns="0" anchor="t">
            <a:spAutoFit/>
          </a:bodyPr>
          <a:lstStyle/>
          <a:p>
            <a:pPr algn="l">
              <a:lnSpc>
                <a:spcPct val="112000"/>
              </a:lnSpc>
              <a:spcBef>
                <a:spcPts val="0"/>
              </a:spcBef>
              <a:spcAft>
                <a:spcPts val="0"/>
              </a:spcAft>
            </a:pPr>
            <a:r>
              <a:rPr sz="1000" b="0" i="0">
                <a:solidFill>
                  <a:srgbClr val="FFFFFF"/>
                </a:solidFill>
                <a:latin typeface="Open Sans"/>
                <a:ea typeface="Noto Sans CJK KR"/>
              </a:rPr>
              <a:t>Tosca Commander MCP 입문  |  AI 어시스턴트 실습</a:t>
            </a:r>
          </a:p>
        </p:txBody>
      </p:sp>
      <p:sp>
        <p:nvSpPr>
          <p:cNvPr id="8" name="TextBox 7"/>
          <p:cNvSpPr txBox="1"/>
          <p:nvPr/>
        </p:nvSpPr>
        <p:spPr>
          <a:xfrm>
            <a:off x="11503152" y="6510528"/>
            <a:ext cx="292608" cy="228600"/>
          </a:xfrm>
          <a:prstGeom prst="rect">
            <a:avLst/>
          </a:prstGeom>
          <a:noFill/>
        </p:spPr>
        <p:txBody>
          <a:bodyPr wrap="none" lIns="0" rIns="0" tIns="0" bIns="0">
            <a:spAutoFit/>
          </a:bodyPr>
          <a:lstStyle/>
          <a:p>
            <a:pPr algn="l"/>
            <a:fld id="{5C7A3F71-3D8E-4C1B-9A44-2E5B7D0F6A11}" type="slidenum">
              <a:rPr lang="ko-KR" sz="1100">
                <a:solidFill>
                  <a:srgbClr val="FFFFFF"/>
                </a:solidFill>
                <a:latin typeface="Open Sans"/>
                <a:ea typeface="Noto Sans CJK KR"/>
              </a:rPr>
              <a:t>15</a:t>
            </a:fld>
          </a:p>
        </p:txBody>
      </p:sp>
      <p:graphicFrame>
        <p:nvGraphicFramePr>
          <p:cNvPr id="9" name="Table 8"/>
          <p:cNvGraphicFramePr>
            <a:graphicFrameLocks noGrp="1"/>
          </p:cNvGraphicFramePr>
          <p:nvPr/>
        </p:nvGraphicFramePr>
        <p:xfrm>
          <a:off x="649224" y="1298448"/>
          <a:ext cx="5394960" cy="3024423"/>
        </p:xfrm>
        <a:graphic>
          <a:graphicData uri="http://schemas.openxmlformats.org/drawingml/2006/table">
            <a:tbl>
              <a:tblPr firstRow="1" bandRow="1">
                <a:tableStyleId>{5C22544A-7EE6-4342-B048-85BDC9FD1C3A}</a:tableStyleId>
              </a:tblPr>
              <a:tblGrid>
                <a:gridCol w="2194560"/>
                <a:gridCol w="3200400"/>
              </a:tblGrid>
              <a:tr h="457200">
                <a:tc>
                  <a:txBody>
                    <a:bodyPr wrap="square"/>
                    <a:lstStyle/>
                    <a:p>
                      <a:pPr>
                        <a:lnSpc>
                          <a:spcPct val="106000"/>
                        </a:lnSpc>
                        <a:spcAft>
                          <a:spcPts val="0"/>
                        </a:spcAft>
                      </a:pPr>
                      <a:r>
                        <a:rPr sz="1550" b="1" i="0">
                          <a:solidFill>
                            <a:srgbClr val="FFFFFF"/>
                          </a:solidFill>
                          <a:latin typeface="Open Sans"/>
                          <a:ea typeface="Noto Sans CJK KR"/>
                        </a:rPr>
                        <a:t>클라이언트</a:t>
                      </a:r>
                    </a:p>
                  </a:txBody>
                  <a:tcPr marL="109728" marR="91440" marT="54864" marB="45720" anchor="ctr">
                    <a:solidFill>
                      <a:srgbClr val="004C97"/>
                    </a:solidFill>
                  </a:tcPr>
                </a:tc>
                <a:tc>
                  <a:txBody>
                    <a:bodyPr wrap="square"/>
                    <a:lstStyle/>
                    <a:p>
                      <a:pPr>
                        <a:lnSpc>
                          <a:spcPct val="106000"/>
                        </a:lnSpc>
                        <a:spcAft>
                          <a:spcPts val="0"/>
                        </a:spcAft>
                      </a:pPr>
                      <a:r>
                        <a:rPr sz="1550" b="1" i="0">
                          <a:solidFill>
                            <a:srgbClr val="FFFFFF"/>
                          </a:solidFill>
                          <a:latin typeface="Open Sans"/>
                          <a:ea typeface="Noto Sans CJK KR"/>
                        </a:rPr>
                        <a:t>등록하는 곳</a:t>
                      </a:r>
                    </a:p>
                  </a:txBody>
                  <a:tcPr marL="109728" marR="91440" marT="54864" marB="45720" anchor="ctr">
                    <a:solidFill>
                      <a:srgbClr val="004C97"/>
                    </a:solidFill>
                  </a:tcPr>
                </a:tc>
              </a:tr>
              <a:tr h="666765">
                <a:tc>
                  <a:txBody>
                    <a:bodyPr wrap="square"/>
                    <a:lstStyle/>
                    <a:p>
                      <a:pPr>
                        <a:lnSpc>
                          <a:spcPct val="106000"/>
                        </a:lnSpc>
                        <a:spcAft>
                          <a:spcPts val="0"/>
                        </a:spcAft>
                      </a:pPr>
                      <a:r>
                        <a:rPr sz="1450" b="1" i="0">
                          <a:solidFill>
                            <a:srgbClr val="4E4F51"/>
                          </a:solidFill>
                          <a:latin typeface="Open Sans"/>
                          <a:ea typeface="Noto Sans CJK KR"/>
                        </a:rPr>
                        <a:t>VS Code + GitHub Copilot</a:t>
                      </a:r>
                    </a:p>
                  </a:txBody>
                  <a:tcPr marL="109728" marR="91440" marT="54864" marB="45720" anchor="ctr">
                    <a:solidFill>
                      <a:srgbClr val="F1F5F9"/>
                    </a:solidFill>
                  </a:tcPr>
                </a:tc>
                <a:tc>
                  <a:txBody>
                    <a:bodyPr wrap="square"/>
                    <a:lstStyle/>
                    <a:p>
                      <a:pPr>
                        <a:lnSpc>
                          <a:spcPct val="106000"/>
                        </a:lnSpc>
                        <a:spcAft>
                          <a:spcPts val="0"/>
                        </a:spcAft>
                      </a:pPr>
                      <a:r>
                        <a:rPr sz="1450" b="0" i="0">
                          <a:solidFill>
                            <a:srgbClr val="4E4F51"/>
                          </a:solidFill>
                          <a:latin typeface="Open Sans"/>
                          <a:ea typeface="Noto Sans CJK KR"/>
                        </a:rPr>
                        <a:t>프로젝트 폴더의 .vscode/mcp.json</a:t>
                      </a:r>
                    </a:p>
                  </a:txBody>
                  <a:tcPr marL="109728" marR="91440" marT="54864" marB="45720" anchor="ctr">
                    <a:solidFill>
                      <a:srgbClr val="F1F5F9"/>
                    </a:solidFill>
                  </a:tcPr>
                </a:tc>
              </a:tr>
              <a:tr h="666765">
                <a:tc>
                  <a:txBody>
                    <a:bodyPr wrap="square"/>
                    <a:lstStyle/>
                    <a:p>
                      <a:pPr>
                        <a:lnSpc>
                          <a:spcPct val="106000"/>
                        </a:lnSpc>
                        <a:spcAft>
                          <a:spcPts val="0"/>
                        </a:spcAft>
                      </a:pPr>
                      <a:r>
                        <a:rPr sz="1450" b="1" i="0">
                          <a:solidFill>
                            <a:srgbClr val="4E4F51"/>
                          </a:solidFill>
                          <a:latin typeface="Open Sans"/>
                          <a:ea typeface="Noto Sans CJK KR"/>
                        </a:rPr>
                        <a:t>Cursor</a:t>
                      </a:r>
                    </a:p>
                  </a:txBody>
                  <a:tcPr marL="109728" marR="91440" marT="54864" marB="45720" anchor="ctr">
                    <a:solidFill>
                      <a:srgbClr val="FFFFFF"/>
                    </a:solidFill>
                  </a:tcPr>
                </a:tc>
                <a:tc>
                  <a:txBody>
                    <a:bodyPr wrap="square"/>
                    <a:lstStyle/>
                    <a:p>
                      <a:pPr>
                        <a:lnSpc>
                          <a:spcPct val="106000"/>
                        </a:lnSpc>
                        <a:spcAft>
                          <a:spcPts val="0"/>
                        </a:spcAft>
                      </a:pPr>
                      <a:r>
                        <a:rPr sz="1450" b="0" i="0">
                          <a:solidFill>
                            <a:srgbClr val="4E4F51"/>
                          </a:solidFill>
                          <a:latin typeface="Open Sans"/>
                          <a:ea typeface="Noto Sans CJK KR"/>
                        </a:rPr>
                        <a:t>Settings → MCP → Add server (또는 .cursor/mcp.json)</a:t>
                      </a:r>
                    </a:p>
                  </a:txBody>
                  <a:tcPr marL="109728" marR="91440" marT="54864" marB="45720" anchor="ctr">
                    <a:solidFill>
                      <a:srgbClr val="FFFFFF"/>
                    </a:solidFill>
                  </a:tcPr>
                </a:tc>
              </a:tr>
              <a:tr h="566928">
                <a:tc>
                  <a:txBody>
                    <a:bodyPr wrap="square"/>
                    <a:lstStyle/>
                    <a:p>
                      <a:pPr>
                        <a:lnSpc>
                          <a:spcPct val="106000"/>
                        </a:lnSpc>
                        <a:spcAft>
                          <a:spcPts val="0"/>
                        </a:spcAft>
                      </a:pPr>
                      <a:r>
                        <a:rPr sz="1450" b="1" i="0">
                          <a:solidFill>
                            <a:srgbClr val="4E4F51"/>
                          </a:solidFill>
                          <a:latin typeface="Open Sans"/>
                          <a:ea typeface="Noto Sans CJK KR"/>
                        </a:rPr>
                        <a:t>Claude Code</a:t>
                      </a:r>
                    </a:p>
                  </a:txBody>
                  <a:tcPr marL="109728" marR="91440" marT="54864" marB="45720" anchor="ctr">
                    <a:solidFill>
                      <a:srgbClr val="F1F5F9"/>
                    </a:solidFill>
                  </a:tcPr>
                </a:tc>
                <a:tc>
                  <a:txBody>
                    <a:bodyPr wrap="square"/>
                    <a:lstStyle/>
                    <a:p>
                      <a:pPr>
                        <a:lnSpc>
                          <a:spcPct val="106000"/>
                        </a:lnSpc>
                        <a:spcAft>
                          <a:spcPts val="0"/>
                        </a:spcAft>
                      </a:pPr>
                      <a:r>
                        <a:rPr sz="1450" b="0" i="0">
                          <a:solidFill>
                            <a:srgbClr val="4E4F51"/>
                          </a:solidFill>
                          <a:latin typeface="Open Sans"/>
                          <a:ea typeface="Noto Sans CJK KR"/>
                        </a:rPr>
                        <a:t>터미널에서 한 번 실행</a:t>
                      </a:r>
                    </a:p>
                  </a:txBody>
                  <a:tcPr marL="109728" marR="91440" marT="54864" marB="45720" anchor="ctr">
                    <a:solidFill>
                      <a:srgbClr val="F1F5F9"/>
                    </a:solidFill>
                  </a:tcPr>
                </a:tc>
              </a:tr>
              <a:tr h="666765">
                <a:tc>
                  <a:txBody>
                    <a:bodyPr wrap="square"/>
                    <a:lstStyle/>
                    <a:p>
                      <a:pPr>
                        <a:lnSpc>
                          <a:spcPct val="106000"/>
                        </a:lnSpc>
                        <a:spcAft>
                          <a:spcPts val="0"/>
                        </a:spcAft>
                      </a:pPr>
                      <a:r>
                        <a:rPr sz="1450" b="1" i="0">
                          <a:solidFill>
                            <a:srgbClr val="4E4F51"/>
                          </a:solidFill>
                          <a:latin typeface="Open Sans"/>
                          <a:ea typeface="Noto Sans CJK KR"/>
                        </a:rPr>
                        <a:t>Claude Desktop</a:t>
                      </a:r>
                    </a:p>
                  </a:txBody>
                  <a:tcPr marL="109728" marR="91440" marT="54864" marB="45720" anchor="ctr">
                    <a:solidFill>
                      <a:srgbClr val="FFFFFF"/>
                    </a:solidFill>
                  </a:tcPr>
                </a:tc>
                <a:tc>
                  <a:txBody>
                    <a:bodyPr wrap="square"/>
                    <a:lstStyle/>
                    <a:p>
                      <a:pPr>
                        <a:lnSpc>
                          <a:spcPct val="106000"/>
                        </a:lnSpc>
                        <a:spcAft>
                          <a:spcPts val="0"/>
                        </a:spcAft>
                      </a:pPr>
                      <a:r>
                        <a:rPr sz="1450" b="0" i="0">
                          <a:solidFill>
                            <a:srgbClr val="4E4F51"/>
                          </a:solidFill>
                          <a:latin typeface="Open Sans"/>
                          <a:ea typeface="Noto Sans CJK KR"/>
                        </a:rPr>
                        <a:t>설정 → 개발자 → 구성 편집 (claude_desktop_config.json)</a:t>
                      </a:r>
                    </a:p>
                  </a:txBody>
                  <a:tcPr marL="109728" marR="91440" marT="54864" marB="45720" anchor="ctr">
                    <a:solidFill>
                      <a:srgbClr val="FFFFFF"/>
                    </a:solidFill>
                  </a:tcPr>
                </a:tc>
              </a:tr>
            </a:tbl>
          </a:graphicData>
        </a:graphic>
      </p:graphicFrame>
      <p:sp>
        <p:nvSpPr>
          <p:cNvPr id="10" name="TextBox 9"/>
          <p:cNvSpPr txBox="1"/>
          <p:nvPr/>
        </p:nvSpPr>
        <p:spPr>
          <a:xfrm>
            <a:off x="6309360" y="1298448"/>
            <a:ext cx="5212080" cy="411480"/>
          </a:xfrm>
          <a:prstGeom prst="rect">
            <a:avLst/>
          </a:prstGeom>
          <a:noFill/>
        </p:spPr>
        <p:txBody>
          <a:bodyPr wrap="square" lIns="0" rIns="0" tIns="0" bIns="0" anchor="t">
            <a:spAutoFit/>
          </a:bodyPr>
          <a:lstStyle/>
          <a:p>
            <a:pPr algn="l">
              <a:lnSpc>
                <a:spcPct val="112000"/>
              </a:lnSpc>
              <a:spcBef>
                <a:spcPts val="0"/>
              </a:spcBef>
              <a:spcAft>
                <a:spcPts val="400"/>
              </a:spcAft>
            </a:pPr>
            <a:r>
              <a:rPr sz="1800" b="1" i="0">
                <a:solidFill>
                  <a:srgbClr val="004C97"/>
                </a:solidFill>
                <a:latin typeface="Open Sans"/>
                <a:ea typeface="Noto Sans CJK KR"/>
              </a:rPr>
              <a:t>VS Code 예시 · .vscode/mcp.json</a:t>
            </a:r>
          </a:p>
        </p:txBody>
      </p:sp>
      <p:sp>
        <p:nvSpPr>
          <p:cNvPr id="11" name="Rectangle 10"/>
          <p:cNvSpPr/>
          <p:nvPr/>
        </p:nvSpPr>
        <p:spPr>
          <a:xfrm>
            <a:off x="6309360" y="1783080"/>
            <a:ext cx="5221224" cy="2606040"/>
          </a:xfrm>
          <a:prstGeom prst="rect">
            <a:avLst/>
          </a:prstGeom>
          <a:solidFill>
            <a:srgbClr val="F1F5F9"/>
          </a:solidFill>
          <a:ln w="10160">
            <a:solidFill>
              <a:srgbClr val="DCE5E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537960" y="1938528"/>
            <a:ext cx="4846320" cy="2377440"/>
          </a:xfrm>
          <a:prstGeom prst="rect">
            <a:avLst/>
          </a:prstGeom>
          <a:noFill/>
        </p:spPr>
        <p:txBody>
          <a:bodyPr wrap="square" lIns="0" rIns="0" tIns="0" bIns="0" anchor="t">
            <a:spAutoFit/>
          </a:bodyPr>
          <a:lstStyle/>
          <a:p>
            <a:pPr algn="l">
              <a:lnSpc>
                <a:spcPct val="100000"/>
              </a:lnSpc>
              <a:spcBef>
                <a:spcPts val="0"/>
              </a:spcBef>
              <a:spcAft>
                <a:spcPts val="0"/>
              </a:spcAft>
            </a:pPr>
            <a:r>
              <a:rPr sz="1400" b="0" i="0">
                <a:solidFill>
                  <a:srgbClr val="4E4F51"/>
                </a:solidFill>
                <a:latin typeface="Consolas"/>
                <a:ea typeface="Noto Sans CJK KR"/>
              </a:rPr>
              <a:t>{</a:t>
            </a:r>
          </a:p>
          <a:p>
            <a:pPr algn="l">
              <a:lnSpc>
                <a:spcPct val="100000"/>
              </a:lnSpc>
              <a:spcBef>
                <a:spcPts val="0"/>
              </a:spcBef>
              <a:spcAft>
                <a:spcPts val="0"/>
              </a:spcAft>
            </a:pPr>
            <a:r>
              <a:rPr sz="1400" b="0" i="0">
                <a:solidFill>
                  <a:srgbClr val="4E4F51"/>
                </a:solidFill>
                <a:latin typeface="Consolas"/>
                <a:ea typeface="Noto Sans CJK KR"/>
              </a:rPr>
              <a:t>  "servers": {</a:t>
            </a:r>
          </a:p>
          <a:p>
            <a:pPr algn="l">
              <a:lnSpc>
                <a:spcPct val="100000"/>
              </a:lnSpc>
              <a:spcBef>
                <a:spcPts val="0"/>
              </a:spcBef>
              <a:spcAft>
                <a:spcPts val="0"/>
              </a:spcAft>
            </a:pPr>
            <a:r>
              <a:rPr sz="1400" b="0" i="0">
                <a:solidFill>
                  <a:srgbClr val="4E4F51"/>
                </a:solidFill>
                <a:latin typeface="Consolas"/>
                <a:ea typeface="Noto Sans CJK KR"/>
              </a:rPr>
              <a:t>    "tosca-commander": {</a:t>
            </a:r>
          </a:p>
          <a:p>
            <a:pPr algn="l">
              <a:lnSpc>
                <a:spcPct val="100000"/>
              </a:lnSpc>
              <a:spcBef>
                <a:spcPts val="0"/>
              </a:spcBef>
              <a:spcAft>
                <a:spcPts val="0"/>
              </a:spcAft>
            </a:pPr>
            <a:r>
              <a:rPr sz="1400" b="0" i="0">
                <a:solidFill>
                  <a:srgbClr val="4E4F51"/>
                </a:solidFill>
                <a:latin typeface="Consolas"/>
                <a:ea typeface="Noto Sans CJK KR"/>
              </a:rPr>
              <a:t>      "type": "http",</a:t>
            </a:r>
          </a:p>
          <a:p>
            <a:pPr algn="l">
              <a:lnSpc>
                <a:spcPct val="100000"/>
              </a:lnSpc>
              <a:spcBef>
                <a:spcPts val="0"/>
              </a:spcBef>
              <a:spcAft>
                <a:spcPts val="0"/>
              </a:spcAft>
            </a:pPr>
            <a:r>
              <a:rPr sz="1400" b="0" i="0">
                <a:solidFill>
                  <a:srgbClr val="4E4F51"/>
                </a:solidFill>
                <a:latin typeface="Consolas"/>
                <a:ea typeface="Noto Sans CJK KR"/>
              </a:rPr>
              <a:t>      "url": "http://127.0.0.1:46248/mcp"</a:t>
            </a:r>
          </a:p>
          <a:p>
            <a:pPr algn="l">
              <a:lnSpc>
                <a:spcPct val="100000"/>
              </a:lnSpc>
              <a:spcBef>
                <a:spcPts val="0"/>
              </a:spcBef>
              <a:spcAft>
                <a:spcPts val="0"/>
              </a:spcAft>
            </a:pPr>
            <a:r>
              <a:rPr sz="1400" b="0" i="0">
                <a:solidFill>
                  <a:srgbClr val="4E4F51"/>
                </a:solidFill>
                <a:latin typeface="Consolas"/>
                <a:ea typeface="Noto Sans CJK KR"/>
              </a:rPr>
              <a:t>    }</a:t>
            </a:r>
          </a:p>
          <a:p>
            <a:pPr algn="l">
              <a:lnSpc>
                <a:spcPct val="100000"/>
              </a:lnSpc>
              <a:spcBef>
                <a:spcPts val="0"/>
              </a:spcBef>
              <a:spcAft>
                <a:spcPts val="0"/>
              </a:spcAft>
            </a:pPr>
            <a:r>
              <a:rPr sz="1400" b="0" i="0">
                <a:solidFill>
                  <a:srgbClr val="4E4F51"/>
                </a:solidFill>
                <a:latin typeface="Consolas"/>
                <a:ea typeface="Noto Sans CJK KR"/>
              </a:rPr>
              <a:t>  }</a:t>
            </a:r>
          </a:p>
          <a:p>
            <a:pPr algn="l">
              <a:lnSpc>
                <a:spcPct val="100000"/>
              </a:lnSpc>
              <a:spcBef>
                <a:spcPts val="0"/>
              </a:spcBef>
              <a:spcAft>
                <a:spcPts val="0"/>
              </a:spcAft>
            </a:pPr>
            <a:r>
              <a:rPr sz="1400" b="0" i="0">
                <a:solidFill>
                  <a:srgbClr val="4E4F51"/>
                </a:solidFill>
                <a:latin typeface="Consolas"/>
                <a:ea typeface="Noto Sans CJK KR"/>
              </a:rPr>
              <a:t>}</a:t>
            </a:r>
          </a:p>
        </p:txBody>
      </p:sp>
      <p:sp>
        <p:nvSpPr>
          <p:cNvPr id="13" name="TextBox 12"/>
          <p:cNvSpPr txBox="1"/>
          <p:nvPr/>
        </p:nvSpPr>
        <p:spPr>
          <a:xfrm>
            <a:off x="6309360" y="4572000"/>
            <a:ext cx="5212080" cy="1005840"/>
          </a:xfrm>
          <a:prstGeom prst="rect">
            <a:avLst/>
          </a:prstGeom>
          <a:noFill/>
        </p:spPr>
        <p:txBody>
          <a:bodyPr wrap="square" lIns="0" rIns="0" tIns="0" bIns="0" anchor="t">
            <a:spAutoFit/>
          </a:bodyPr>
          <a:lstStyle/>
          <a:p>
            <a:pPr algn="l">
              <a:lnSpc>
                <a:spcPct val="112000"/>
              </a:lnSpc>
              <a:spcBef>
                <a:spcPts val="0"/>
              </a:spcBef>
              <a:spcAft>
                <a:spcPts val="400"/>
              </a:spcAft>
            </a:pPr>
            <a:r>
              <a:rPr sz="1600" b="0" i="0">
                <a:solidFill>
                  <a:srgbClr val="4E4F51"/>
                </a:solidFill>
                <a:latin typeface="Open Sans"/>
                <a:ea typeface="Noto Sans CJK KR"/>
              </a:rPr>
              <a:t>Copilot Chat을 Agent 모드로 바꾸고, 도구 목록에 tosca-commander가 켜져 있는지 확인합니다.</a:t>
            </a:r>
          </a:p>
        </p:txBody>
      </p:sp>
      <p:sp>
        <p:nvSpPr>
          <p:cNvPr id="14" name="TextBox 13"/>
          <p:cNvSpPr txBox="1"/>
          <p:nvPr/>
        </p:nvSpPr>
        <p:spPr>
          <a:xfrm>
            <a:off x="649224" y="5925312"/>
            <a:ext cx="10881360" cy="420624"/>
          </a:xfrm>
          <a:prstGeom prst="rect">
            <a:avLst/>
          </a:prstGeom>
          <a:noFill/>
        </p:spPr>
        <p:txBody>
          <a:bodyPr wrap="square" lIns="0" rIns="0" tIns="0" bIns="0" anchor="t">
            <a:spAutoFit/>
          </a:bodyPr>
          <a:lstStyle/>
          <a:p>
            <a:pPr algn="l">
              <a:lnSpc>
                <a:spcPct val="112000"/>
              </a:lnSpc>
              <a:spcBef>
                <a:spcPts val="0"/>
              </a:spcBef>
              <a:spcAft>
                <a:spcPts val="400"/>
              </a:spcAft>
            </a:pPr>
            <a:r>
              <a:rPr sz="1250" b="0" i="0">
                <a:solidFill>
                  <a:srgbClr val="4E4F51"/>
                </a:solidFill>
                <a:latin typeface="Open Sans"/>
                <a:ea typeface="Noto Sans CJK KR"/>
              </a:rPr>
              <a:t>포트 46248이 기본값입니다. 디버그 빌드는 8080, Commander MCP 설정에서 바꿨다면 그 값을 씁니다.</a:t>
            </a:r>
          </a:p>
        </p:txBody>
      </p:sp>
      <p:sp>
        <p:nvSpPr>
          <p:cNvPr id="15" name="TextBox 14"/>
          <p:cNvSpPr txBox="1"/>
          <p:nvPr/>
        </p:nvSpPr>
        <p:spPr>
          <a:xfrm>
            <a:off x="9784080" y="6373368"/>
            <a:ext cx="1737360" cy="109728"/>
          </a:xfrm>
          <a:prstGeom prst="rect">
            <a:avLst/>
          </a:prstGeom>
          <a:noFill/>
        </p:spPr>
        <p:txBody>
          <a:bodyPr wrap="square" lIns="0" rIns="0" tIns="0" bIns="0" anchor="t">
            <a:spAutoFit/>
          </a:bodyPr>
          <a:lstStyle/>
          <a:p>
            <a:pPr algn="r">
              <a:lnSpc>
                <a:spcPct val="112000"/>
              </a:lnSpc>
              <a:spcBef>
                <a:spcPts val="0"/>
              </a:spcBef>
              <a:spcAft>
                <a:spcPts val="0"/>
              </a:spcAft>
            </a:pPr>
            <a:r>
              <a:rPr sz="750" b="0" i="0">
                <a:solidFill>
                  <a:srgbClr val="4E4F51"/>
                </a:solidFill>
                <a:latin typeface="Open Sans"/>
                <a:ea typeface="Noto Sans CJK KR"/>
              </a:rPr>
              <a:t>워크북 2.2</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p:txBody>
          <a:bodyPr/>
          <a:lstStyle/>
          <a:p>
            <a:r>
              <a:rPr sz="3800" b="0" i="0">
                <a:solidFill>
                  <a:srgbClr val="004C97"/>
                </a:solidFill>
                <a:latin typeface="Open Sans"/>
                <a:ea typeface="Noto Sans CJK KR"/>
              </a:rPr>
              <a:t>02</a:t>
            </a:r>
          </a:p>
          <a:p>
            <a:r>
              <a:rPr sz="3800" b="0" i="0">
                <a:solidFill>
                  <a:srgbClr val="004C97"/>
                </a:solidFill>
                <a:latin typeface="Open Sans"/>
                <a:ea typeface="Noto Sans CJK KR"/>
              </a:rPr>
              <a:t>실습: 테스트케이스 만들기</a:t>
            </a:r>
          </a:p>
        </p:txBody>
      </p:sp>
      <p:sp>
        <p:nvSpPr>
          <p:cNvPr id="3" name="TextBox 2"/>
          <p:cNvSpPr txBox="1"/>
          <p:nvPr/>
        </p:nvSpPr>
        <p:spPr>
          <a:xfrm>
            <a:off x="658368" y="3831336"/>
            <a:ext cx="6995160" cy="1600200"/>
          </a:xfrm>
          <a:prstGeom prst="rect">
            <a:avLst/>
          </a:prstGeom>
          <a:noFill/>
        </p:spPr>
        <p:txBody>
          <a:bodyPr wrap="square" lIns="0" rIns="0" tIns="0" bIns="0" anchor="t">
            <a:spAutoFit/>
          </a:bodyPr>
          <a:lstStyle/>
          <a:p>
            <a:pPr algn="l">
              <a:lnSpc>
                <a:spcPct val="112000"/>
              </a:lnSpc>
              <a:spcBef>
                <a:spcPts val="0"/>
              </a:spcBef>
              <a:spcAft>
                <a:spcPts val="400"/>
              </a:spcAft>
            </a:pPr>
            <a:r>
              <a:rPr sz="2300" b="0" i="0">
                <a:solidFill>
                  <a:srgbClr val="4E4F51"/>
                </a:solidFill>
                <a:latin typeface="Open Sans"/>
                <a:ea typeface="Noto Sans CJK KR"/>
              </a:rPr>
              <a:t>Lab 0 연결 확인부터 Lab 5 저장까지</a:t>
            </a:r>
          </a:p>
          <a:p>
            <a:pPr algn="l">
              <a:lnSpc>
                <a:spcPct val="112000"/>
              </a:lnSpc>
              <a:spcBef>
                <a:spcPts val="0"/>
              </a:spcBef>
              <a:spcAft>
                <a:spcPts val="400"/>
              </a:spcAft>
            </a:pPr>
            <a:r>
              <a:rPr sz="2300" b="0" i="0">
                <a:solidFill>
                  <a:srgbClr val="4E4F51"/>
                </a:solidFill>
                <a:latin typeface="Open Sans"/>
                <a:ea typeface="Noto Sans CJK KR"/>
              </a:rPr>
              <a:t>90분, Lab 3 다음에 휴식 10분</a:t>
            </a:r>
          </a:p>
        </p:txBody>
      </p:sp>
      <p:sp>
        <p:nvSpPr>
          <p:cNvPr id="4" name="TextBox 3"/>
          <p:cNvSpPr txBox="1"/>
          <p:nvPr/>
        </p:nvSpPr>
        <p:spPr>
          <a:xfrm>
            <a:off x="658368" y="5815584"/>
            <a:ext cx="6766560" cy="402336"/>
          </a:xfrm>
          <a:prstGeom prst="rect">
            <a:avLst/>
          </a:prstGeom>
          <a:noFill/>
        </p:spPr>
        <p:txBody>
          <a:bodyPr wrap="square" lIns="0" rIns="0" tIns="0" bIns="0" anchor="t">
            <a:spAutoFit/>
          </a:bodyPr>
          <a:lstStyle/>
          <a:p>
            <a:pPr algn="l">
              <a:lnSpc>
                <a:spcPct val="112000"/>
              </a:lnSpc>
              <a:spcBef>
                <a:spcPts val="0"/>
              </a:spcBef>
              <a:spcAft>
                <a:spcPts val="400"/>
              </a:spcAft>
            </a:pPr>
            <a:r>
              <a:rPr sz="1200" b="0" i="0">
                <a:solidFill>
                  <a:srgbClr val="4E4F51"/>
                </a:solidFill>
                <a:latin typeface="Open Sans"/>
                <a:ea typeface="Noto Sans CJK KR"/>
              </a:rPr>
              <a:t>Tosca Commander MCP 입문 · 실습 자료 v1.0</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100" b="0" i="0">
                <a:solidFill>
                  <a:srgbClr val="004C97"/>
                </a:solidFill>
                <a:latin typeface="Open Sans"/>
                <a:ea typeface="Noto Sans CJK KR"/>
              </a:rPr>
              <a:t>실습 대상: Demo Web Shop 로그인 화면</a:t>
            </a:r>
          </a:p>
        </p:txBody>
      </p:sp>
      <p:sp>
        <p:nvSpPr>
          <p:cNvPr id="3" name="TextBox 2"/>
          <p:cNvSpPr txBox="1"/>
          <p:nvPr/>
        </p:nvSpPr>
        <p:spPr>
          <a:xfrm>
            <a:off x="1828800" y="6510528"/>
            <a:ext cx="8046720" cy="210312"/>
          </a:xfrm>
          <a:prstGeom prst="rect">
            <a:avLst/>
          </a:prstGeom>
          <a:noFill/>
        </p:spPr>
        <p:txBody>
          <a:bodyPr wrap="square" lIns="0" rIns="0" tIns="0" bIns="0" anchor="t">
            <a:spAutoFit/>
          </a:bodyPr>
          <a:lstStyle/>
          <a:p>
            <a:pPr algn="l">
              <a:lnSpc>
                <a:spcPct val="112000"/>
              </a:lnSpc>
              <a:spcBef>
                <a:spcPts val="0"/>
              </a:spcBef>
              <a:spcAft>
                <a:spcPts val="0"/>
              </a:spcAft>
            </a:pPr>
            <a:r>
              <a:rPr sz="1000" b="0" i="0">
                <a:solidFill>
                  <a:srgbClr val="FFFFFF"/>
                </a:solidFill>
                <a:latin typeface="Open Sans"/>
                <a:ea typeface="Noto Sans CJK KR"/>
              </a:rPr>
              <a:t>Tosca Commander MCP 입문  |  AI 어시스턴트 실습</a:t>
            </a:r>
          </a:p>
        </p:txBody>
      </p:sp>
      <p:sp>
        <p:nvSpPr>
          <p:cNvPr id="4" name="TextBox 3"/>
          <p:cNvSpPr txBox="1"/>
          <p:nvPr/>
        </p:nvSpPr>
        <p:spPr>
          <a:xfrm>
            <a:off x="11503152" y="6510528"/>
            <a:ext cx="292608" cy="228600"/>
          </a:xfrm>
          <a:prstGeom prst="rect">
            <a:avLst/>
          </a:prstGeom>
          <a:noFill/>
        </p:spPr>
        <p:txBody>
          <a:bodyPr wrap="none" lIns="0" rIns="0" tIns="0" bIns="0">
            <a:spAutoFit/>
          </a:bodyPr>
          <a:lstStyle/>
          <a:p>
            <a:pPr algn="l"/>
            <a:fld id="{5C7A3F71-3D8E-4C1B-9A44-2E5B7D0F6A11}" type="slidenum">
              <a:rPr lang="ko-KR" sz="1100">
                <a:solidFill>
                  <a:srgbClr val="FFFFFF"/>
                </a:solidFill>
                <a:latin typeface="Open Sans"/>
                <a:ea typeface="Noto Sans CJK KR"/>
              </a:rPr>
              <a:t>17</a:t>
            </a:fld>
          </a:p>
        </p:txBody>
      </p:sp>
      <p:sp>
        <p:nvSpPr>
          <p:cNvPr id="5" name="Rectangle 4"/>
          <p:cNvSpPr/>
          <p:nvPr/>
        </p:nvSpPr>
        <p:spPr>
          <a:xfrm>
            <a:off x="649224" y="1316736"/>
            <a:ext cx="5989320" cy="4370832"/>
          </a:xfrm>
          <a:prstGeom prst="rect">
            <a:avLst/>
          </a:prstGeom>
          <a:solidFill>
            <a:srgbClr val="F1F5F9"/>
          </a:solidFill>
          <a:ln w="10160">
            <a:solidFill>
              <a:srgbClr val="DCE5E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49224" y="1316736"/>
            <a:ext cx="5989320" cy="457200"/>
          </a:xfrm>
          <a:prstGeom prst="rect">
            <a:avLst/>
          </a:prstGeom>
          <a:solidFill>
            <a:srgbClr val="004C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9536" y="1408176"/>
            <a:ext cx="5577840" cy="292608"/>
          </a:xfrm>
          <a:prstGeom prst="rect">
            <a:avLst/>
          </a:prstGeom>
          <a:noFill/>
        </p:spPr>
        <p:txBody>
          <a:bodyPr wrap="square" lIns="0" rIns="0" tIns="0" bIns="0" anchor="t">
            <a:spAutoFit/>
          </a:bodyPr>
          <a:lstStyle/>
          <a:p>
            <a:pPr algn="l">
              <a:lnSpc>
                <a:spcPct val="112000"/>
              </a:lnSpc>
              <a:spcBef>
                <a:spcPts val="0"/>
              </a:spcBef>
              <a:spcAft>
                <a:spcPts val="0"/>
              </a:spcAft>
            </a:pPr>
            <a:r>
              <a:rPr sz="1500" b="0" i="0">
                <a:solidFill>
                  <a:srgbClr val="FFFFFF"/>
                </a:solidFill>
                <a:latin typeface="Open Sans"/>
                <a:ea typeface="Noto Sans CJK KR"/>
              </a:rPr>
              <a:t>Log in   |   Log out   |   [실습 이메일]</a:t>
            </a:r>
          </a:p>
        </p:txBody>
      </p:sp>
      <p:sp>
        <p:nvSpPr>
          <p:cNvPr id="8" name="TextBox 7"/>
          <p:cNvSpPr txBox="1"/>
          <p:nvPr/>
        </p:nvSpPr>
        <p:spPr>
          <a:xfrm>
            <a:off x="859536" y="2011680"/>
            <a:ext cx="5486400" cy="402336"/>
          </a:xfrm>
          <a:prstGeom prst="rect">
            <a:avLst/>
          </a:prstGeom>
          <a:noFill/>
        </p:spPr>
        <p:txBody>
          <a:bodyPr wrap="square" lIns="0" rIns="0" tIns="0" bIns="0" anchor="t">
            <a:spAutoFit/>
          </a:bodyPr>
          <a:lstStyle/>
          <a:p>
            <a:pPr algn="l">
              <a:lnSpc>
                <a:spcPct val="112000"/>
              </a:lnSpc>
              <a:spcBef>
                <a:spcPts val="0"/>
              </a:spcBef>
              <a:spcAft>
                <a:spcPts val="400"/>
              </a:spcAft>
            </a:pPr>
            <a:r>
              <a:rPr sz="2400" b="1" i="0">
                <a:solidFill>
                  <a:srgbClr val="004C97"/>
                </a:solidFill>
                <a:latin typeface="Open Sans"/>
                <a:ea typeface="Noto Sans CJK KR"/>
              </a:rPr>
              <a:t>Returning Customer</a:t>
            </a:r>
          </a:p>
        </p:txBody>
      </p:sp>
      <p:sp>
        <p:nvSpPr>
          <p:cNvPr id="9" name="TextBox 8"/>
          <p:cNvSpPr txBox="1"/>
          <p:nvPr/>
        </p:nvSpPr>
        <p:spPr>
          <a:xfrm>
            <a:off x="868680" y="2697480"/>
            <a:ext cx="1737360" cy="347472"/>
          </a:xfrm>
          <a:prstGeom prst="rect">
            <a:avLst/>
          </a:prstGeom>
          <a:noFill/>
        </p:spPr>
        <p:txBody>
          <a:bodyPr wrap="square" lIns="0" rIns="0" tIns="0" bIns="0" anchor="t">
            <a:spAutoFit/>
          </a:bodyPr>
          <a:lstStyle/>
          <a:p>
            <a:pPr algn="l">
              <a:lnSpc>
                <a:spcPct val="112000"/>
              </a:lnSpc>
              <a:spcBef>
                <a:spcPts val="0"/>
              </a:spcBef>
              <a:spcAft>
                <a:spcPts val="400"/>
              </a:spcAft>
            </a:pPr>
            <a:r>
              <a:rPr sz="1800" b="0" i="0">
                <a:solidFill>
                  <a:srgbClr val="4E4F51"/>
                </a:solidFill>
                <a:latin typeface="Open Sans"/>
                <a:ea typeface="Noto Sans CJK KR"/>
              </a:rPr>
              <a:t>Email:</a:t>
            </a:r>
          </a:p>
        </p:txBody>
      </p:sp>
      <p:sp>
        <p:nvSpPr>
          <p:cNvPr id="10" name="Rectangle 9"/>
          <p:cNvSpPr/>
          <p:nvPr/>
        </p:nvSpPr>
        <p:spPr>
          <a:xfrm>
            <a:off x="2606040" y="2679192"/>
            <a:ext cx="3749039" cy="384048"/>
          </a:xfrm>
          <a:prstGeom prst="rect">
            <a:avLst/>
          </a:prstGeom>
          <a:solidFill>
            <a:srgbClr val="FFFFFF"/>
          </a:solidFill>
          <a:ln w="10160">
            <a:solidFill>
              <a:srgbClr val="DCE5E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715768" y="2715768"/>
            <a:ext cx="3566160" cy="292608"/>
          </a:xfrm>
          <a:prstGeom prst="rect">
            <a:avLst/>
          </a:prstGeom>
          <a:noFill/>
        </p:spPr>
        <p:txBody>
          <a:bodyPr wrap="square" lIns="0" rIns="0" tIns="0" bIns="0" anchor="t">
            <a:spAutoFit/>
          </a:bodyPr>
          <a:lstStyle/>
          <a:p>
            <a:pPr algn="l">
              <a:lnSpc>
                <a:spcPct val="112000"/>
              </a:lnSpc>
              <a:spcBef>
                <a:spcPts val="0"/>
              </a:spcBef>
              <a:spcAft>
                <a:spcPts val="400"/>
              </a:spcAft>
            </a:pPr>
            <a:r>
              <a:rPr sz="1500" b="0" i="0">
                <a:solidFill>
                  <a:srgbClr val="4E4F51"/>
                </a:solidFill>
                <a:latin typeface="Open Sans"/>
                <a:ea typeface="Noto Sans CJK KR"/>
              </a:rPr>
              <a:t>[실습 이메일]</a:t>
            </a:r>
          </a:p>
        </p:txBody>
      </p:sp>
      <p:sp>
        <p:nvSpPr>
          <p:cNvPr id="12" name="TextBox 11"/>
          <p:cNvSpPr txBox="1"/>
          <p:nvPr/>
        </p:nvSpPr>
        <p:spPr>
          <a:xfrm>
            <a:off x="868680" y="3264408"/>
            <a:ext cx="1737360" cy="347472"/>
          </a:xfrm>
          <a:prstGeom prst="rect">
            <a:avLst/>
          </a:prstGeom>
          <a:noFill/>
        </p:spPr>
        <p:txBody>
          <a:bodyPr wrap="square" lIns="0" rIns="0" tIns="0" bIns="0" anchor="t">
            <a:spAutoFit/>
          </a:bodyPr>
          <a:lstStyle/>
          <a:p>
            <a:pPr algn="l">
              <a:lnSpc>
                <a:spcPct val="112000"/>
              </a:lnSpc>
              <a:spcBef>
                <a:spcPts val="0"/>
              </a:spcBef>
              <a:spcAft>
                <a:spcPts val="400"/>
              </a:spcAft>
            </a:pPr>
            <a:r>
              <a:rPr sz="1800" b="0" i="0">
                <a:solidFill>
                  <a:srgbClr val="4E4F51"/>
                </a:solidFill>
                <a:latin typeface="Open Sans"/>
                <a:ea typeface="Noto Sans CJK KR"/>
              </a:rPr>
              <a:t>Password:</a:t>
            </a:r>
          </a:p>
        </p:txBody>
      </p:sp>
      <p:sp>
        <p:nvSpPr>
          <p:cNvPr id="13" name="Rectangle 12"/>
          <p:cNvSpPr/>
          <p:nvPr/>
        </p:nvSpPr>
        <p:spPr>
          <a:xfrm>
            <a:off x="2606040" y="3246120"/>
            <a:ext cx="3749039" cy="384048"/>
          </a:xfrm>
          <a:prstGeom prst="rect">
            <a:avLst/>
          </a:prstGeom>
          <a:solidFill>
            <a:srgbClr val="FFFFFF"/>
          </a:solidFill>
          <a:ln w="10160">
            <a:solidFill>
              <a:srgbClr val="DCE5E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715768" y="3282696"/>
            <a:ext cx="3566160" cy="292608"/>
          </a:xfrm>
          <a:prstGeom prst="rect">
            <a:avLst/>
          </a:prstGeom>
          <a:noFill/>
        </p:spPr>
        <p:txBody>
          <a:bodyPr wrap="square" lIns="0" rIns="0" tIns="0" bIns="0" anchor="t">
            <a:spAutoFit/>
          </a:bodyPr>
          <a:lstStyle/>
          <a:p>
            <a:pPr algn="l">
              <a:lnSpc>
                <a:spcPct val="112000"/>
              </a:lnSpc>
              <a:spcBef>
                <a:spcPts val="0"/>
              </a:spcBef>
              <a:spcAft>
                <a:spcPts val="400"/>
              </a:spcAft>
            </a:pPr>
            <a:r>
              <a:rPr sz="1500" b="0" i="0">
                <a:solidFill>
                  <a:srgbClr val="4E4F51"/>
                </a:solidFill>
                <a:latin typeface="Open Sans"/>
                <a:ea typeface="Noto Sans CJK KR"/>
              </a:rPr>
              <a:t>{CP[DWS_Password]}</a:t>
            </a:r>
          </a:p>
        </p:txBody>
      </p:sp>
      <p:sp>
        <p:nvSpPr>
          <p:cNvPr id="15" name="Rectangle 14"/>
          <p:cNvSpPr/>
          <p:nvPr/>
        </p:nvSpPr>
        <p:spPr>
          <a:xfrm>
            <a:off x="2606040" y="3977639"/>
            <a:ext cx="1828800" cy="475488"/>
          </a:xfrm>
          <a:prstGeom prst="rect">
            <a:avLst/>
          </a:prstGeom>
          <a:solidFill>
            <a:srgbClr val="004C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606040" y="3977639"/>
            <a:ext cx="1828800" cy="475488"/>
          </a:xfrm>
          <a:prstGeom prst="rect">
            <a:avLst/>
          </a:prstGeom>
          <a:noFill/>
        </p:spPr>
        <p:txBody>
          <a:bodyPr wrap="square" lIns="0" rIns="0" tIns="0" bIns="0" anchor="ctr">
            <a:spAutoFit/>
          </a:bodyPr>
          <a:lstStyle/>
          <a:p>
            <a:pPr algn="ctr">
              <a:lnSpc>
                <a:spcPct val="112000"/>
              </a:lnSpc>
              <a:spcBef>
                <a:spcPts val="0"/>
              </a:spcBef>
              <a:spcAft>
                <a:spcPts val="0"/>
              </a:spcAft>
            </a:pPr>
            <a:r>
              <a:rPr sz="1900" b="1" i="0">
                <a:solidFill>
                  <a:srgbClr val="FFFFFF"/>
                </a:solidFill>
                <a:latin typeface="Open Sans"/>
                <a:ea typeface="Noto Sans CJK KR"/>
              </a:rPr>
              <a:t>Log in</a:t>
            </a:r>
          </a:p>
        </p:txBody>
      </p:sp>
      <p:sp>
        <p:nvSpPr>
          <p:cNvPr id="17" name="TextBox 16"/>
          <p:cNvSpPr txBox="1"/>
          <p:nvPr/>
        </p:nvSpPr>
        <p:spPr>
          <a:xfrm>
            <a:off x="868680" y="4709160"/>
            <a:ext cx="5486400" cy="731520"/>
          </a:xfrm>
          <a:prstGeom prst="rect">
            <a:avLst/>
          </a:prstGeom>
          <a:noFill/>
        </p:spPr>
        <p:txBody>
          <a:bodyPr wrap="square" lIns="0" rIns="0" tIns="0" bIns="0" anchor="t">
            <a:spAutoFit/>
          </a:bodyPr>
          <a:lstStyle/>
          <a:p>
            <a:pPr algn="l">
              <a:lnSpc>
                <a:spcPct val="112000"/>
              </a:lnSpc>
              <a:spcBef>
                <a:spcPts val="0"/>
              </a:spcBef>
              <a:spcAft>
                <a:spcPts val="400"/>
              </a:spcAft>
            </a:pPr>
            <a:r>
              <a:rPr sz="1500" b="0" i="0">
                <a:solidFill>
                  <a:srgbClr val="E8742A"/>
                </a:solidFill>
                <a:latin typeface="Open Sans"/>
                <a:ea typeface="Noto Sans CJK KR"/>
              </a:rPr>
              <a:t>Login was unsuccessful ...</a:t>
            </a:r>
          </a:p>
        </p:txBody>
      </p:sp>
      <p:sp>
        <p:nvSpPr>
          <p:cNvPr id="18" name="TextBox 17"/>
          <p:cNvSpPr txBox="1"/>
          <p:nvPr/>
        </p:nvSpPr>
        <p:spPr>
          <a:xfrm>
            <a:off x="6858000" y="1353312"/>
            <a:ext cx="4663440" cy="438912"/>
          </a:xfrm>
          <a:prstGeom prst="rect">
            <a:avLst/>
          </a:prstGeom>
          <a:noFill/>
        </p:spPr>
        <p:txBody>
          <a:bodyPr wrap="square" lIns="0" rIns="0" tIns="0" bIns="0" anchor="t">
            <a:spAutoFit/>
          </a:bodyPr>
          <a:lstStyle/>
          <a:p>
            <a:pPr algn="l">
              <a:lnSpc>
                <a:spcPct val="112000"/>
              </a:lnSpc>
              <a:spcBef>
                <a:spcPts val="0"/>
              </a:spcBef>
              <a:spcAft>
                <a:spcPts val="400"/>
              </a:spcAft>
            </a:pPr>
            <a:r>
              <a:rPr sz="2200" b="1" i="0">
                <a:solidFill>
                  <a:srgbClr val="004C97"/>
                </a:solidFill>
                <a:latin typeface="Open Sans"/>
                <a:ea typeface="Noto Sans CJK KR"/>
              </a:rPr>
              <a:t>Login 모듈</a:t>
            </a:r>
          </a:p>
        </p:txBody>
      </p:sp>
      <p:sp>
        <p:nvSpPr>
          <p:cNvPr id="19" name="TextBox 18"/>
          <p:cNvSpPr txBox="1"/>
          <p:nvPr/>
        </p:nvSpPr>
        <p:spPr>
          <a:xfrm>
            <a:off x="6876288" y="1874519"/>
            <a:ext cx="4480560" cy="365760"/>
          </a:xfrm>
          <a:prstGeom prst="rect">
            <a:avLst/>
          </a:prstGeom>
          <a:noFill/>
        </p:spPr>
        <p:txBody>
          <a:bodyPr wrap="square" lIns="0" rIns="0" tIns="0" bIns="0" anchor="t">
            <a:spAutoFit/>
          </a:bodyPr>
          <a:lstStyle/>
          <a:p>
            <a:pPr algn="l">
              <a:lnSpc>
                <a:spcPct val="112000"/>
              </a:lnSpc>
              <a:spcBef>
                <a:spcPts val="0"/>
              </a:spcBef>
              <a:spcAft>
                <a:spcPts val="400"/>
              </a:spcAft>
            </a:pPr>
            <a:r>
              <a:rPr sz="1800" b="0" i="0">
                <a:solidFill>
                  <a:srgbClr val="004C97"/>
                </a:solidFill>
                <a:latin typeface="Open Sans"/>
                <a:ea typeface="Noto Sans CJK KR"/>
              </a:rPr>
              <a:t>→  Email</a:t>
            </a:r>
          </a:p>
        </p:txBody>
      </p:sp>
      <p:sp>
        <p:nvSpPr>
          <p:cNvPr id="20" name="TextBox 19"/>
          <p:cNvSpPr txBox="1"/>
          <p:nvPr/>
        </p:nvSpPr>
        <p:spPr>
          <a:xfrm>
            <a:off x="6876288" y="2286000"/>
            <a:ext cx="4480560" cy="365760"/>
          </a:xfrm>
          <a:prstGeom prst="rect">
            <a:avLst/>
          </a:prstGeom>
          <a:noFill/>
        </p:spPr>
        <p:txBody>
          <a:bodyPr wrap="square" lIns="0" rIns="0" tIns="0" bIns="0" anchor="t">
            <a:spAutoFit/>
          </a:bodyPr>
          <a:lstStyle/>
          <a:p>
            <a:pPr algn="l">
              <a:lnSpc>
                <a:spcPct val="112000"/>
              </a:lnSpc>
              <a:spcBef>
                <a:spcPts val="0"/>
              </a:spcBef>
              <a:spcAft>
                <a:spcPts val="400"/>
              </a:spcAft>
            </a:pPr>
            <a:r>
              <a:rPr sz="1800" b="0" i="0">
                <a:solidFill>
                  <a:srgbClr val="004C97"/>
                </a:solidFill>
                <a:latin typeface="Open Sans"/>
                <a:ea typeface="Noto Sans CJK KR"/>
              </a:rPr>
              <a:t>→  Password</a:t>
            </a:r>
          </a:p>
        </p:txBody>
      </p:sp>
      <p:sp>
        <p:nvSpPr>
          <p:cNvPr id="21" name="TextBox 20"/>
          <p:cNvSpPr txBox="1"/>
          <p:nvPr/>
        </p:nvSpPr>
        <p:spPr>
          <a:xfrm>
            <a:off x="6876288" y="2697479"/>
            <a:ext cx="4480560" cy="365760"/>
          </a:xfrm>
          <a:prstGeom prst="rect">
            <a:avLst/>
          </a:prstGeom>
          <a:noFill/>
        </p:spPr>
        <p:txBody>
          <a:bodyPr wrap="square" lIns="0" rIns="0" tIns="0" bIns="0" anchor="t">
            <a:spAutoFit/>
          </a:bodyPr>
          <a:lstStyle/>
          <a:p>
            <a:pPr algn="l">
              <a:lnSpc>
                <a:spcPct val="112000"/>
              </a:lnSpc>
              <a:spcBef>
                <a:spcPts val="0"/>
              </a:spcBef>
              <a:spcAft>
                <a:spcPts val="400"/>
              </a:spcAft>
            </a:pPr>
            <a:r>
              <a:rPr sz="1800" b="0" i="0">
                <a:solidFill>
                  <a:srgbClr val="004C97"/>
                </a:solidFill>
                <a:latin typeface="Open Sans"/>
                <a:ea typeface="Noto Sans CJK KR"/>
              </a:rPr>
              <a:t>→  Log in</a:t>
            </a:r>
          </a:p>
        </p:txBody>
      </p:sp>
      <p:sp>
        <p:nvSpPr>
          <p:cNvPr id="22" name="TextBox 21"/>
          <p:cNvSpPr txBox="1"/>
          <p:nvPr/>
        </p:nvSpPr>
        <p:spPr>
          <a:xfrm>
            <a:off x="6876288" y="3108960"/>
            <a:ext cx="4480560" cy="365760"/>
          </a:xfrm>
          <a:prstGeom prst="rect">
            <a:avLst/>
          </a:prstGeom>
          <a:noFill/>
        </p:spPr>
        <p:txBody>
          <a:bodyPr wrap="square" lIns="0" rIns="0" tIns="0" bIns="0" anchor="t">
            <a:spAutoFit/>
          </a:bodyPr>
          <a:lstStyle/>
          <a:p>
            <a:pPr algn="l">
              <a:lnSpc>
                <a:spcPct val="112000"/>
              </a:lnSpc>
              <a:spcBef>
                <a:spcPts val="0"/>
              </a:spcBef>
              <a:spcAft>
                <a:spcPts val="400"/>
              </a:spcAft>
            </a:pPr>
            <a:r>
              <a:rPr sz="1800" b="0" i="0">
                <a:solidFill>
                  <a:srgbClr val="004C97"/>
                </a:solidFill>
                <a:latin typeface="Open Sans"/>
                <a:ea typeface="Noto Sans CJK KR"/>
              </a:rPr>
              <a:t>→  Error Message</a:t>
            </a:r>
          </a:p>
        </p:txBody>
      </p:sp>
      <p:sp>
        <p:nvSpPr>
          <p:cNvPr id="23" name="TextBox 22"/>
          <p:cNvSpPr txBox="1"/>
          <p:nvPr/>
        </p:nvSpPr>
        <p:spPr>
          <a:xfrm>
            <a:off x="6858000" y="3611880"/>
            <a:ext cx="4663440" cy="438912"/>
          </a:xfrm>
          <a:prstGeom prst="rect">
            <a:avLst/>
          </a:prstGeom>
          <a:noFill/>
        </p:spPr>
        <p:txBody>
          <a:bodyPr wrap="square" lIns="0" rIns="0" tIns="0" bIns="0" anchor="t">
            <a:spAutoFit/>
          </a:bodyPr>
          <a:lstStyle/>
          <a:p>
            <a:pPr algn="l">
              <a:lnSpc>
                <a:spcPct val="112000"/>
              </a:lnSpc>
              <a:spcBef>
                <a:spcPts val="0"/>
              </a:spcBef>
              <a:spcAft>
                <a:spcPts val="400"/>
              </a:spcAft>
            </a:pPr>
            <a:r>
              <a:rPr sz="2200" b="1" i="0">
                <a:solidFill>
                  <a:srgbClr val="004C97"/>
                </a:solidFill>
                <a:latin typeface="Open Sans"/>
                <a:ea typeface="Noto Sans CJK KR"/>
              </a:rPr>
              <a:t>Header 모듈</a:t>
            </a:r>
          </a:p>
        </p:txBody>
      </p:sp>
      <p:sp>
        <p:nvSpPr>
          <p:cNvPr id="24" name="TextBox 23"/>
          <p:cNvSpPr txBox="1"/>
          <p:nvPr/>
        </p:nvSpPr>
        <p:spPr>
          <a:xfrm>
            <a:off x="6876288" y="4133087"/>
            <a:ext cx="4480560" cy="365760"/>
          </a:xfrm>
          <a:prstGeom prst="rect">
            <a:avLst/>
          </a:prstGeom>
          <a:noFill/>
        </p:spPr>
        <p:txBody>
          <a:bodyPr wrap="square" lIns="0" rIns="0" tIns="0" bIns="0" anchor="t">
            <a:spAutoFit/>
          </a:bodyPr>
          <a:lstStyle/>
          <a:p>
            <a:pPr algn="l">
              <a:lnSpc>
                <a:spcPct val="112000"/>
              </a:lnSpc>
              <a:spcBef>
                <a:spcPts val="0"/>
              </a:spcBef>
              <a:spcAft>
                <a:spcPts val="400"/>
              </a:spcAft>
            </a:pPr>
            <a:r>
              <a:rPr sz="1800" b="0" i="0">
                <a:solidFill>
                  <a:srgbClr val="004C97"/>
                </a:solidFill>
                <a:latin typeface="Open Sans"/>
                <a:ea typeface="Noto Sans CJK KR"/>
              </a:rPr>
              <a:t>→  Log in</a:t>
            </a:r>
          </a:p>
        </p:txBody>
      </p:sp>
      <p:sp>
        <p:nvSpPr>
          <p:cNvPr id="25" name="TextBox 24"/>
          <p:cNvSpPr txBox="1"/>
          <p:nvPr/>
        </p:nvSpPr>
        <p:spPr>
          <a:xfrm>
            <a:off x="6876288" y="4544568"/>
            <a:ext cx="4480560" cy="365760"/>
          </a:xfrm>
          <a:prstGeom prst="rect">
            <a:avLst/>
          </a:prstGeom>
          <a:noFill/>
        </p:spPr>
        <p:txBody>
          <a:bodyPr wrap="square" lIns="0" rIns="0" tIns="0" bIns="0" anchor="t">
            <a:spAutoFit/>
          </a:bodyPr>
          <a:lstStyle/>
          <a:p>
            <a:pPr algn="l">
              <a:lnSpc>
                <a:spcPct val="112000"/>
              </a:lnSpc>
              <a:spcBef>
                <a:spcPts val="0"/>
              </a:spcBef>
              <a:spcAft>
                <a:spcPts val="400"/>
              </a:spcAft>
            </a:pPr>
            <a:r>
              <a:rPr sz="1800" b="0" i="0">
                <a:solidFill>
                  <a:srgbClr val="004C97"/>
                </a:solidFill>
                <a:latin typeface="Open Sans"/>
                <a:ea typeface="Noto Sans CJK KR"/>
              </a:rPr>
              <a:t>→  Log out</a:t>
            </a:r>
          </a:p>
        </p:txBody>
      </p:sp>
      <p:sp>
        <p:nvSpPr>
          <p:cNvPr id="26" name="TextBox 25"/>
          <p:cNvSpPr txBox="1"/>
          <p:nvPr/>
        </p:nvSpPr>
        <p:spPr>
          <a:xfrm>
            <a:off x="6876288" y="4956048"/>
            <a:ext cx="4480560" cy="365760"/>
          </a:xfrm>
          <a:prstGeom prst="rect">
            <a:avLst/>
          </a:prstGeom>
          <a:noFill/>
        </p:spPr>
        <p:txBody>
          <a:bodyPr wrap="square" lIns="0" rIns="0" tIns="0" bIns="0" anchor="t">
            <a:spAutoFit/>
          </a:bodyPr>
          <a:lstStyle/>
          <a:p>
            <a:pPr algn="l">
              <a:lnSpc>
                <a:spcPct val="112000"/>
              </a:lnSpc>
              <a:spcBef>
                <a:spcPts val="0"/>
              </a:spcBef>
              <a:spcAft>
                <a:spcPts val="400"/>
              </a:spcAft>
            </a:pPr>
            <a:r>
              <a:rPr sz="1800" b="0" i="0">
                <a:solidFill>
                  <a:srgbClr val="004C97"/>
                </a:solidFill>
                <a:latin typeface="Open Sans"/>
                <a:ea typeface="Noto Sans CJK KR"/>
              </a:rPr>
              <a:t>→  Account (로그인 후 이메일)</a:t>
            </a:r>
          </a:p>
        </p:txBody>
      </p:sp>
      <p:sp>
        <p:nvSpPr>
          <p:cNvPr id="27" name="TextBox 26"/>
          <p:cNvSpPr txBox="1"/>
          <p:nvPr/>
        </p:nvSpPr>
        <p:spPr>
          <a:xfrm>
            <a:off x="649224" y="5925312"/>
            <a:ext cx="10881360" cy="420624"/>
          </a:xfrm>
          <a:prstGeom prst="rect">
            <a:avLst/>
          </a:prstGeom>
          <a:noFill/>
        </p:spPr>
        <p:txBody>
          <a:bodyPr wrap="square" lIns="0" rIns="0" tIns="0" bIns="0" anchor="t">
            <a:spAutoFit/>
          </a:bodyPr>
          <a:lstStyle/>
          <a:p>
            <a:pPr algn="l">
              <a:lnSpc>
                <a:spcPct val="112000"/>
              </a:lnSpc>
              <a:spcBef>
                <a:spcPts val="0"/>
              </a:spcBef>
              <a:spcAft>
                <a:spcPts val="400"/>
              </a:spcAft>
            </a:pPr>
            <a:r>
              <a:rPr sz="1250" b="0" i="0">
                <a:solidFill>
                  <a:srgbClr val="4E4F51"/>
                </a:solidFill>
                <a:latin typeface="Open Sans"/>
                <a:ea typeface="Noto Sans CJK KR"/>
              </a:rPr>
              <a:t>설명용 도식입니다. Header, Login 모듈은 강사가 XScan으로 미리 스캔했고, OpenUrl·CloseBrowser는 표준 모듈입니다.</a:t>
            </a:r>
          </a:p>
        </p:txBody>
      </p:sp>
      <p:sp>
        <p:nvSpPr>
          <p:cNvPr id="28" name="TextBox 27"/>
          <p:cNvSpPr txBox="1"/>
          <p:nvPr/>
        </p:nvSpPr>
        <p:spPr>
          <a:xfrm>
            <a:off x="9784080" y="6373368"/>
            <a:ext cx="1737360" cy="109728"/>
          </a:xfrm>
          <a:prstGeom prst="rect">
            <a:avLst/>
          </a:prstGeom>
          <a:noFill/>
        </p:spPr>
        <p:txBody>
          <a:bodyPr wrap="square" lIns="0" rIns="0" tIns="0" bIns="0" anchor="t">
            <a:spAutoFit/>
          </a:bodyPr>
          <a:lstStyle/>
          <a:p>
            <a:pPr algn="r">
              <a:lnSpc>
                <a:spcPct val="112000"/>
              </a:lnSpc>
              <a:spcBef>
                <a:spcPts val="0"/>
              </a:spcBef>
              <a:spcAft>
                <a:spcPts val="0"/>
              </a:spcAft>
            </a:pPr>
            <a:r>
              <a:rPr sz="750" b="0" i="0">
                <a:solidFill>
                  <a:srgbClr val="4E4F51"/>
                </a:solidFill>
                <a:latin typeface="Open Sans"/>
                <a:ea typeface="Noto Sans CJK KR"/>
              </a:rPr>
              <a:t>워크북 2.4</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100" b="0" i="0">
                <a:solidFill>
                  <a:srgbClr val="004C97"/>
                </a:solidFill>
                <a:latin typeface="Open Sans"/>
                <a:ea typeface="Noto Sans CJK KR"/>
              </a:rPr>
              <a:t>실습 진행 순서</a:t>
            </a:r>
          </a:p>
        </p:txBody>
      </p:sp>
      <p:sp>
        <p:nvSpPr>
          <p:cNvPr id="3" name="TextBox 2"/>
          <p:cNvSpPr txBox="1"/>
          <p:nvPr/>
        </p:nvSpPr>
        <p:spPr>
          <a:xfrm>
            <a:off x="1828800" y="6510528"/>
            <a:ext cx="8046720" cy="210312"/>
          </a:xfrm>
          <a:prstGeom prst="rect">
            <a:avLst/>
          </a:prstGeom>
          <a:noFill/>
        </p:spPr>
        <p:txBody>
          <a:bodyPr wrap="square" lIns="0" rIns="0" tIns="0" bIns="0" anchor="t">
            <a:spAutoFit/>
          </a:bodyPr>
          <a:lstStyle/>
          <a:p>
            <a:pPr algn="l">
              <a:lnSpc>
                <a:spcPct val="112000"/>
              </a:lnSpc>
              <a:spcBef>
                <a:spcPts val="0"/>
              </a:spcBef>
              <a:spcAft>
                <a:spcPts val="0"/>
              </a:spcAft>
            </a:pPr>
            <a:r>
              <a:rPr sz="1000" b="0" i="0">
                <a:solidFill>
                  <a:srgbClr val="FFFFFF"/>
                </a:solidFill>
                <a:latin typeface="Open Sans"/>
                <a:ea typeface="Noto Sans CJK KR"/>
              </a:rPr>
              <a:t>Tosca Commander MCP 입문  |  AI 어시스턴트 실습</a:t>
            </a:r>
          </a:p>
        </p:txBody>
      </p:sp>
      <p:sp>
        <p:nvSpPr>
          <p:cNvPr id="4" name="TextBox 3"/>
          <p:cNvSpPr txBox="1"/>
          <p:nvPr/>
        </p:nvSpPr>
        <p:spPr>
          <a:xfrm>
            <a:off x="11503152" y="6510528"/>
            <a:ext cx="292608" cy="228600"/>
          </a:xfrm>
          <a:prstGeom prst="rect">
            <a:avLst/>
          </a:prstGeom>
          <a:noFill/>
        </p:spPr>
        <p:txBody>
          <a:bodyPr wrap="none" lIns="0" rIns="0" tIns="0" bIns="0">
            <a:spAutoFit/>
          </a:bodyPr>
          <a:lstStyle/>
          <a:p>
            <a:pPr algn="l"/>
            <a:fld id="{5C7A3F71-3D8E-4C1B-9A44-2E5B7D0F6A11}" type="slidenum">
              <a:rPr lang="ko-KR" sz="1100">
                <a:solidFill>
                  <a:srgbClr val="FFFFFF"/>
                </a:solidFill>
                <a:latin typeface="Open Sans"/>
                <a:ea typeface="Noto Sans CJK KR"/>
              </a:rPr>
              <a:t>18</a:t>
            </a:fld>
          </a:p>
        </p:txBody>
      </p:sp>
      <p:graphicFrame>
        <p:nvGraphicFramePr>
          <p:cNvPr id="5" name="Table 4"/>
          <p:cNvGraphicFramePr>
            <a:graphicFrameLocks noGrp="1"/>
          </p:cNvGraphicFramePr>
          <p:nvPr/>
        </p:nvGraphicFramePr>
        <p:xfrm>
          <a:off x="649224" y="1298448"/>
          <a:ext cx="10881360" cy="4041648"/>
        </p:xfrm>
        <a:graphic>
          <a:graphicData uri="http://schemas.openxmlformats.org/drawingml/2006/table">
            <a:tbl>
              <a:tblPr firstRow="1" bandRow="1">
                <a:tableStyleId>{5C22544A-7EE6-4342-B048-85BDC9FD1C3A}</a:tableStyleId>
              </a:tblPr>
              <a:tblGrid>
                <a:gridCol w="1280160"/>
                <a:gridCol w="3931920"/>
                <a:gridCol w="1188720"/>
                <a:gridCol w="4480560"/>
              </a:tblGrid>
              <a:tr h="457200">
                <a:tc>
                  <a:txBody>
                    <a:bodyPr wrap="square"/>
                    <a:lstStyle/>
                    <a:p>
                      <a:pPr>
                        <a:lnSpc>
                          <a:spcPct val="106000"/>
                        </a:lnSpc>
                        <a:spcAft>
                          <a:spcPts val="0"/>
                        </a:spcAft>
                      </a:pPr>
                      <a:r>
                        <a:rPr sz="1650" b="1" i="0">
                          <a:solidFill>
                            <a:srgbClr val="FFFFFF"/>
                          </a:solidFill>
                          <a:latin typeface="Open Sans"/>
                          <a:ea typeface="Noto Sans CJK KR"/>
                        </a:rPr>
                        <a:t>Lab</a:t>
                      </a:r>
                    </a:p>
                  </a:txBody>
                  <a:tcPr marL="109728" marR="91440" marT="54864" marB="45720" anchor="ctr">
                    <a:solidFill>
                      <a:srgbClr val="004C97"/>
                    </a:solidFill>
                  </a:tcPr>
                </a:tc>
                <a:tc>
                  <a:txBody>
                    <a:bodyPr wrap="square"/>
                    <a:lstStyle/>
                    <a:p>
                      <a:pPr>
                        <a:lnSpc>
                          <a:spcPct val="106000"/>
                        </a:lnSpc>
                        <a:spcAft>
                          <a:spcPts val="0"/>
                        </a:spcAft>
                      </a:pPr>
                      <a:r>
                        <a:rPr sz="1650" b="1" i="0">
                          <a:solidFill>
                            <a:srgbClr val="FFFFFF"/>
                          </a:solidFill>
                          <a:latin typeface="Open Sans"/>
                          <a:ea typeface="Noto Sans CJK KR"/>
                        </a:rPr>
                        <a:t>내용</a:t>
                      </a:r>
                    </a:p>
                  </a:txBody>
                  <a:tcPr marL="109728" marR="91440" marT="54864" marB="45720" anchor="ctr">
                    <a:solidFill>
                      <a:srgbClr val="004C97"/>
                    </a:solidFill>
                  </a:tcPr>
                </a:tc>
                <a:tc>
                  <a:txBody>
                    <a:bodyPr wrap="square"/>
                    <a:lstStyle/>
                    <a:p>
                      <a:pPr>
                        <a:lnSpc>
                          <a:spcPct val="106000"/>
                        </a:lnSpc>
                        <a:spcAft>
                          <a:spcPts val="0"/>
                        </a:spcAft>
                      </a:pPr>
                      <a:r>
                        <a:rPr sz="1650" b="1" i="0">
                          <a:solidFill>
                            <a:srgbClr val="FFFFFF"/>
                          </a:solidFill>
                          <a:latin typeface="Open Sans"/>
                          <a:ea typeface="Noto Sans CJK KR"/>
                        </a:rPr>
                        <a:t>시간</a:t>
                      </a:r>
                    </a:p>
                  </a:txBody>
                  <a:tcPr marL="109728" marR="91440" marT="54864" marB="45720" anchor="ctr">
                    <a:solidFill>
                      <a:srgbClr val="004C97"/>
                    </a:solidFill>
                  </a:tcPr>
                </a:tc>
                <a:tc>
                  <a:txBody>
                    <a:bodyPr wrap="square"/>
                    <a:lstStyle/>
                    <a:p>
                      <a:pPr>
                        <a:lnSpc>
                          <a:spcPct val="106000"/>
                        </a:lnSpc>
                        <a:spcAft>
                          <a:spcPts val="0"/>
                        </a:spcAft>
                      </a:pPr>
                      <a:r>
                        <a:rPr sz="1650" b="1" i="0">
                          <a:solidFill>
                            <a:srgbClr val="FFFFFF"/>
                          </a:solidFill>
                          <a:latin typeface="Open Sans"/>
                          <a:ea typeface="Noto Sans CJK KR"/>
                        </a:rPr>
                        <a:t>워크스페이스 변화</a:t>
                      </a:r>
                    </a:p>
                  </a:txBody>
                  <a:tcPr marL="109728" marR="91440" marT="54864" marB="45720" anchor="ctr">
                    <a:solidFill>
                      <a:srgbClr val="004C97"/>
                    </a:solidFill>
                  </a:tcPr>
                </a:tc>
              </a:tr>
              <a:tr h="512064">
                <a:tc>
                  <a:txBody>
                    <a:bodyPr wrap="square"/>
                    <a:lstStyle/>
                    <a:p>
                      <a:pPr>
                        <a:lnSpc>
                          <a:spcPct val="106000"/>
                        </a:lnSpc>
                        <a:spcAft>
                          <a:spcPts val="0"/>
                        </a:spcAft>
                      </a:pPr>
                      <a:r>
                        <a:rPr sz="1650" b="1" i="0">
                          <a:solidFill>
                            <a:srgbClr val="4E4F51"/>
                          </a:solidFill>
                          <a:latin typeface="Open Sans"/>
                          <a:ea typeface="Noto Sans CJK KR"/>
                        </a:rPr>
                        <a:t>Lab 0</a:t>
                      </a:r>
                    </a:p>
                  </a:txBody>
                  <a:tcPr marL="109728" marR="91440" marT="54864" marB="45720" anchor="ctr">
                    <a:solidFill>
                      <a:srgbClr val="F1F5F9"/>
                    </a:solidFill>
                  </a:tcPr>
                </a:tc>
                <a:tc>
                  <a:txBody>
                    <a:bodyPr wrap="square"/>
                    <a:lstStyle/>
                    <a:p>
                      <a:pPr>
                        <a:lnSpc>
                          <a:spcPct val="106000"/>
                        </a:lnSpc>
                        <a:spcAft>
                          <a:spcPts val="0"/>
                        </a:spcAft>
                      </a:pPr>
                      <a:r>
                        <a:rPr sz="1650" b="0" i="0">
                          <a:solidFill>
                            <a:srgbClr val="4E4F51"/>
                          </a:solidFill>
                          <a:latin typeface="Open Sans"/>
                          <a:ea typeface="Noto Sans CJK KR"/>
                        </a:rPr>
                        <a:t>연결 확인</a:t>
                      </a:r>
                    </a:p>
                  </a:txBody>
                  <a:tcPr marL="109728" marR="91440" marT="54864" marB="45720" anchor="ctr">
                    <a:solidFill>
                      <a:srgbClr val="F1F5F9"/>
                    </a:solidFill>
                  </a:tcPr>
                </a:tc>
                <a:tc>
                  <a:txBody>
                    <a:bodyPr wrap="square"/>
                    <a:lstStyle/>
                    <a:p>
                      <a:pPr>
                        <a:lnSpc>
                          <a:spcPct val="106000"/>
                        </a:lnSpc>
                        <a:spcAft>
                          <a:spcPts val="0"/>
                        </a:spcAft>
                      </a:pPr>
                      <a:r>
                        <a:rPr sz="1650" b="0" i="0">
                          <a:solidFill>
                            <a:srgbClr val="4E4F51"/>
                          </a:solidFill>
                          <a:latin typeface="Open Sans"/>
                          <a:ea typeface="Noto Sans CJK KR"/>
                        </a:rPr>
                        <a:t>10분</a:t>
                      </a:r>
                    </a:p>
                  </a:txBody>
                  <a:tcPr marL="109728" marR="91440" marT="54864" marB="45720" anchor="ctr">
                    <a:solidFill>
                      <a:srgbClr val="F1F5F9"/>
                    </a:solidFill>
                  </a:tcPr>
                </a:tc>
                <a:tc>
                  <a:txBody>
                    <a:bodyPr wrap="square"/>
                    <a:lstStyle/>
                    <a:p>
                      <a:pPr>
                        <a:lnSpc>
                          <a:spcPct val="106000"/>
                        </a:lnSpc>
                        <a:spcAft>
                          <a:spcPts val="0"/>
                        </a:spcAft>
                      </a:pPr>
                      <a:r>
                        <a:rPr sz="1650" b="0" i="0">
                          <a:solidFill>
                            <a:srgbClr val="4E4F51"/>
                          </a:solidFill>
                          <a:latin typeface="Open Sans"/>
                          <a:ea typeface="Noto Sans CJK KR"/>
                        </a:rPr>
                        <a:t>없음 (조회)</a:t>
                      </a:r>
                    </a:p>
                  </a:txBody>
                  <a:tcPr marL="109728" marR="91440" marT="54864" marB="45720" anchor="ctr">
                    <a:solidFill>
                      <a:srgbClr val="F1F5F9"/>
                    </a:solidFill>
                  </a:tcPr>
                </a:tc>
              </a:tr>
              <a:tr h="512064">
                <a:tc>
                  <a:txBody>
                    <a:bodyPr wrap="square"/>
                    <a:lstStyle/>
                    <a:p>
                      <a:pPr>
                        <a:lnSpc>
                          <a:spcPct val="106000"/>
                        </a:lnSpc>
                        <a:spcAft>
                          <a:spcPts val="0"/>
                        </a:spcAft>
                      </a:pPr>
                      <a:r>
                        <a:rPr sz="1650" b="1" i="0">
                          <a:solidFill>
                            <a:srgbClr val="4E4F51"/>
                          </a:solidFill>
                          <a:latin typeface="Open Sans"/>
                          <a:ea typeface="Noto Sans CJK KR"/>
                        </a:rPr>
                        <a:t>Lab 1</a:t>
                      </a:r>
                    </a:p>
                  </a:txBody>
                  <a:tcPr marL="109728" marR="91440" marT="54864" marB="45720" anchor="ctr">
                    <a:solidFill>
                      <a:srgbClr val="FFFFFF"/>
                    </a:solidFill>
                  </a:tcPr>
                </a:tc>
                <a:tc>
                  <a:txBody>
                    <a:bodyPr wrap="square"/>
                    <a:lstStyle/>
                    <a:p>
                      <a:pPr>
                        <a:lnSpc>
                          <a:spcPct val="106000"/>
                        </a:lnSpc>
                        <a:spcAft>
                          <a:spcPts val="0"/>
                        </a:spcAft>
                      </a:pPr>
                      <a:r>
                        <a:rPr sz="1650" b="0" i="0">
                          <a:solidFill>
                            <a:srgbClr val="4E4F51"/>
                          </a:solidFill>
                          <a:latin typeface="Open Sans"/>
                          <a:ea typeface="Noto Sans CJK KR"/>
                        </a:rPr>
                        <a:t>워크스페이스 둘러보기</a:t>
                      </a:r>
                    </a:p>
                  </a:txBody>
                  <a:tcPr marL="109728" marR="91440" marT="54864" marB="45720" anchor="ctr">
                    <a:solidFill>
                      <a:srgbClr val="FFFFFF"/>
                    </a:solidFill>
                  </a:tcPr>
                </a:tc>
                <a:tc>
                  <a:txBody>
                    <a:bodyPr wrap="square"/>
                    <a:lstStyle/>
                    <a:p>
                      <a:pPr>
                        <a:lnSpc>
                          <a:spcPct val="106000"/>
                        </a:lnSpc>
                        <a:spcAft>
                          <a:spcPts val="0"/>
                        </a:spcAft>
                      </a:pPr>
                      <a:r>
                        <a:rPr sz="1650" b="0" i="0">
                          <a:solidFill>
                            <a:srgbClr val="4E4F51"/>
                          </a:solidFill>
                          <a:latin typeface="Open Sans"/>
                          <a:ea typeface="Noto Sans CJK KR"/>
                        </a:rPr>
                        <a:t>10분</a:t>
                      </a:r>
                    </a:p>
                  </a:txBody>
                  <a:tcPr marL="109728" marR="91440" marT="54864" marB="45720" anchor="ctr">
                    <a:solidFill>
                      <a:srgbClr val="FFFFFF"/>
                    </a:solidFill>
                  </a:tcPr>
                </a:tc>
                <a:tc>
                  <a:txBody>
                    <a:bodyPr wrap="square"/>
                    <a:lstStyle/>
                    <a:p>
                      <a:pPr>
                        <a:lnSpc>
                          <a:spcPct val="106000"/>
                        </a:lnSpc>
                        <a:spcAft>
                          <a:spcPts val="0"/>
                        </a:spcAft>
                      </a:pPr>
                      <a:r>
                        <a:rPr sz="1650" b="0" i="0">
                          <a:solidFill>
                            <a:srgbClr val="4E4F51"/>
                          </a:solidFill>
                          <a:latin typeface="Open Sans"/>
                          <a:ea typeface="Noto Sans CJK KR"/>
                        </a:rPr>
                        <a:t>없음 (조회)</a:t>
                      </a:r>
                    </a:p>
                  </a:txBody>
                  <a:tcPr marL="109728" marR="91440" marT="54864" marB="45720" anchor="ctr">
                    <a:solidFill>
                      <a:srgbClr val="FFFFFF"/>
                    </a:solidFill>
                  </a:tcPr>
                </a:tc>
              </a:tr>
              <a:tr h="512064">
                <a:tc>
                  <a:txBody>
                    <a:bodyPr wrap="square"/>
                    <a:lstStyle/>
                    <a:p>
                      <a:pPr>
                        <a:lnSpc>
                          <a:spcPct val="106000"/>
                        </a:lnSpc>
                        <a:spcAft>
                          <a:spcPts val="0"/>
                        </a:spcAft>
                      </a:pPr>
                      <a:r>
                        <a:rPr sz="1650" b="1" i="0">
                          <a:solidFill>
                            <a:srgbClr val="4E4F51"/>
                          </a:solidFill>
                          <a:latin typeface="Open Sans"/>
                          <a:ea typeface="Noto Sans CJK KR"/>
                        </a:rPr>
                        <a:t>Lab 2</a:t>
                      </a:r>
                    </a:p>
                  </a:txBody>
                  <a:tcPr marL="109728" marR="91440" marT="54864" marB="45720" anchor="ctr">
                    <a:solidFill>
                      <a:srgbClr val="F1F5F9"/>
                    </a:solidFill>
                  </a:tcPr>
                </a:tc>
                <a:tc>
                  <a:txBody>
                    <a:bodyPr wrap="square"/>
                    <a:lstStyle/>
                    <a:p>
                      <a:pPr>
                        <a:lnSpc>
                          <a:spcPct val="106000"/>
                        </a:lnSpc>
                        <a:spcAft>
                          <a:spcPts val="0"/>
                        </a:spcAft>
                      </a:pPr>
                      <a:r>
                        <a:rPr sz="1650" b="0" i="0">
                          <a:solidFill>
                            <a:srgbClr val="4E4F51"/>
                          </a:solidFill>
                          <a:latin typeface="Open Sans"/>
                          <a:ea typeface="Noto Sans CJK KR"/>
                        </a:rPr>
                        <a:t>수동 테스트케이스 만들기</a:t>
                      </a:r>
                    </a:p>
                  </a:txBody>
                  <a:tcPr marL="109728" marR="91440" marT="54864" marB="45720" anchor="ctr">
                    <a:solidFill>
                      <a:srgbClr val="F1F5F9"/>
                    </a:solidFill>
                  </a:tcPr>
                </a:tc>
                <a:tc>
                  <a:txBody>
                    <a:bodyPr wrap="square"/>
                    <a:lstStyle/>
                    <a:p>
                      <a:pPr>
                        <a:lnSpc>
                          <a:spcPct val="106000"/>
                        </a:lnSpc>
                        <a:spcAft>
                          <a:spcPts val="0"/>
                        </a:spcAft>
                      </a:pPr>
                      <a:r>
                        <a:rPr sz="1650" b="0" i="0">
                          <a:solidFill>
                            <a:srgbClr val="4E4F51"/>
                          </a:solidFill>
                          <a:latin typeface="Open Sans"/>
                          <a:ea typeface="Noto Sans CJK KR"/>
                        </a:rPr>
                        <a:t>15분</a:t>
                      </a:r>
                    </a:p>
                  </a:txBody>
                  <a:tcPr marL="109728" marR="91440" marT="54864" marB="45720" anchor="ctr">
                    <a:solidFill>
                      <a:srgbClr val="F1F5F9"/>
                    </a:solidFill>
                  </a:tcPr>
                </a:tc>
                <a:tc>
                  <a:txBody>
                    <a:bodyPr wrap="square"/>
                    <a:lstStyle/>
                    <a:p>
                      <a:pPr>
                        <a:lnSpc>
                          <a:spcPct val="106000"/>
                        </a:lnSpc>
                        <a:spcAft>
                          <a:spcPts val="0"/>
                        </a:spcAft>
                      </a:pPr>
                      <a:r>
                        <a:rPr sz="1650" b="0" i="0">
                          <a:solidFill>
                            <a:srgbClr val="4E4F51"/>
                          </a:solidFill>
                          <a:latin typeface="Open Sans"/>
                          <a:ea typeface="Noto Sans CJK KR"/>
                        </a:rPr>
                        <a:t>테스트케이스 생성 (만들 때 바로 저장)</a:t>
                      </a:r>
                    </a:p>
                  </a:txBody>
                  <a:tcPr marL="109728" marR="91440" marT="54864" marB="45720" anchor="ctr">
                    <a:solidFill>
                      <a:srgbClr val="F1F5F9"/>
                    </a:solidFill>
                  </a:tcPr>
                </a:tc>
              </a:tr>
              <a:tr h="512064">
                <a:tc>
                  <a:txBody>
                    <a:bodyPr wrap="square"/>
                    <a:lstStyle/>
                    <a:p>
                      <a:pPr>
                        <a:lnSpc>
                          <a:spcPct val="106000"/>
                        </a:lnSpc>
                        <a:spcAft>
                          <a:spcPts val="0"/>
                        </a:spcAft>
                      </a:pPr>
                      <a:r>
                        <a:rPr sz="1650" b="1" i="0">
                          <a:solidFill>
                            <a:srgbClr val="4E4F51"/>
                          </a:solidFill>
                          <a:latin typeface="Open Sans"/>
                          <a:ea typeface="Noto Sans CJK KR"/>
                        </a:rPr>
                        <a:t>Lab 3</a:t>
                      </a:r>
                    </a:p>
                  </a:txBody>
                  <a:tcPr marL="109728" marR="91440" marT="54864" marB="45720" anchor="ctr">
                    <a:solidFill>
                      <a:srgbClr val="FFFFFF"/>
                    </a:solidFill>
                  </a:tcPr>
                </a:tc>
                <a:tc>
                  <a:txBody>
                    <a:bodyPr wrap="square"/>
                    <a:lstStyle/>
                    <a:p>
                      <a:pPr>
                        <a:lnSpc>
                          <a:spcPct val="106000"/>
                        </a:lnSpc>
                        <a:spcAft>
                          <a:spcPts val="0"/>
                        </a:spcAft>
                      </a:pPr>
                      <a:r>
                        <a:rPr sz="1650" b="0" i="0">
                          <a:solidFill>
                            <a:srgbClr val="4E4F51"/>
                          </a:solidFill>
                          <a:latin typeface="Open Sans"/>
                          <a:ea typeface="Noto Sans CJK KR"/>
                        </a:rPr>
                        <a:t>자동 테스트케이스 만들기</a:t>
                      </a:r>
                    </a:p>
                  </a:txBody>
                  <a:tcPr marL="109728" marR="91440" marT="54864" marB="45720" anchor="ctr">
                    <a:solidFill>
                      <a:srgbClr val="FFFFFF"/>
                    </a:solidFill>
                  </a:tcPr>
                </a:tc>
                <a:tc>
                  <a:txBody>
                    <a:bodyPr wrap="square"/>
                    <a:lstStyle/>
                    <a:p>
                      <a:pPr>
                        <a:lnSpc>
                          <a:spcPct val="106000"/>
                        </a:lnSpc>
                        <a:spcAft>
                          <a:spcPts val="0"/>
                        </a:spcAft>
                      </a:pPr>
                      <a:r>
                        <a:rPr sz="1650" b="0" i="0">
                          <a:solidFill>
                            <a:srgbClr val="4E4F51"/>
                          </a:solidFill>
                          <a:latin typeface="Open Sans"/>
                          <a:ea typeface="Noto Sans CJK KR"/>
                        </a:rPr>
                        <a:t>25분</a:t>
                      </a:r>
                    </a:p>
                  </a:txBody>
                  <a:tcPr marL="109728" marR="91440" marT="54864" marB="45720" anchor="ctr">
                    <a:solidFill>
                      <a:srgbClr val="FFFFFF"/>
                    </a:solidFill>
                  </a:tcPr>
                </a:tc>
                <a:tc>
                  <a:txBody>
                    <a:bodyPr wrap="square"/>
                    <a:lstStyle/>
                    <a:p>
                      <a:pPr>
                        <a:lnSpc>
                          <a:spcPct val="106000"/>
                        </a:lnSpc>
                        <a:spcAft>
                          <a:spcPts val="0"/>
                        </a:spcAft>
                      </a:pPr>
                      <a:r>
                        <a:rPr sz="1650" b="0" i="0">
                          <a:solidFill>
                            <a:srgbClr val="4E4F51"/>
                          </a:solidFill>
                          <a:latin typeface="Open Sans"/>
                          <a:ea typeface="Noto Sans CJK KR"/>
                        </a:rPr>
                        <a:t>테스트케이스 생성 (만들 때 바로 저장)</a:t>
                      </a:r>
                    </a:p>
                  </a:txBody>
                  <a:tcPr marL="109728" marR="91440" marT="54864" marB="45720" anchor="ctr">
                    <a:solidFill>
                      <a:srgbClr val="FFFFFF"/>
                    </a:solidFill>
                  </a:tcPr>
                </a:tc>
              </a:tr>
              <a:tr h="512064">
                <a:tc>
                  <a:txBody>
                    <a:bodyPr wrap="square"/>
                    <a:lstStyle/>
                    <a:p>
                      <a:pPr>
                        <a:lnSpc>
                          <a:spcPct val="106000"/>
                        </a:lnSpc>
                        <a:spcAft>
                          <a:spcPts val="0"/>
                        </a:spcAft>
                      </a:pPr>
                      <a:r>
                        <a:rPr sz="1650" b="1" i="0">
                          <a:solidFill>
                            <a:srgbClr val="4E4F51"/>
                          </a:solidFill>
                          <a:latin typeface="Open Sans"/>
                          <a:ea typeface="Noto Sans CJK KR"/>
                        </a:rPr>
                        <a:t>휴식</a:t>
                      </a:r>
                    </a:p>
                  </a:txBody>
                  <a:tcPr marL="109728" marR="91440" marT="54864" marB="45720" anchor="ctr">
                    <a:solidFill>
                      <a:srgbClr val="F1F5F9"/>
                    </a:solidFill>
                  </a:tcPr>
                </a:tc>
                <a:tc>
                  <a:txBody>
                    <a:bodyPr wrap="square"/>
                    <a:lstStyle/>
                    <a:p>
                      <a:pPr>
                        <a:lnSpc>
                          <a:spcPct val="106000"/>
                        </a:lnSpc>
                        <a:spcAft>
                          <a:spcPts val="0"/>
                        </a:spcAft>
                      </a:pPr>
                      <a:r>
                        <a:rPr sz="1650" b="0" i="0">
                          <a:solidFill>
                            <a:srgbClr val="4E4F51"/>
                          </a:solidFill>
                          <a:latin typeface="Open Sans"/>
                          <a:ea typeface="Noto Sans CJK KR"/>
                        </a:rPr>
                        <a:t/>
                      </a:r>
                    </a:p>
                  </a:txBody>
                  <a:tcPr marL="109728" marR="91440" marT="54864" marB="45720" anchor="ctr">
                    <a:solidFill>
                      <a:srgbClr val="F1F5F9"/>
                    </a:solidFill>
                  </a:tcPr>
                </a:tc>
                <a:tc>
                  <a:txBody>
                    <a:bodyPr wrap="square"/>
                    <a:lstStyle/>
                    <a:p>
                      <a:pPr>
                        <a:lnSpc>
                          <a:spcPct val="106000"/>
                        </a:lnSpc>
                        <a:spcAft>
                          <a:spcPts val="0"/>
                        </a:spcAft>
                      </a:pPr>
                      <a:r>
                        <a:rPr sz="1650" b="0" i="0">
                          <a:solidFill>
                            <a:srgbClr val="4E4F51"/>
                          </a:solidFill>
                          <a:latin typeface="Open Sans"/>
                          <a:ea typeface="Noto Sans CJK KR"/>
                        </a:rPr>
                        <a:t>10분</a:t>
                      </a:r>
                    </a:p>
                  </a:txBody>
                  <a:tcPr marL="109728" marR="91440" marT="54864" marB="45720" anchor="ctr">
                    <a:solidFill>
                      <a:srgbClr val="F1F5F9"/>
                    </a:solidFill>
                  </a:tcPr>
                </a:tc>
                <a:tc>
                  <a:txBody>
                    <a:bodyPr wrap="square"/>
                    <a:lstStyle/>
                    <a:p>
                      <a:pPr>
                        <a:lnSpc>
                          <a:spcPct val="106000"/>
                        </a:lnSpc>
                        <a:spcAft>
                          <a:spcPts val="0"/>
                        </a:spcAft>
                      </a:pPr>
                      <a:r>
                        <a:rPr sz="1650" b="0" i="0">
                          <a:solidFill>
                            <a:srgbClr val="4E4F51"/>
                          </a:solidFill>
                          <a:latin typeface="Open Sans"/>
                          <a:ea typeface="Noto Sans CJK KR"/>
                        </a:rPr>
                        <a:t/>
                      </a:r>
                    </a:p>
                  </a:txBody>
                  <a:tcPr marL="109728" marR="91440" marT="54864" marB="45720" anchor="ctr">
                    <a:solidFill>
                      <a:srgbClr val="F1F5F9"/>
                    </a:solidFill>
                  </a:tcPr>
                </a:tc>
              </a:tr>
              <a:tr h="512064">
                <a:tc>
                  <a:txBody>
                    <a:bodyPr wrap="square"/>
                    <a:lstStyle/>
                    <a:p>
                      <a:pPr>
                        <a:lnSpc>
                          <a:spcPct val="106000"/>
                        </a:lnSpc>
                        <a:spcAft>
                          <a:spcPts val="0"/>
                        </a:spcAft>
                      </a:pPr>
                      <a:r>
                        <a:rPr sz="1650" b="1" i="0">
                          <a:solidFill>
                            <a:srgbClr val="4E4F51"/>
                          </a:solidFill>
                          <a:latin typeface="Open Sans"/>
                          <a:ea typeface="Noto Sans CJK KR"/>
                        </a:rPr>
                        <a:t>Lab 4</a:t>
                      </a:r>
                    </a:p>
                  </a:txBody>
                  <a:tcPr marL="109728" marR="91440" marT="54864" marB="45720" anchor="ctr">
                    <a:solidFill>
                      <a:srgbClr val="FFFFFF"/>
                    </a:solidFill>
                  </a:tcPr>
                </a:tc>
                <a:tc>
                  <a:txBody>
                    <a:bodyPr wrap="square"/>
                    <a:lstStyle/>
                    <a:p>
                      <a:pPr>
                        <a:lnSpc>
                          <a:spcPct val="106000"/>
                        </a:lnSpc>
                        <a:spcAft>
                          <a:spcPts val="0"/>
                        </a:spcAft>
                      </a:pPr>
                      <a:r>
                        <a:rPr sz="1650" b="0" i="0">
                          <a:solidFill>
                            <a:srgbClr val="4E4F51"/>
                          </a:solidFill>
                          <a:latin typeface="Open Sans"/>
                          <a:ea typeface="Noto Sans CJK KR"/>
                        </a:rPr>
                        <a:t>ScratchBook 검증 실행과 수정</a:t>
                      </a:r>
                    </a:p>
                  </a:txBody>
                  <a:tcPr marL="109728" marR="91440" marT="54864" marB="45720" anchor="ctr">
                    <a:solidFill>
                      <a:srgbClr val="FFFFFF"/>
                    </a:solidFill>
                  </a:tcPr>
                </a:tc>
                <a:tc>
                  <a:txBody>
                    <a:bodyPr wrap="square"/>
                    <a:lstStyle/>
                    <a:p>
                      <a:pPr>
                        <a:lnSpc>
                          <a:spcPct val="106000"/>
                        </a:lnSpc>
                        <a:spcAft>
                          <a:spcPts val="0"/>
                        </a:spcAft>
                      </a:pPr>
                      <a:r>
                        <a:rPr sz="1650" b="0" i="0">
                          <a:solidFill>
                            <a:srgbClr val="4E4F51"/>
                          </a:solidFill>
                          <a:latin typeface="Open Sans"/>
                          <a:ea typeface="Noto Sans CJK KR"/>
                        </a:rPr>
                        <a:t>20분</a:t>
                      </a:r>
                    </a:p>
                  </a:txBody>
                  <a:tcPr marL="109728" marR="91440" marT="54864" marB="45720" anchor="ctr">
                    <a:solidFill>
                      <a:srgbClr val="FFFFFF"/>
                    </a:solidFill>
                  </a:tcPr>
                </a:tc>
                <a:tc>
                  <a:txBody>
                    <a:bodyPr wrap="square"/>
                    <a:lstStyle/>
                    <a:p>
                      <a:pPr>
                        <a:lnSpc>
                          <a:spcPct val="106000"/>
                        </a:lnSpc>
                        <a:spcAft>
                          <a:spcPts val="0"/>
                        </a:spcAft>
                      </a:pPr>
                      <a:r>
                        <a:rPr sz="1650" b="0" i="0">
                          <a:solidFill>
                            <a:srgbClr val="4E4F51"/>
                          </a:solidFill>
                          <a:latin typeface="Open Sans"/>
                          <a:ea typeface="Noto Sans CJK KR"/>
                        </a:rPr>
                        <a:t>값 수정 (저장 필요), 실행</a:t>
                      </a:r>
                    </a:p>
                  </a:txBody>
                  <a:tcPr marL="109728" marR="91440" marT="54864" marB="45720" anchor="ctr">
                    <a:solidFill>
                      <a:srgbClr val="FFFFFF"/>
                    </a:solidFill>
                  </a:tcPr>
                </a:tc>
              </a:tr>
              <a:tr h="512064">
                <a:tc>
                  <a:txBody>
                    <a:bodyPr wrap="square"/>
                    <a:lstStyle/>
                    <a:p>
                      <a:pPr>
                        <a:lnSpc>
                          <a:spcPct val="106000"/>
                        </a:lnSpc>
                        <a:spcAft>
                          <a:spcPts val="0"/>
                        </a:spcAft>
                      </a:pPr>
                      <a:r>
                        <a:rPr sz="1650" b="1" i="0">
                          <a:solidFill>
                            <a:srgbClr val="4E4F51"/>
                          </a:solidFill>
                          <a:latin typeface="Open Sans"/>
                          <a:ea typeface="Noto Sans CJK KR"/>
                        </a:rPr>
                        <a:t>Lab 5</a:t>
                      </a:r>
                    </a:p>
                  </a:txBody>
                  <a:tcPr marL="109728" marR="91440" marT="54864" marB="45720" anchor="ctr">
                    <a:solidFill>
                      <a:srgbClr val="F1F5F9"/>
                    </a:solidFill>
                  </a:tcPr>
                </a:tc>
                <a:tc>
                  <a:txBody>
                    <a:bodyPr wrap="square"/>
                    <a:lstStyle/>
                    <a:p>
                      <a:pPr>
                        <a:lnSpc>
                          <a:spcPct val="106000"/>
                        </a:lnSpc>
                        <a:spcAft>
                          <a:spcPts val="0"/>
                        </a:spcAft>
                      </a:pPr>
                      <a:r>
                        <a:rPr sz="1650" b="0" i="0">
                          <a:solidFill>
                            <a:srgbClr val="4E4F51"/>
                          </a:solidFill>
                          <a:latin typeface="Open Sans"/>
                          <a:ea typeface="Noto Sans CJK KR"/>
                        </a:rPr>
                        <a:t>저장과 정리</a:t>
                      </a:r>
                    </a:p>
                  </a:txBody>
                  <a:tcPr marL="109728" marR="91440" marT="54864" marB="45720" anchor="ctr">
                    <a:solidFill>
                      <a:srgbClr val="F1F5F9"/>
                    </a:solidFill>
                  </a:tcPr>
                </a:tc>
                <a:tc>
                  <a:txBody>
                    <a:bodyPr wrap="square"/>
                    <a:lstStyle/>
                    <a:p>
                      <a:pPr>
                        <a:lnSpc>
                          <a:spcPct val="106000"/>
                        </a:lnSpc>
                        <a:spcAft>
                          <a:spcPts val="0"/>
                        </a:spcAft>
                      </a:pPr>
                      <a:r>
                        <a:rPr sz="1650" b="0" i="0">
                          <a:solidFill>
                            <a:srgbClr val="4E4F51"/>
                          </a:solidFill>
                          <a:latin typeface="Open Sans"/>
                          <a:ea typeface="Noto Sans CJK KR"/>
                        </a:rPr>
                        <a:t>10분</a:t>
                      </a:r>
                    </a:p>
                  </a:txBody>
                  <a:tcPr marL="109728" marR="91440" marT="54864" marB="45720" anchor="ctr">
                    <a:solidFill>
                      <a:srgbClr val="F1F5F9"/>
                    </a:solidFill>
                  </a:tcPr>
                </a:tc>
                <a:tc>
                  <a:txBody>
                    <a:bodyPr wrap="square"/>
                    <a:lstStyle/>
                    <a:p>
                      <a:pPr>
                        <a:lnSpc>
                          <a:spcPct val="106000"/>
                        </a:lnSpc>
                        <a:spcAft>
                          <a:spcPts val="0"/>
                        </a:spcAft>
                      </a:pPr>
                      <a:r>
                        <a:rPr sz="1650" b="0" i="0">
                          <a:solidFill>
                            <a:srgbClr val="4E4F51"/>
                          </a:solidFill>
                          <a:latin typeface="Open Sans"/>
                          <a:ea typeface="Noto Sans CJK KR"/>
                        </a:rPr>
                        <a:t>저장</a:t>
                      </a:r>
                    </a:p>
                  </a:txBody>
                  <a:tcPr marL="109728" marR="91440" marT="54864" marB="45720" anchor="ctr">
                    <a:solidFill>
                      <a:srgbClr val="F1F5F9"/>
                    </a:solidFill>
                  </a:tcPr>
                </a:tc>
              </a:tr>
            </a:tbl>
          </a:graphicData>
        </a:graphic>
      </p:graphicFrame>
      <p:sp>
        <p:nvSpPr>
          <p:cNvPr id="6" name="TextBox 5"/>
          <p:cNvSpPr txBox="1"/>
          <p:nvPr/>
        </p:nvSpPr>
        <p:spPr>
          <a:xfrm>
            <a:off x="649224" y="5925312"/>
            <a:ext cx="10881360" cy="420624"/>
          </a:xfrm>
          <a:prstGeom prst="rect">
            <a:avLst/>
          </a:prstGeom>
          <a:noFill/>
        </p:spPr>
        <p:txBody>
          <a:bodyPr wrap="square" lIns="0" rIns="0" tIns="0" bIns="0" anchor="t">
            <a:spAutoFit/>
          </a:bodyPr>
          <a:lstStyle/>
          <a:p>
            <a:pPr algn="l">
              <a:lnSpc>
                <a:spcPct val="112000"/>
              </a:lnSpc>
              <a:spcBef>
                <a:spcPts val="0"/>
              </a:spcBef>
              <a:spcAft>
                <a:spcPts val="400"/>
              </a:spcAft>
            </a:pPr>
            <a:r>
              <a:rPr sz="1250" b="0" i="0">
                <a:solidFill>
                  <a:srgbClr val="4E4F51"/>
                </a:solidFill>
                <a:latin typeface="Open Sans"/>
                <a:ea typeface="Noto Sans CJK KR"/>
              </a:rPr>
              <a:t>실습은 Lab 0부터 Lab 5까지 한 대화창에서 이어서 진행합니다. 새 대화를 열면 AI가 앞의 작업을 기억하지 못합니다.</a:t>
            </a:r>
          </a:p>
        </p:txBody>
      </p:sp>
      <p:sp>
        <p:nvSpPr>
          <p:cNvPr id="7" name="TextBox 6"/>
          <p:cNvSpPr txBox="1"/>
          <p:nvPr/>
        </p:nvSpPr>
        <p:spPr>
          <a:xfrm>
            <a:off x="9784080" y="6373368"/>
            <a:ext cx="1737360" cy="109728"/>
          </a:xfrm>
          <a:prstGeom prst="rect">
            <a:avLst/>
          </a:prstGeom>
          <a:noFill/>
        </p:spPr>
        <p:txBody>
          <a:bodyPr wrap="square" lIns="0" rIns="0" tIns="0" bIns="0" anchor="t">
            <a:spAutoFit/>
          </a:bodyPr>
          <a:lstStyle/>
          <a:p>
            <a:pPr algn="r">
              <a:lnSpc>
                <a:spcPct val="112000"/>
              </a:lnSpc>
              <a:spcBef>
                <a:spcPts val="0"/>
              </a:spcBef>
              <a:spcAft>
                <a:spcPts val="0"/>
              </a:spcAft>
            </a:pPr>
            <a:r>
              <a:rPr sz="750" b="0" i="0">
                <a:solidFill>
                  <a:srgbClr val="4E4F51"/>
                </a:solidFill>
                <a:latin typeface="Open Sans"/>
                <a:ea typeface="Noto Sans CJK KR"/>
              </a:rPr>
              <a:t>워크북 3장</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100" b="0" i="0">
                <a:solidFill>
                  <a:srgbClr val="004C97"/>
                </a:solidFill>
                <a:latin typeface="Open Sans"/>
                <a:ea typeface="Noto Sans CJK KR"/>
              </a:rPr>
              <a:t>Lab 0 | 연결 확인</a:t>
            </a:r>
          </a:p>
        </p:txBody>
      </p:sp>
      <p:sp>
        <p:nvSpPr>
          <p:cNvPr id="3" name="TextBox 2"/>
          <p:cNvSpPr txBox="1"/>
          <p:nvPr/>
        </p:nvSpPr>
        <p:spPr>
          <a:xfrm>
            <a:off x="1828800" y="6510528"/>
            <a:ext cx="8046720" cy="210312"/>
          </a:xfrm>
          <a:prstGeom prst="rect">
            <a:avLst/>
          </a:prstGeom>
          <a:noFill/>
        </p:spPr>
        <p:txBody>
          <a:bodyPr wrap="square" lIns="0" rIns="0" tIns="0" bIns="0" anchor="t">
            <a:spAutoFit/>
          </a:bodyPr>
          <a:lstStyle/>
          <a:p>
            <a:pPr algn="l">
              <a:lnSpc>
                <a:spcPct val="112000"/>
              </a:lnSpc>
              <a:spcBef>
                <a:spcPts val="0"/>
              </a:spcBef>
              <a:spcAft>
                <a:spcPts val="0"/>
              </a:spcAft>
            </a:pPr>
            <a:r>
              <a:rPr sz="1000" b="0" i="0">
                <a:solidFill>
                  <a:srgbClr val="FFFFFF"/>
                </a:solidFill>
                <a:latin typeface="Open Sans"/>
                <a:ea typeface="Noto Sans CJK KR"/>
              </a:rPr>
              <a:t>Tosca Commander MCP 입문  |  AI 어시스턴트 실습</a:t>
            </a:r>
          </a:p>
        </p:txBody>
      </p:sp>
      <p:sp>
        <p:nvSpPr>
          <p:cNvPr id="4" name="TextBox 3"/>
          <p:cNvSpPr txBox="1"/>
          <p:nvPr/>
        </p:nvSpPr>
        <p:spPr>
          <a:xfrm>
            <a:off x="11503152" y="6510528"/>
            <a:ext cx="292608" cy="228600"/>
          </a:xfrm>
          <a:prstGeom prst="rect">
            <a:avLst/>
          </a:prstGeom>
          <a:noFill/>
        </p:spPr>
        <p:txBody>
          <a:bodyPr wrap="none" lIns="0" rIns="0" tIns="0" bIns="0">
            <a:spAutoFit/>
          </a:bodyPr>
          <a:lstStyle/>
          <a:p>
            <a:pPr algn="l"/>
            <a:fld id="{5C7A3F71-3D8E-4C1B-9A44-2E5B7D0F6A11}" type="slidenum">
              <a:rPr lang="ko-KR" sz="1100">
                <a:solidFill>
                  <a:srgbClr val="FFFFFF"/>
                </a:solidFill>
                <a:latin typeface="Open Sans"/>
                <a:ea typeface="Noto Sans CJK KR"/>
              </a:rPr>
              <a:t>19</a:t>
            </a:fld>
          </a:p>
        </p:txBody>
      </p:sp>
      <p:sp>
        <p:nvSpPr>
          <p:cNvPr id="5" name="Rectangle 4"/>
          <p:cNvSpPr/>
          <p:nvPr/>
        </p:nvSpPr>
        <p:spPr>
          <a:xfrm>
            <a:off x="649224" y="1298448"/>
            <a:ext cx="10881360" cy="685800"/>
          </a:xfrm>
          <a:prstGeom prst="rect">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32104" y="1298448"/>
            <a:ext cx="10469880" cy="685800"/>
          </a:xfrm>
          <a:prstGeom prst="rect">
            <a:avLst/>
          </a:prstGeom>
          <a:noFill/>
        </p:spPr>
        <p:txBody>
          <a:bodyPr wrap="square" lIns="0" rIns="0" tIns="0" bIns="0" anchor="ctr">
            <a:spAutoFit/>
          </a:bodyPr>
          <a:lstStyle/>
          <a:p>
            <a:pPr algn="l">
              <a:lnSpc>
                <a:spcPct val="112000"/>
              </a:lnSpc>
              <a:spcBef>
                <a:spcPts val="0"/>
              </a:spcBef>
              <a:spcAft>
                <a:spcPts val="0"/>
              </a:spcAft>
            </a:pPr>
            <a:r>
              <a:rPr sz="2100" b="1" i="0">
                <a:solidFill>
                  <a:srgbClr val="004C97"/>
                </a:solidFill>
                <a:latin typeface="Open Sans"/>
                <a:ea typeface="Noto Sans CJK KR"/>
              </a:rPr>
              <a:t>AI 어시스턴트가 Commander의 MCP Server에 연결됐는지 확인합니다.</a:t>
            </a:r>
          </a:p>
        </p:txBody>
      </p:sp>
      <p:sp>
        <p:nvSpPr>
          <p:cNvPr id="7" name="TextBox 6"/>
          <p:cNvSpPr txBox="1"/>
          <p:nvPr/>
        </p:nvSpPr>
        <p:spPr>
          <a:xfrm>
            <a:off x="649224" y="2295144"/>
            <a:ext cx="6400800" cy="411480"/>
          </a:xfrm>
          <a:prstGeom prst="rect">
            <a:avLst/>
          </a:prstGeom>
          <a:noFill/>
        </p:spPr>
        <p:txBody>
          <a:bodyPr wrap="square" lIns="0" rIns="0" tIns="0" bIns="0" anchor="t">
            <a:spAutoFit/>
          </a:bodyPr>
          <a:lstStyle/>
          <a:p>
            <a:pPr algn="l">
              <a:lnSpc>
                <a:spcPct val="112000"/>
              </a:lnSpc>
              <a:spcBef>
                <a:spcPts val="0"/>
              </a:spcBef>
              <a:spcAft>
                <a:spcPts val="400"/>
              </a:spcAft>
            </a:pPr>
            <a:r>
              <a:rPr sz="2200" b="1" i="0">
                <a:solidFill>
                  <a:srgbClr val="004C97"/>
                </a:solidFill>
                <a:latin typeface="Open Sans"/>
                <a:ea typeface="Noto Sans CJK KR"/>
              </a:rPr>
              <a:t>진행 순서</a:t>
            </a:r>
          </a:p>
        </p:txBody>
      </p:sp>
      <p:sp>
        <p:nvSpPr>
          <p:cNvPr id="8" name="TextBox 7"/>
          <p:cNvSpPr txBox="1"/>
          <p:nvPr/>
        </p:nvSpPr>
        <p:spPr>
          <a:xfrm>
            <a:off x="649224" y="2825496"/>
            <a:ext cx="301752" cy="365760"/>
          </a:xfrm>
          <a:prstGeom prst="rect">
            <a:avLst/>
          </a:prstGeom>
          <a:noFill/>
        </p:spPr>
        <p:txBody>
          <a:bodyPr wrap="square" lIns="0" rIns="0" tIns="0" bIns="0" anchor="t">
            <a:spAutoFit/>
          </a:bodyPr>
          <a:lstStyle/>
          <a:p>
            <a:pPr algn="l">
              <a:lnSpc>
                <a:spcPct val="112000"/>
              </a:lnSpc>
              <a:spcBef>
                <a:spcPts val="0"/>
              </a:spcBef>
              <a:spcAft>
                <a:spcPts val="400"/>
              </a:spcAft>
            </a:pPr>
            <a:r>
              <a:rPr sz="2100" b="1" i="0">
                <a:solidFill>
                  <a:srgbClr val="0E88AE"/>
                </a:solidFill>
                <a:latin typeface="Open Sans"/>
                <a:ea typeface="Noto Sans CJK KR"/>
              </a:rPr>
              <a:t>1</a:t>
            </a:r>
          </a:p>
        </p:txBody>
      </p:sp>
      <p:sp>
        <p:nvSpPr>
          <p:cNvPr id="9" name="TextBox 8"/>
          <p:cNvSpPr txBox="1"/>
          <p:nvPr/>
        </p:nvSpPr>
        <p:spPr>
          <a:xfrm>
            <a:off x="1051560" y="2825496"/>
            <a:ext cx="6272783" cy="832103"/>
          </a:xfrm>
          <a:prstGeom prst="rect">
            <a:avLst/>
          </a:prstGeom>
          <a:noFill/>
        </p:spPr>
        <p:txBody>
          <a:bodyPr wrap="square" lIns="0" rIns="0" tIns="0" bIns="0" anchor="t">
            <a:spAutoFit/>
          </a:bodyPr>
          <a:lstStyle/>
          <a:p>
            <a:pPr algn="l">
              <a:lnSpc>
                <a:spcPct val="112000"/>
              </a:lnSpc>
              <a:spcBef>
                <a:spcPts val="0"/>
              </a:spcBef>
              <a:spcAft>
                <a:spcPts val="400"/>
              </a:spcAft>
            </a:pPr>
            <a:r>
              <a:rPr sz="1900" b="0" i="0">
                <a:solidFill>
                  <a:srgbClr val="4E4F51"/>
                </a:solidFill>
                <a:latin typeface="Open Sans"/>
                <a:ea typeface="Noto Sans CJK KR"/>
              </a:rPr>
              <a:t>Tosca Commander를 실행하고 실습 워크스페이스를 엽니다.</a:t>
            </a:r>
          </a:p>
        </p:txBody>
      </p:sp>
      <p:sp>
        <p:nvSpPr>
          <p:cNvPr id="10" name="TextBox 9"/>
          <p:cNvSpPr txBox="1"/>
          <p:nvPr/>
        </p:nvSpPr>
        <p:spPr>
          <a:xfrm>
            <a:off x="649224" y="3694176"/>
            <a:ext cx="301752" cy="365760"/>
          </a:xfrm>
          <a:prstGeom prst="rect">
            <a:avLst/>
          </a:prstGeom>
          <a:noFill/>
        </p:spPr>
        <p:txBody>
          <a:bodyPr wrap="square" lIns="0" rIns="0" tIns="0" bIns="0" anchor="t">
            <a:spAutoFit/>
          </a:bodyPr>
          <a:lstStyle/>
          <a:p>
            <a:pPr algn="l">
              <a:lnSpc>
                <a:spcPct val="112000"/>
              </a:lnSpc>
              <a:spcBef>
                <a:spcPts val="0"/>
              </a:spcBef>
              <a:spcAft>
                <a:spcPts val="400"/>
              </a:spcAft>
            </a:pPr>
            <a:r>
              <a:rPr sz="2100" b="1" i="0">
                <a:solidFill>
                  <a:srgbClr val="0E88AE"/>
                </a:solidFill>
                <a:latin typeface="Open Sans"/>
                <a:ea typeface="Noto Sans CJK KR"/>
              </a:rPr>
              <a:t>2</a:t>
            </a:r>
          </a:p>
        </p:txBody>
      </p:sp>
      <p:sp>
        <p:nvSpPr>
          <p:cNvPr id="11" name="TextBox 10"/>
          <p:cNvSpPr txBox="1"/>
          <p:nvPr/>
        </p:nvSpPr>
        <p:spPr>
          <a:xfrm>
            <a:off x="1051560" y="3694176"/>
            <a:ext cx="6272783" cy="832103"/>
          </a:xfrm>
          <a:prstGeom prst="rect">
            <a:avLst/>
          </a:prstGeom>
          <a:noFill/>
        </p:spPr>
        <p:txBody>
          <a:bodyPr wrap="square" lIns="0" rIns="0" tIns="0" bIns="0" anchor="t">
            <a:spAutoFit/>
          </a:bodyPr>
          <a:lstStyle/>
          <a:p>
            <a:pPr algn="l">
              <a:lnSpc>
                <a:spcPct val="112000"/>
              </a:lnSpc>
              <a:spcBef>
                <a:spcPts val="0"/>
              </a:spcBef>
              <a:spcAft>
                <a:spcPts val="400"/>
              </a:spcAft>
            </a:pPr>
            <a:r>
              <a:rPr sz="1900" b="0" i="0">
                <a:solidFill>
                  <a:srgbClr val="4E4F51"/>
                </a:solidFill>
                <a:latin typeface="Open Sans"/>
                <a:ea typeface="Noto Sans CJK KR"/>
              </a:rPr>
              <a:t>AI 클라이언트에서 tosca-commander 서버를 켭니다. VS Code는 Agent 모드로 바꿉니다.</a:t>
            </a:r>
          </a:p>
        </p:txBody>
      </p:sp>
      <p:sp>
        <p:nvSpPr>
          <p:cNvPr id="12" name="TextBox 11"/>
          <p:cNvSpPr txBox="1"/>
          <p:nvPr/>
        </p:nvSpPr>
        <p:spPr>
          <a:xfrm>
            <a:off x="649224" y="4562856"/>
            <a:ext cx="301752" cy="365760"/>
          </a:xfrm>
          <a:prstGeom prst="rect">
            <a:avLst/>
          </a:prstGeom>
          <a:noFill/>
        </p:spPr>
        <p:txBody>
          <a:bodyPr wrap="square" lIns="0" rIns="0" tIns="0" bIns="0" anchor="t">
            <a:spAutoFit/>
          </a:bodyPr>
          <a:lstStyle/>
          <a:p>
            <a:pPr algn="l">
              <a:lnSpc>
                <a:spcPct val="112000"/>
              </a:lnSpc>
              <a:spcBef>
                <a:spcPts val="0"/>
              </a:spcBef>
              <a:spcAft>
                <a:spcPts val="400"/>
              </a:spcAft>
            </a:pPr>
            <a:r>
              <a:rPr sz="2100" b="1" i="0">
                <a:solidFill>
                  <a:srgbClr val="0E88AE"/>
                </a:solidFill>
                <a:latin typeface="Open Sans"/>
                <a:ea typeface="Noto Sans CJK KR"/>
              </a:rPr>
              <a:t>3</a:t>
            </a:r>
          </a:p>
        </p:txBody>
      </p:sp>
      <p:sp>
        <p:nvSpPr>
          <p:cNvPr id="13" name="TextBox 12"/>
          <p:cNvSpPr txBox="1"/>
          <p:nvPr/>
        </p:nvSpPr>
        <p:spPr>
          <a:xfrm>
            <a:off x="1051560" y="4562856"/>
            <a:ext cx="6272783" cy="832103"/>
          </a:xfrm>
          <a:prstGeom prst="rect">
            <a:avLst/>
          </a:prstGeom>
          <a:noFill/>
        </p:spPr>
        <p:txBody>
          <a:bodyPr wrap="square" lIns="0" rIns="0" tIns="0" bIns="0" anchor="t">
            <a:spAutoFit/>
          </a:bodyPr>
          <a:lstStyle/>
          <a:p>
            <a:pPr algn="l">
              <a:lnSpc>
                <a:spcPct val="112000"/>
              </a:lnSpc>
              <a:spcBef>
                <a:spcPts val="0"/>
              </a:spcBef>
              <a:spcAft>
                <a:spcPts val="400"/>
              </a:spcAft>
            </a:pPr>
            <a:r>
              <a:rPr sz="1900" b="0" i="0">
                <a:solidFill>
                  <a:srgbClr val="4E4F51"/>
                </a:solidFill>
                <a:latin typeface="Open Sans"/>
                <a:ea typeface="Noto Sans CJK KR"/>
              </a:rPr>
              <a:t>프롬프트 0-1, 0-2를 차례로 입력하고 결과를 기록합니다.</a:t>
            </a:r>
          </a:p>
        </p:txBody>
      </p:sp>
      <p:sp>
        <p:nvSpPr>
          <p:cNvPr id="14" name="Rectangle 13"/>
          <p:cNvSpPr/>
          <p:nvPr/>
        </p:nvSpPr>
        <p:spPr>
          <a:xfrm>
            <a:off x="7744968" y="2267712"/>
            <a:ext cx="3785615" cy="3368893"/>
          </a:xfrm>
          <a:prstGeom prst="rect">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955279" y="2478024"/>
            <a:ext cx="3383280" cy="402336"/>
          </a:xfrm>
          <a:prstGeom prst="rect">
            <a:avLst/>
          </a:prstGeom>
          <a:noFill/>
        </p:spPr>
        <p:txBody>
          <a:bodyPr wrap="square" lIns="0" rIns="0" tIns="0" bIns="0" anchor="t">
            <a:spAutoFit/>
          </a:bodyPr>
          <a:lstStyle/>
          <a:p>
            <a:pPr algn="l">
              <a:lnSpc>
                <a:spcPct val="112000"/>
              </a:lnSpc>
              <a:spcBef>
                <a:spcPts val="0"/>
              </a:spcBef>
              <a:spcAft>
                <a:spcPts val="400"/>
              </a:spcAft>
            </a:pPr>
            <a:r>
              <a:rPr sz="2200" b="1" i="0">
                <a:solidFill>
                  <a:srgbClr val="004C97"/>
                </a:solidFill>
                <a:latin typeface="Open Sans"/>
                <a:ea typeface="Noto Sans CJK KR"/>
              </a:rPr>
              <a:t>완료 확인</a:t>
            </a:r>
          </a:p>
        </p:txBody>
      </p:sp>
      <p:sp>
        <p:nvSpPr>
          <p:cNvPr id="16" name="TextBox 15"/>
          <p:cNvSpPr txBox="1"/>
          <p:nvPr/>
        </p:nvSpPr>
        <p:spPr>
          <a:xfrm>
            <a:off x="7964424" y="3017520"/>
            <a:ext cx="3364992" cy="960485"/>
          </a:xfrm>
          <a:prstGeom prst="rect">
            <a:avLst/>
          </a:prstGeom>
          <a:noFill/>
        </p:spPr>
        <p:txBody>
          <a:bodyPr wrap="square" lIns="0" rIns="0" tIns="0" bIns="0" anchor="t">
            <a:spAutoFit/>
          </a:bodyPr>
          <a:lstStyle/>
          <a:p>
            <a:pPr algn="l">
              <a:lnSpc>
                <a:spcPct val="112000"/>
              </a:lnSpc>
              <a:spcBef>
                <a:spcPts val="0"/>
              </a:spcBef>
              <a:spcAft>
                <a:spcPts val="400"/>
              </a:spcAft>
            </a:pPr>
            <a:r>
              <a:rPr sz="1600" b="0" i="0">
                <a:solidFill>
                  <a:srgbClr val="4E4F51"/>
                </a:solidFill>
                <a:latin typeface="Open Sans"/>
                <a:ea typeface="Noto Sans CJK KR"/>
              </a:rPr>
              <a:t>□ 도구 목록에 create_test_cases와 execute_test_suite가 있습니다</a:t>
            </a:r>
          </a:p>
        </p:txBody>
      </p:sp>
      <p:sp>
        <p:nvSpPr>
          <p:cNvPr id="17" name="TextBox 16"/>
          <p:cNvSpPr txBox="1"/>
          <p:nvPr/>
        </p:nvSpPr>
        <p:spPr>
          <a:xfrm>
            <a:off x="7964424" y="4069445"/>
            <a:ext cx="3364992" cy="646419"/>
          </a:xfrm>
          <a:prstGeom prst="rect">
            <a:avLst/>
          </a:prstGeom>
          <a:noFill/>
        </p:spPr>
        <p:txBody>
          <a:bodyPr wrap="square" lIns="0" rIns="0" tIns="0" bIns="0" anchor="t">
            <a:spAutoFit/>
          </a:bodyPr>
          <a:lstStyle/>
          <a:p>
            <a:pPr algn="l">
              <a:lnSpc>
                <a:spcPct val="112000"/>
              </a:lnSpc>
              <a:spcBef>
                <a:spcPts val="0"/>
              </a:spcBef>
              <a:spcAft>
                <a:spcPts val="400"/>
              </a:spcAft>
            </a:pPr>
            <a:r>
              <a:rPr sz="1600" b="0" i="0">
                <a:solidFill>
                  <a:srgbClr val="4E4F51"/>
                </a:solidFill>
                <a:latin typeface="Open Sans"/>
                <a:ea typeface="Noto Sans CJK KR"/>
              </a:rPr>
              <a:t>□ 워크스페이스 이름이 Commander 제목 표시줄과 같습니다</a:t>
            </a:r>
          </a:p>
        </p:txBody>
      </p:sp>
      <p:sp>
        <p:nvSpPr>
          <p:cNvPr id="18" name="TextBox 17"/>
          <p:cNvSpPr txBox="1"/>
          <p:nvPr/>
        </p:nvSpPr>
        <p:spPr>
          <a:xfrm>
            <a:off x="7964424" y="4807305"/>
            <a:ext cx="3364992" cy="646419"/>
          </a:xfrm>
          <a:prstGeom prst="rect">
            <a:avLst/>
          </a:prstGeom>
          <a:noFill/>
        </p:spPr>
        <p:txBody>
          <a:bodyPr wrap="square" lIns="0" rIns="0" tIns="0" bIns="0" anchor="t">
            <a:spAutoFit/>
          </a:bodyPr>
          <a:lstStyle/>
          <a:p>
            <a:pPr algn="l">
              <a:lnSpc>
                <a:spcPct val="112000"/>
              </a:lnSpc>
              <a:spcBef>
                <a:spcPts val="0"/>
              </a:spcBef>
              <a:spcAft>
                <a:spcPts val="400"/>
              </a:spcAft>
            </a:pPr>
            <a:r>
              <a:rPr sz="1600" b="0" i="0">
                <a:solidFill>
                  <a:srgbClr val="4E4F51"/>
                </a:solidFill>
                <a:latin typeface="Open Sans"/>
                <a:ea typeface="Noto Sans CJK KR"/>
              </a:rPr>
              <a:t>□ 모드(single / multi)를 아래 기록란에 적었습니다</a:t>
            </a:r>
          </a:p>
        </p:txBody>
      </p:sp>
      <p:sp>
        <p:nvSpPr>
          <p:cNvPr id="19" name="TextBox 18"/>
          <p:cNvSpPr txBox="1"/>
          <p:nvPr/>
        </p:nvSpPr>
        <p:spPr>
          <a:xfrm>
            <a:off x="649224" y="5504688"/>
            <a:ext cx="10698480" cy="292608"/>
          </a:xfrm>
          <a:prstGeom prst="rect">
            <a:avLst/>
          </a:prstGeom>
          <a:noFill/>
        </p:spPr>
        <p:txBody>
          <a:bodyPr wrap="square" lIns="0" rIns="0" tIns="0" bIns="0" anchor="t">
            <a:spAutoFit/>
          </a:bodyPr>
          <a:lstStyle/>
          <a:p>
            <a:pPr algn="l">
              <a:lnSpc>
                <a:spcPct val="112000"/>
              </a:lnSpc>
              <a:spcBef>
                <a:spcPts val="0"/>
              </a:spcBef>
              <a:spcAft>
                <a:spcPts val="400"/>
              </a:spcAft>
            </a:pPr>
            <a:r>
              <a:rPr sz="1400" b="1" i="0">
                <a:solidFill>
                  <a:srgbClr val="0E88AE"/>
                </a:solidFill>
                <a:latin typeface="Open Sans"/>
                <a:ea typeface="Noto Sans CJK KR"/>
              </a:rPr>
              <a:t>00:35–00:45 / 직접 실습 10분</a:t>
            </a:r>
          </a:p>
        </p:txBody>
      </p:sp>
      <p:sp>
        <p:nvSpPr>
          <p:cNvPr id="20" name="TextBox 19"/>
          <p:cNvSpPr txBox="1"/>
          <p:nvPr/>
        </p:nvSpPr>
        <p:spPr>
          <a:xfrm>
            <a:off x="9784080" y="6373368"/>
            <a:ext cx="1737360" cy="109728"/>
          </a:xfrm>
          <a:prstGeom prst="rect">
            <a:avLst/>
          </a:prstGeom>
          <a:noFill/>
        </p:spPr>
        <p:txBody>
          <a:bodyPr wrap="square" lIns="0" rIns="0" tIns="0" bIns="0" anchor="t">
            <a:spAutoFit/>
          </a:bodyPr>
          <a:lstStyle/>
          <a:p>
            <a:pPr algn="r">
              <a:lnSpc>
                <a:spcPct val="112000"/>
              </a:lnSpc>
              <a:spcBef>
                <a:spcPts val="0"/>
              </a:spcBef>
              <a:spcAft>
                <a:spcPts val="0"/>
              </a:spcAft>
            </a:pPr>
            <a:r>
              <a:rPr sz="750" b="0" i="0">
                <a:solidFill>
                  <a:srgbClr val="4E4F51"/>
                </a:solidFill>
                <a:latin typeface="Open Sans"/>
                <a:ea typeface="Noto Sans CJK KR"/>
              </a:rPr>
              <a:t>워크북 3장 Lab 0</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6" name="Title 5"/>
          <p:cNvSpPr>
            <a:spLocks noGrp="1"/>
          </p:cNvSpPr>
          <p:nvPr>
            <p:ph type="title"/>
          </p:nvPr>
        </p:nvSpPr>
        <p:spPr/>
        <p:txBody>
          <a:bodyPr/>
          <a:lstStyle/>
          <a:p>
            <a:r>
              <a:rPr sz="3100" b="0" i="0">
                <a:solidFill>
                  <a:srgbClr val="004C97"/>
                </a:solidFill>
                <a:latin typeface="Open Sans"/>
                <a:ea typeface="Noto Sans CJK KR"/>
              </a:rPr>
              <a:t>Lab 0 | 입력할 프롬프트와 화면 예시</a:t>
            </a:r>
          </a:p>
        </p:txBody>
      </p:sp>
      <p:sp>
        <p:nvSpPr>
          <p:cNvPr id="7" name="TextBox 6"/>
          <p:cNvSpPr txBox="1"/>
          <p:nvPr/>
        </p:nvSpPr>
        <p:spPr>
          <a:xfrm>
            <a:off x="1828800" y="6510528"/>
            <a:ext cx="8046720" cy="210312"/>
          </a:xfrm>
          <a:prstGeom prst="rect">
            <a:avLst/>
          </a:prstGeom>
          <a:noFill/>
        </p:spPr>
        <p:txBody>
          <a:bodyPr wrap="square" lIns="0" rIns="0" tIns="0" bIns="0" anchor="t">
            <a:spAutoFit/>
          </a:bodyPr>
          <a:lstStyle/>
          <a:p>
            <a:pPr algn="l">
              <a:lnSpc>
                <a:spcPct val="112000"/>
              </a:lnSpc>
              <a:spcBef>
                <a:spcPts val="0"/>
              </a:spcBef>
              <a:spcAft>
                <a:spcPts val="0"/>
              </a:spcAft>
            </a:pPr>
            <a:r>
              <a:rPr sz="1000" b="0" i="0">
                <a:solidFill>
                  <a:srgbClr val="FFFFFF"/>
                </a:solidFill>
                <a:latin typeface="Open Sans"/>
                <a:ea typeface="Noto Sans CJK KR"/>
              </a:rPr>
              <a:t>Tosca Commander MCP 입문  |  AI 어시스턴트 실습</a:t>
            </a:r>
          </a:p>
        </p:txBody>
      </p:sp>
      <p:sp>
        <p:nvSpPr>
          <p:cNvPr id="8" name="TextBox 7"/>
          <p:cNvSpPr txBox="1"/>
          <p:nvPr/>
        </p:nvSpPr>
        <p:spPr>
          <a:xfrm>
            <a:off x="11503152" y="6510528"/>
            <a:ext cx="292608" cy="228600"/>
          </a:xfrm>
          <a:prstGeom prst="rect">
            <a:avLst/>
          </a:prstGeom>
          <a:noFill/>
        </p:spPr>
        <p:txBody>
          <a:bodyPr wrap="none" lIns="0" rIns="0" tIns="0" bIns="0">
            <a:spAutoFit/>
          </a:bodyPr>
          <a:lstStyle/>
          <a:p>
            <a:pPr algn="l"/>
            <a:fld id="{5C7A3F71-3D8E-4C1B-9A44-2E5B7D0F6A11}" type="slidenum">
              <a:rPr lang="ko-KR" sz="1100">
                <a:solidFill>
                  <a:srgbClr val="FFFFFF"/>
                </a:solidFill>
                <a:latin typeface="Open Sans"/>
                <a:ea typeface="Noto Sans CJK KR"/>
              </a:rPr>
              <a:t>20</a:t>
            </a:fld>
          </a:p>
        </p:txBody>
      </p:sp>
      <p:sp>
        <p:nvSpPr>
          <p:cNvPr id="9" name="Rectangle 8"/>
          <p:cNvSpPr/>
          <p:nvPr/>
        </p:nvSpPr>
        <p:spPr>
          <a:xfrm>
            <a:off x="649224" y="1298448"/>
            <a:ext cx="5257800" cy="1554480"/>
          </a:xfrm>
          <a:prstGeom prst="rect">
            <a:avLst/>
          </a:prstGeom>
          <a:solidFill>
            <a:srgbClr val="F1F5F9"/>
          </a:solidFill>
          <a:ln w="10160">
            <a:solidFill>
              <a:srgbClr val="DCE5E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50392" y="1444751"/>
            <a:ext cx="4855464" cy="274320"/>
          </a:xfrm>
          <a:prstGeom prst="rect">
            <a:avLst/>
          </a:prstGeom>
          <a:noFill/>
        </p:spPr>
        <p:txBody>
          <a:bodyPr wrap="square" lIns="0" rIns="0" tIns="0" bIns="0" anchor="t">
            <a:spAutoFit/>
          </a:bodyPr>
          <a:lstStyle/>
          <a:p>
            <a:pPr algn="l">
              <a:lnSpc>
                <a:spcPct val="112000"/>
              </a:lnSpc>
              <a:spcBef>
                <a:spcPts val="0"/>
              </a:spcBef>
              <a:spcAft>
                <a:spcPts val="0"/>
              </a:spcAft>
            </a:pPr>
            <a:r>
              <a:rPr sz="1300" b="1" i="0">
                <a:solidFill>
                  <a:srgbClr val="0E88AE"/>
                </a:solidFill>
                <a:latin typeface="Open Sans"/>
                <a:ea typeface="Noto Sans CJK KR"/>
              </a:rPr>
              <a:t>프롬프트 0-1</a:t>
            </a:r>
          </a:p>
        </p:txBody>
      </p:sp>
      <p:sp>
        <p:nvSpPr>
          <p:cNvPr id="11" name="TextBox 10"/>
          <p:cNvSpPr txBox="1"/>
          <p:nvPr/>
        </p:nvSpPr>
        <p:spPr>
          <a:xfrm>
            <a:off x="850392" y="1801368"/>
            <a:ext cx="4855464" cy="932688"/>
          </a:xfrm>
          <a:prstGeom prst="rect">
            <a:avLst/>
          </a:prstGeom>
          <a:noFill/>
        </p:spPr>
        <p:txBody>
          <a:bodyPr wrap="square" lIns="0" rIns="0" tIns="0" bIns="0" anchor="t">
            <a:spAutoFit/>
          </a:bodyPr>
          <a:lstStyle/>
          <a:p>
            <a:pPr algn="l">
              <a:lnSpc>
                <a:spcPct val="108000"/>
              </a:lnSpc>
              <a:spcBef>
                <a:spcPts val="0"/>
              </a:spcBef>
              <a:spcAft>
                <a:spcPts val="200"/>
              </a:spcAft>
            </a:pPr>
            <a:r>
              <a:rPr sz="1600" b="0" i="0">
                <a:solidFill>
                  <a:srgbClr val="4E4F51"/>
                </a:solidFill>
                <a:latin typeface="Open Sans"/>
                <a:ea typeface="Noto Sans CJK KR"/>
              </a:rPr>
              <a:t>Tosca Commander MCP에서 쓸 수 있는 도구 목록을 보여줘. 도구 이름과 한 줄 설명을 표로 정리해줘.</a:t>
            </a:r>
          </a:p>
        </p:txBody>
      </p:sp>
      <p:sp>
        <p:nvSpPr>
          <p:cNvPr id="12" name="Rectangle 11"/>
          <p:cNvSpPr/>
          <p:nvPr/>
        </p:nvSpPr>
        <p:spPr>
          <a:xfrm>
            <a:off x="649224" y="3017520"/>
            <a:ext cx="5257800" cy="1554480"/>
          </a:xfrm>
          <a:prstGeom prst="rect">
            <a:avLst/>
          </a:prstGeom>
          <a:solidFill>
            <a:srgbClr val="F1F5F9"/>
          </a:solidFill>
          <a:ln w="10160">
            <a:solidFill>
              <a:srgbClr val="DCE5E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50392" y="3163824"/>
            <a:ext cx="4855464" cy="274320"/>
          </a:xfrm>
          <a:prstGeom prst="rect">
            <a:avLst/>
          </a:prstGeom>
          <a:noFill/>
        </p:spPr>
        <p:txBody>
          <a:bodyPr wrap="square" lIns="0" rIns="0" tIns="0" bIns="0" anchor="t">
            <a:spAutoFit/>
          </a:bodyPr>
          <a:lstStyle/>
          <a:p>
            <a:pPr algn="l">
              <a:lnSpc>
                <a:spcPct val="112000"/>
              </a:lnSpc>
              <a:spcBef>
                <a:spcPts val="0"/>
              </a:spcBef>
              <a:spcAft>
                <a:spcPts val="0"/>
              </a:spcAft>
            </a:pPr>
            <a:r>
              <a:rPr sz="1300" b="1" i="0">
                <a:solidFill>
                  <a:srgbClr val="0E88AE"/>
                </a:solidFill>
                <a:latin typeface="Open Sans"/>
                <a:ea typeface="Noto Sans CJK KR"/>
              </a:rPr>
              <a:t>프롬프트 0-2</a:t>
            </a:r>
          </a:p>
        </p:txBody>
      </p:sp>
      <p:sp>
        <p:nvSpPr>
          <p:cNvPr id="14" name="TextBox 13"/>
          <p:cNvSpPr txBox="1"/>
          <p:nvPr/>
        </p:nvSpPr>
        <p:spPr>
          <a:xfrm>
            <a:off x="850392" y="3520439"/>
            <a:ext cx="4855464" cy="932688"/>
          </a:xfrm>
          <a:prstGeom prst="rect">
            <a:avLst/>
          </a:prstGeom>
          <a:noFill/>
        </p:spPr>
        <p:txBody>
          <a:bodyPr wrap="square" lIns="0" rIns="0" tIns="0" bIns="0" anchor="t">
            <a:spAutoFit/>
          </a:bodyPr>
          <a:lstStyle/>
          <a:p>
            <a:pPr algn="l">
              <a:lnSpc>
                <a:spcPct val="108000"/>
              </a:lnSpc>
              <a:spcBef>
                <a:spcPts val="0"/>
              </a:spcBef>
              <a:spcAft>
                <a:spcPts val="200"/>
              </a:spcAft>
            </a:pPr>
            <a:r>
              <a:rPr sz="1600" b="0" i="0">
                <a:solidFill>
                  <a:srgbClr val="4E4F51"/>
                </a:solidFill>
                <a:latin typeface="Open Sans"/>
                <a:ea typeface="Noto Sans CJK KR"/>
              </a:rPr>
              <a:t>지금 열려 있는 Tosca 워크스페이스 정보를 알려줘. 이름, 경로, 싱글 유저인지 멀티 유저인지 포함해서.</a:t>
            </a:r>
          </a:p>
        </p:txBody>
      </p:sp>
      <p:sp>
        <p:nvSpPr>
          <p:cNvPr id="15" name="TextBox 14"/>
          <p:cNvSpPr txBox="1"/>
          <p:nvPr/>
        </p:nvSpPr>
        <p:spPr>
          <a:xfrm>
            <a:off x="649224" y="4754880"/>
            <a:ext cx="5257800" cy="731520"/>
          </a:xfrm>
          <a:prstGeom prst="rect">
            <a:avLst/>
          </a:prstGeom>
          <a:noFill/>
        </p:spPr>
        <p:txBody>
          <a:bodyPr wrap="square" lIns="0" rIns="0" tIns="0" bIns="0" anchor="t">
            <a:spAutoFit/>
          </a:bodyPr>
          <a:lstStyle/>
          <a:p>
            <a:pPr algn="l">
              <a:lnSpc>
                <a:spcPct val="112000"/>
              </a:lnSpc>
              <a:spcBef>
                <a:spcPts val="0"/>
              </a:spcBef>
              <a:spcAft>
                <a:spcPts val="400"/>
              </a:spcAft>
            </a:pPr>
            <a:r>
              <a:rPr sz="1600" b="1" i="0">
                <a:solidFill>
                  <a:srgbClr val="004C97"/>
                </a:solidFill>
                <a:latin typeface="Open Sans"/>
                <a:ea typeface="Noto Sans CJK KR"/>
              </a:rPr>
              <a:t>AI가 쓰는 도구  </a:t>
            </a:r>
            <a:r>
              <a:rPr sz="1600" b="0" i="0">
                <a:solidFill>
                  <a:srgbClr val="4E4F51"/>
                </a:solidFill>
                <a:latin typeface="Consolas"/>
                <a:ea typeface="Noto Sans CJK KR"/>
              </a:rPr>
              <a:t>get_workspace_info</a:t>
            </a:r>
          </a:p>
        </p:txBody>
      </p:sp>
      <p:sp>
        <p:nvSpPr>
          <p:cNvPr id="16" name="Rectangle 15"/>
          <p:cNvSpPr/>
          <p:nvPr/>
        </p:nvSpPr>
        <p:spPr>
          <a:xfrm>
            <a:off x="6190488" y="1298448"/>
            <a:ext cx="5340096" cy="4370832"/>
          </a:xfrm>
          <a:prstGeom prst="rect">
            <a:avLst/>
          </a:prstGeom>
          <a:solidFill>
            <a:srgbClr val="F1F5F9"/>
          </a:solidFill>
          <a:ln w="10160">
            <a:solidFill>
              <a:srgbClr val="DCE5E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190488" y="1298448"/>
            <a:ext cx="5340096" cy="457200"/>
          </a:xfrm>
          <a:prstGeom prst="rect">
            <a:avLst/>
          </a:prstGeom>
          <a:solidFill>
            <a:srgbClr val="004C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391655" y="1389888"/>
            <a:ext cx="4937759" cy="292608"/>
          </a:xfrm>
          <a:prstGeom prst="rect">
            <a:avLst/>
          </a:prstGeom>
          <a:noFill/>
        </p:spPr>
        <p:txBody>
          <a:bodyPr wrap="square" lIns="0" rIns="0" tIns="0" bIns="0" anchor="t">
            <a:spAutoFit/>
          </a:bodyPr>
          <a:lstStyle/>
          <a:p>
            <a:pPr algn="l">
              <a:lnSpc>
                <a:spcPct val="112000"/>
              </a:lnSpc>
              <a:spcBef>
                <a:spcPts val="0"/>
              </a:spcBef>
              <a:spcAft>
                <a:spcPts val="0"/>
              </a:spcAft>
            </a:pPr>
            <a:r>
              <a:rPr sz="1500" b="0" i="0">
                <a:solidFill>
                  <a:srgbClr val="FFFFFF"/>
                </a:solidFill>
                <a:latin typeface="Open Sans"/>
                <a:ea typeface="Noto Sans CJK KR"/>
              </a:rPr>
              <a:t>AI 어시스턴트  ·  tosca-commander 연결됨</a:t>
            </a:r>
          </a:p>
        </p:txBody>
      </p:sp>
      <p:sp>
        <p:nvSpPr>
          <p:cNvPr id="19" name="Rectangle 18"/>
          <p:cNvSpPr/>
          <p:nvPr/>
        </p:nvSpPr>
        <p:spPr>
          <a:xfrm>
            <a:off x="7315200" y="1938528"/>
            <a:ext cx="4023360" cy="960120"/>
          </a:xfrm>
          <a:prstGeom prst="rect">
            <a:avLst/>
          </a:prstGeom>
          <a:solidFill>
            <a:srgbClr val="004C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452360" y="1938528"/>
            <a:ext cx="3749039" cy="960120"/>
          </a:xfrm>
          <a:prstGeom prst="rect">
            <a:avLst/>
          </a:prstGeom>
          <a:noFill/>
        </p:spPr>
        <p:txBody>
          <a:bodyPr wrap="square" lIns="0" rIns="0" tIns="0" bIns="0" anchor="ctr">
            <a:spAutoFit/>
          </a:bodyPr>
          <a:lstStyle/>
          <a:p>
            <a:pPr algn="l">
              <a:lnSpc>
                <a:spcPct val="112000"/>
              </a:lnSpc>
              <a:spcBef>
                <a:spcPts val="0"/>
              </a:spcBef>
              <a:spcAft>
                <a:spcPts val="0"/>
              </a:spcAft>
            </a:pPr>
            <a:r>
              <a:rPr sz="1300" b="0" i="0">
                <a:solidFill>
                  <a:srgbClr val="FFFFFF"/>
                </a:solidFill>
                <a:latin typeface="Open Sans"/>
                <a:ea typeface="Noto Sans CJK KR"/>
              </a:rPr>
              <a:t>지금 열려 있는 Tosca 워크스페이스 정보를 알려줘. 이름, 경로, 싱글 유저인지 멀티 유저인지 포함해서.</a:t>
            </a:r>
          </a:p>
        </p:txBody>
      </p:sp>
      <p:sp>
        <p:nvSpPr>
          <p:cNvPr id="21" name="Rectangle 20"/>
          <p:cNvSpPr/>
          <p:nvPr/>
        </p:nvSpPr>
        <p:spPr>
          <a:xfrm>
            <a:off x="6382512" y="3063240"/>
            <a:ext cx="4572000" cy="2377440"/>
          </a:xfrm>
          <a:prstGeom prst="rect">
            <a:avLst/>
          </a:prstGeom>
          <a:solidFill>
            <a:srgbClr val="FFFFFF"/>
          </a:solidFill>
          <a:ln w="10160">
            <a:solidFill>
              <a:srgbClr val="DCE5E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537960" y="3172968"/>
            <a:ext cx="4297680" cy="274320"/>
          </a:xfrm>
          <a:prstGeom prst="rect">
            <a:avLst/>
          </a:prstGeom>
          <a:noFill/>
        </p:spPr>
        <p:txBody>
          <a:bodyPr wrap="square" lIns="0" rIns="0" tIns="0" bIns="0" anchor="t">
            <a:spAutoFit/>
          </a:bodyPr>
          <a:lstStyle/>
          <a:p>
            <a:pPr algn="l">
              <a:lnSpc>
                <a:spcPct val="112000"/>
              </a:lnSpc>
              <a:spcBef>
                <a:spcPts val="0"/>
              </a:spcBef>
              <a:spcAft>
                <a:spcPts val="400"/>
              </a:spcAft>
            </a:pPr>
            <a:r>
              <a:rPr sz="1300" b="1" i="0">
                <a:solidFill>
                  <a:srgbClr val="0E88AE"/>
                </a:solidFill>
                <a:latin typeface="Open Sans"/>
                <a:ea typeface="Noto Sans CJK KR"/>
              </a:rPr>
              <a:t>get_workspace_info 실행</a:t>
            </a:r>
          </a:p>
        </p:txBody>
      </p:sp>
      <p:sp>
        <p:nvSpPr>
          <p:cNvPr id="23" name="TextBox 22"/>
          <p:cNvSpPr txBox="1"/>
          <p:nvPr/>
        </p:nvSpPr>
        <p:spPr>
          <a:xfrm>
            <a:off x="6537960" y="3520440"/>
            <a:ext cx="4297680" cy="1828800"/>
          </a:xfrm>
          <a:prstGeom prst="rect">
            <a:avLst/>
          </a:prstGeom>
          <a:noFill/>
        </p:spPr>
        <p:txBody>
          <a:bodyPr wrap="square" lIns="0" rIns="0" tIns="0" bIns="0" anchor="t">
            <a:spAutoFit/>
          </a:bodyPr>
          <a:lstStyle/>
          <a:p>
            <a:pPr algn="l">
              <a:lnSpc>
                <a:spcPct val="112000"/>
              </a:lnSpc>
              <a:spcBef>
                <a:spcPts val="0"/>
              </a:spcBef>
              <a:spcAft>
                <a:spcPts val="200"/>
              </a:spcAft>
            </a:pPr>
            <a:r>
              <a:rPr sz="1350" b="0" i="0">
                <a:solidFill>
                  <a:srgbClr val="4E4F51"/>
                </a:solidFill>
                <a:latin typeface="Open Sans"/>
                <a:ea typeface="Noto Sans CJK KR"/>
              </a:rPr>
              <a:t>현재 열린 워크스페이스입니다.</a:t>
            </a:r>
          </a:p>
          <a:p>
            <a:pPr algn="l">
              <a:lnSpc>
                <a:spcPct val="112000"/>
              </a:lnSpc>
              <a:spcBef>
                <a:spcPts val="0"/>
              </a:spcBef>
              <a:spcAft>
                <a:spcPts val="200"/>
              </a:spcAft>
            </a:pPr>
            <a:r>
              <a:rPr sz="1350" b="0" i="0">
                <a:solidFill>
                  <a:srgbClr val="4E4F51"/>
                </a:solidFill>
                <a:latin typeface="Open Sans"/>
                <a:ea typeface="Noto Sans CJK KR"/>
              </a:rPr>
              <a:t>· 이름: MCP_Training_홍길동</a:t>
            </a:r>
          </a:p>
          <a:p>
            <a:pPr algn="l">
              <a:lnSpc>
                <a:spcPct val="112000"/>
              </a:lnSpc>
              <a:spcBef>
                <a:spcPts val="0"/>
              </a:spcBef>
              <a:spcAft>
                <a:spcPts val="200"/>
              </a:spcAft>
            </a:pPr>
            <a:r>
              <a:rPr sz="1350" b="0" i="0">
                <a:solidFill>
                  <a:srgbClr val="4E4F51"/>
                </a:solidFill>
                <a:latin typeface="Open Sans"/>
                <a:ea typeface="Noto Sans CJK KR"/>
              </a:rPr>
              <a:t>· 경로: C:\Tosca_Projects\Tosca_Workspaces\MCP_Training_홍길동</a:t>
            </a:r>
          </a:p>
          <a:p>
            <a:pPr algn="l">
              <a:lnSpc>
                <a:spcPct val="112000"/>
              </a:lnSpc>
              <a:spcBef>
                <a:spcPts val="0"/>
              </a:spcBef>
              <a:spcAft>
                <a:spcPts val="200"/>
              </a:spcAft>
            </a:pPr>
            <a:r>
              <a:rPr sz="1350" b="0" i="0">
                <a:solidFill>
                  <a:srgbClr val="4E4F51"/>
                </a:solidFill>
                <a:latin typeface="Open Sans"/>
                <a:ea typeface="Noto Sans CJK KR"/>
              </a:rPr>
              <a:t>· 모드: single (싱글 유저)</a:t>
            </a:r>
          </a:p>
        </p:txBody>
      </p:sp>
      <p:sp>
        <p:nvSpPr>
          <p:cNvPr id="24" name="TextBox 23"/>
          <p:cNvSpPr txBox="1"/>
          <p:nvPr/>
        </p:nvSpPr>
        <p:spPr>
          <a:xfrm>
            <a:off x="649224" y="5925312"/>
            <a:ext cx="10881360" cy="420624"/>
          </a:xfrm>
          <a:prstGeom prst="rect">
            <a:avLst/>
          </a:prstGeom>
          <a:noFill/>
        </p:spPr>
        <p:txBody>
          <a:bodyPr wrap="square" lIns="0" rIns="0" tIns="0" bIns="0" anchor="t">
            <a:spAutoFit/>
          </a:bodyPr>
          <a:lstStyle/>
          <a:p>
            <a:pPr algn="l">
              <a:lnSpc>
                <a:spcPct val="112000"/>
              </a:lnSpc>
              <a:spcBef>
                <a:spcPts val="0"/>
              </a:spcBef>
              <a:spcAft>
                <a:spcPts val="400"/>
              </a:spcAft>
            </a:pPr>
            <a:r>
              <a:rPr sz="1250" b="0" i="0">
                <a:solidFill>
                  <a:srgbClr val="4E4F51"/>
                </a:solidFill>
                <a:latin typeface="Open Sans"/>
                <a:ea typeface="Noto Sans CJK KR"/>
              </a:rPr>
              <a:t>화면 예시입니다. 실제 문구와 모양은 클라이언트마다 다릅니다.</a:t>
            </a:r>
          </a:p>
        </p:txBody>
      </p:sp>
      <p:sp>
        <p:nvSpPr>
          <p:cNvPr id="25" name="TextBox 24"/>
          <p:cNvSpPr txBox="1"/>
          <p:nvPr/>
        </p:nvSpPr>
        <p:spPr>
          <a:xfrm>
            <a:off x="9784080" y="6373368"/>
            <a:ext cx="1737360" cy="109728"/>
          </a:xfrm>
          <a:prstGeom prst="rect">
            <a:avLst/>
          </a:prstGeom>
          <a:noFill/>
        </p:spPr>
        <p:txBody>
          <a:bodyPr wrap="square" lIns="0" rIns="0" tIns="0" bIns="0" anchor="t">
            <a:spAutoFit/>
          </a:bodyPr>
          <a:lstStyle/>
          <a:p>
            <a:pPr algn="r">
              <a:lnSpc>
                <a:spcPct val="112000"/>
              </a:lnSpc>
              <a:spcBef>
                <a:spcPts val="0"/>
              </a:spcBef>
              <a:spcAft>
                <a:spcPts val="0"/>
              </a:spcAft>
            </a:pPr>
            <a:r>
              <a:rPr sz="750" b="0" i="0">
                <a:solidFill>
                  <a:srgbClr val="4E4F51"/>
                </a:solidFill>
                <a:latin typeface="Open Sans"/>
                <a:ea typeface="Noto Sans CJK KR"/>
              </a:rPr>
              <a:t>워크북 3장 Lab 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100" b="0" i="0">
                <a:solidFill>
                  <a:srgbClr val="004C97"/>
                </a:solidFill>
                <a:latin typeface="Open Sans"/>
                <a:ea typeface="Noto Sans CJK KR"/>
              </a:rPr>
              <a:t>Lab 1 | 워크스페이스 둘러보기</a:t>
            </a:r>
          </a:p>
        </p:txBody>
      </p:sp>
      <p:sp>
        <p:nvSpPr>
          <p:cNvPr id="3" name="TextBox 2"/>
          <p:cNvSpPr txBox="1"/>
          <p:nvPr/>
        </p:nvSpPr>
        <p:spPr>
          <a:xfrm>
            <a:off x="1828800" y="6510528"/>
            <a:ext cx="8046720" cy="210312"/>
          </a:xfrm>
          <a:prstGeom prst="rect">
            <a:avLst/>
          </a:prstGeom>
          <a:noFill/>
        </p:spPr>
        <p:txBody>
          <a:bodyPr wrap="square" lIns="0" rIns="0" tIns="0" bIns="0" anchor="t">
            <a:spAutoFit/>
          </a:bodyPr>
          <a:lstStyle/>
          <a:p>
            <a:pPr algn="l">
              <a:lnSpc>
                <a:spcPct val="112000"/>
              </a:lnSpc>
              <a:spcBef>
                <a:spcPts val="0"/>
              </a:spcBef>
              <a:spcAft>
                <a:spcPts val="0"/>
              </a:spcAft>
            </a:pPr>
            <a:r>
              <a:rPr sz="1000" b="0" i="0">
                <a:solidFill>
                  <a:srgbClr val="FFFFFF"/>
                </a:solidFill>
                <a:latin typeface="Open Sans"/>
                <a:ea typeface="Noto Sans CJK KR"/>
              </a:rPr>
              <a:t>Tosca Commander MCP 입문  |  AI 어시스턴트 실습</a:t>
            </a:r>
          </a:p>
        </p:txBody>
      </p:sp>
      <p:sp>
        <p:nvSpPr>
          <p:cNvPr id="4" name="TextBox 3"/>
          <p:cNvSpPr txBox="1"/>
          <p:nvPr/>
        </p:nvSpPr>
        <p:spPr>
          <a:xfrm>
            <a:off x="11503152" y="6510528"/>
            <a:ext cx="292608" cy="228600"/>
          </a:xfrm>
          <a:prstGeom prst="rect">
            <a:avLst/>
          </a:prstGeom>
          <a:noFill/>
        </p:spPr>
        <p:txBody>
          <a:bodyPr wrap="none" lIns="0" rIns="0" tIns="0" bIns="0">
            <a:spAutoFit/>
          </a:bodyPr>
          <a:lstStyle/>
          <a:p>
            <a:pPr algn="l"/>
            <a:fld id="{5C7A3F71-3D8E-4C1B-9A44-2E5B7D0F6A11}" type="slidenum">
              <a:rPr lang="ko-KR" sz="1100">
                <a:solidFill>
                  <a:srgbClr val="FFFFFF"/>
                </a:solidFill>
                <a:latin typeface="Open Sans"/>
                <a:ea typeface="Noto Sans CJK KR"/>
              </a:rPr>
              <a:t>21</a:t>
            </a:fld>
          </a:p>
        </p:txBody>
      </p:sp>
      <p:sp>
        <p:nvSpPr>
          <p:cNvPr id="5" name="Rectangle 4"/>
          <p:cNvSpPr/>
          <p:nvPr/>
        </p:nvSpPr>
        <p:spPr>
          <a:xfrm>
            <a:off x="649224" y="1298448"/>
            <a:ext cx="10881360" cy="685800"/>
          </a:xfrm>
          <a:prstGeom prst="rect">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32104" y="1298448"/>
            <a:ext cx="10469880" cy="685800"/>
          </a:xfrm>
          <a:prstGeom prst="rect">
            <a:avLst/>
          </a:prstGeom>
          <a:noFill/>
        </p:spPr>
        <p:txBody>
          <a:bodyPr wrap="square" lIns="0" rIns="0" tIns="0" bIns="0" anchor="ctr">
            <a:spAutoFit/>
          </a:bodyPr>
          <a:lstStyle/>
          <a:p>
            <a:pPr algn="l">
              <a:lnSpc>
                <a:spcPct val="112000"/>
              </a:lnSpc>
              <a:spcBef>
                <a:spcPts val="0"/>
              </a:spcBef>
              <a:spcAft>
                <a:spcPts val="0"/>
              </a:spcAft>
            </a:pPr>
            <a:r>
              <a:rPr sz="2100" b="1" i="0">
                <a:solidFill>
                  <a:srgbClr val="004C97"/>
                </a:solidFill>
                <a:latin typeface="Open Sans"/>
                <a:ea typeface="Noto Sans CJK KR"/>
              </a:rPr>
              <a:t>조회만 하는 요청으로 워크스페이스 구조와 실습 모듈을 확인합니다.</a:t>
            </a:r>
          </a:p>
        </p:txBody>
      </p:sp>
      <p:sp>
        <p:nvSpPr>
          <p:cNvPr id="7" name="TextBox 6"/>
          <p:cNvSpPr txBox="1"/>
          <p:nvPr/>
        </p:nvSpPr>
        <p:spPr>
          <a:xfrm>
            <a:off x="649224" y="2295144"/>
            <a:ext cx="6400800" cy="411480"/>
          </a:xfrm>
          <a:prstGeom prst="rect">
            <a:avLst/>
          </a:prstGeom>
          <a:noFill/>
        </p:spPr>
        <p:txBody>
          <a:bodyPr wrap="square" lIns="0" rIns="0" tIns="0" bIns="0" anchor="t">
            <a:spAutoFit/>
          </a:bodyPr>
          <a:lstStyle/>
          <a:p>
            <a:pPr algn="l">
              <a:lnSpc>
                <a:spcPct val="112000"/>
              </a:lnSpc>
              <a:spcBef>
                <a:spcPts val="0"/>
              </a:spcBef>
              <a:spcAft>
                <a:spcPts val="400"/>
              </a:spcAft>
            </a:pPr>
            <a:r>
              <a:rPr sz="2200" b="1" i="0">
                <a:solidFill>
                  <a:srgbClr val="004C97"/>
                </a:solidFill>
                <a:latin typeface="Open Sans"/>
                <a:ea typeface="Noto Sans CJK KR"/>
              </a:rPr>
              <a:t>진행 순서</a:t>
            </a:r>
          </a:p>
        </p:txBody>
      </p:sp>
      <p:sp>
        <p:nvSpPr>
          <p:cNvPr id="8" name="TextBox 7"/>
          <p:cNvSpPr txBox="1"/>
          <p:nvPr/>
        </p:nvSpPr>
        <p:spPr>
          <a:xfrm>
            <a:off x="649224" y="2825496"/>
            <a:ext cx="301752" cy="365760"/>
          </a:xfrm>
          <a:prstGeom prst="rect">
            <a:avLst/>
          </a:prstGeom>
          <a:noFill/>
        </p:spPr>
        <p:txBody>
          <a:bodyPr wrap="square" lIns="0" rIns="0" tIns="0" bIns="0" anchor="t">
            <a:spAutoFit/>
          </a:bodyPr>
          <a:lstStyle/>
          <a:p>
            <a:pPr algn="l">
              <a:lnSpc>
                <a:spcPct val="112000"/>
              </a:lnSpc>
              <a:spcBef>
                <a:spcPts val="0"/>
              </a:spcBef>
              <a:spcAft>
                <a:spcPts val="400"/>
              </a:spcAft>
            </a:pPr>
            <a:r>
              <a:rPr sz="2100" b="1" i="0">
                <a:solidFill>
                  <a:srgbClr val="0E88AE"/>
                </a:solidFill>
                <a:latin typeface="Open Sans"/>
                <a:ea typeface="Noto Sans CJK KR"/>
              </a:rPr>
              <a:t>1</a:t>
            </a:r>
          </a:p>
        </p:txBody>
      </p:sp>
      <p:sp>
        <p:nvSpPr>
          <p:cNvPr id="9" name="TextBox 8"/>
          <p:cNvSpPr txBox="1"/>
          <p:nvPr/>
        </p:nvSpPr>
        <p:spPr>
          <a:xfrm>
            <a:off x="1051560" y="2825496"/>
            <a:ext cx="6272783" cy="832103"/>
          </a:xfrm>
          <a:prstGeom prst="rect">
            <a:avLst/>
          </a:prstGeom>
          <a:noFill/>
        </p:spPr>
        <p:txBody>
          <a:bodyPr wrap="square" lIns="0" rIns="0" tIns="0" bIns="0" anchor="t">
            <a:spAutoFit/>
          </a:bodyPr>
          <a:lstStyle/>
          <a:p>
            <a:pPr algn="l">
              <a:lnSpc>
                <a:spcPct val="112000"/>
              </a:lnSpc>
              <a:spcBef>
                <a:spcPts val="0"/>
              </a:spcBef>
              <a:spcAft>
                <a:spcPts val="400"/>
              </a:spcAft>
            </a:pPr>
            <a:r>
              <a:rPr sz="1900" b="0" i="0">
                <a:solidFill>
                  <a:srgbClr val="4E4F51"/>
                </a:solidFill>
                <a:latin typeface="Open Sans"/>
                <a:ea typeface="Noto Sans CJK KR"/>
              </a:rPr>
              <a:t>프롬프트 1-1로 TestCases 폴더 구조를 봅니다.</a:t>
            </a:r>
          </a:p>
        </p:txBody>
      </p:sp>
      <p:sp>
        <p:nvSpPr>
          <p:cNvPr id="10" name="TextBox 9"/>
          <p:cNvSpPr txBox="1"/>
          <p:nvPr/>
        </p:nvSpPr>
        <p:spPr>
          <a:xfrm>
            <a:off x="649224" y="3694176"/>
            <a:ext cx="301752" cy="365760"/>
          </a:xfrm>
          <a:prstGeom prst="rect">
            <a:avLst/>
          </a:prstGeom>
          <a:noFill/>
        </p:spPr>
        <p:txBody>
          <a:bodyPr wrap="square" lIns="0" rIns="0" tIns="0" bIns="0" anchor="t">
            <a:spAutoFit/>
          </a:bodyPr>
          <a:lstStyle/>
          <a:p>
            <a:pPr algn="l">
              <a:lnSpc>
                <a:spcPct val="112000"/>
              </a:lnSpc>
              <a:spcBef>
                <a:spcPts val="0"/>
              </a:spcBef>
              <a:spcAft>
                <a:spcPts val="400"/>
              </a:spcAft>
            </a:pPr>
            <a:r>
              <a:rPr sz="2100" b="1" i="0">
                <a:solidFill>
                  <a:srgbClr val="0E88AE"/>
                </a:solidFill>
                <a:latin typeface="Open Sans"/>
                <a:ea typeface="Noto Sans CJK KR"/>
              </a:rPr>
              <a:t>2</a:t>
            </a:r>
          </a:p>
        </p:txBody>
      </p:sp>
      <p:sp>
        <p:nvSpPr>
          <p:cNvPr id="11" name="TextBox 10"/>
          <p:cNvSpPr txBox="1"/>
          <p:nvPr/>
        </p:nvSpPr>
        <p:spPr>
          <a:xfrm>
            <a:off x="1051560" y="3694176"/>
            <a:ext cx="6272783" cy="832103"/>
          </a:xfrm>
          <a:prstGeom prst="rect">
            <a:avLst/>
          </a:prstGeom>
          <a:noFill/>
        </p:spPr>
        <p:txBody>
          <a:bodyPr wrap="square" lIns="0" rIns="0" tIns="0" bIns="0" anchor="t">
            <a:spAutoFit/>
          </a:bodyPr>
          <a:lstStyle/>
          <a:p>
            <a:pPr algn="l">
              <a:lnSpc>
                <a:spcPct val="112000"/>
              </a:lnSpc>
              <a:spcBef>
                <a:spcPts val="0"/>
              </a:spcBef>
              <a:spcAft>
                <a:spcPts val="400"/>
              </a:spcAft>
            </a:pPr>
            <a:r>
              <a:rPr sz="1900" b="0" i="0">
                <a:solidFill>
                  <a:srgbClr val="4E4F51"/>
                </a:solidFill>
                <a:latin typeface="Open Sans"/>
                <a:ea typeface="Noto Sans CJK KR"/>
              </a:rPr>
              <a:t>프롬프트 1-2로 실습 모듈과 속성을 확인합니다.</a:t>
            </a:r>
          </a:p>
        </p:txBody>
      </p:sp>
      <p:sp>
        <p:nvSpPr>
          <p:cNvPr id="12" name="TextBox 11"/>
          <p:cNvSpPr txBox="1"/>
          <p:nvPr/>
        </p:nvSpPr>
        <p:spPr>
          <a:xfrm>
            <a:off x="649224" y="4562856"/>
            <a:ext cx="301752" cy="365760"/>
          </a:xfrm>
          <a:prstGeom prst="rect">
            <a:avLst/>
          </a:prstGeom>
          <a:noFill/>
        </p:spPr>
        <p:txBody>
          <a:bodyPr wrap="square" lIns="0" rIns="0" tIns="0" bIns="0" anchor="t">
            <a:spAutoFit/>
          </a:bodyPr>
          <a:lstStyle/>
          <a:p>
            <a:pPr algn="l">
              <a:lnSpc>
                <a:spcPct val="112000"/>
              </a:lnSpc>
              <a:spcBef>
                <a:spcPts val="0"/>
              </a:spcBef>
              <a:spcAft>
                <a:spcPts val="400"/>
              </a:spcAft>
            </a:pPr>
            <a:r>
              <a:rPr sz="2100" b="1" i="0">
                <a:solidFill>
                  <a:srgbClr val="0E88AE"/>
                </a:solidFill>
                <a:latin typeface="Open Sans"/>
                <a:ea typeface="Noto Sans CJK KR"/>
              </a:rPr>
              <a:t>3</a:t>
            </a:r>
          </a:p>
        </p:txBody>
      </p:sp>
      <p:sp>
        <p:nvSpPr>
          <p:cNvPr id="13" name="TextBox 12"/>
          <p:cNvSpPr txBox="1"/>
          <p:nvPr/>
        </p:nvSpPr>
        <p:spPr>
          <a:xfrm>
            <a:off x="1051560" y="4562856"/>
            <a:ext cx="6272783" cy="832103"/>
          </a:xfrm>
          <a:prstGeom prst="rect">
            <a:avLst/>
          </a:prstGeom>
          <a:noFill/>
        </p:spPr>
        <p:txBody>
          <a:bodyPr wrap="square" lIns="0" rIns="0" tIns="0" bIns="0" anchor="t">
            <a:spAutoFit/>
          </a:bodyPr>
          <a:lstStyle/>
          <a:p>
            <a:pPr algn="l">
              <a:lnSpc>
                <a:spcPct val="112000"/>
              </a:lnSpc>
              <a:spcBef>
                <a:spcPts val="0"/>
              </a:spcBef>
              <a:spcAft>
                <a:spcPts val="400"/>
              </a:spcAft>
            </a:pPr>
            <a:r>
              <a:rPr sz="1900" b="0" i="0">
                <a:solidFill>
                  <a:srgbClr val="4E4F51"/>
                </a:solidFill>
                <a:latin typeface="Open Sans"/>
                <a:ea typeface="Noto Sans CJK KR"/>
              </a:rPr>
              <a:t>Commander에서 아무것도 바뀌지 않았는지 확인합니다.</a:t>
            </a:r>
          </a:p>
        </p:txBody>
      </p:sp>
      <p:sp>
        <p:nvSpPr>
          <p:cNvPr id="14" name="Rectangle 13"/>
          <p:cNvSpPr/>
          <p:nvPr/>
        </p:nvSpPr>
        <p:spPr>
          <a:xfrm>
            <a:off x="7744968" y="2267712"/>
            <a:ext cx="3785615" cy="3108960"/>
          </a:xfrm>
          <a:prstGeom prst="rect">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955279" y="2478024"/>
            <a:ext cx="3383280" cy="402336"/>
          </a:xfrm>
          <a:prstGeom prst="rect">
            <a:avLst/>
          </a:prstGeom>
          <a:noFill/>
        </p:spPr>
        <p:txBody>
          <a:bodyPr wrap="square" lIns="0" rIns="0" tIns="0" bIns="0" anchor="t">
            <a:spAutoFit/>
          </a:bodyPr>
          <a:lstStyle/>
          <a:p>
            <a:pPr algn="l">
              <a:lnSpc>
                <a:spcPct val="112000"/>
              </a:lnSpc>
              <a:spcBef>
                <a:spcPts val="0"/>
              </a:spcBef>
              <a:spcAft>
                <a:spcPts val="400"/>
              </a:spcAft>
            </a:pPr>
            <a:r>
              <a:rPr sz="2200" b="1" i="0">
                <a:solidFill>
                  <a:srgbClr val="004C97"/>
                </a:solidFill>
                <a:latin typeface="Open Sans"/>
                <a:ea typeface="Noto Sans CJK KR"/>
              </a:rPr>
              <a:t>완료 확인</a:t>
            </a:r>
          </a:p>
        </p:txBody>
      </p:sp>
      <p:sp>
        <p:nvSpPr>
          <p:cNvPr id="16" name="TextBox 15"/>
          <p:cNvSpPr txBox="1"/>
          <p:nvPr/>
        </p:nvSpPr>
        <p:spPr>
          <a:xfrm>
            <a:off x="7964424" y="3017520"/>
            <a:ext cx="3364992" cy="646419"/>
          </a:xfrm>
          <a:prstGeom prst="rect">
            <a:avLst/>
          </a:prstGeom>
          <a:noFill/>
        </p:spPr>
        <p:txBody>
          <a:bodyPr wrap="square" lIns="0" rIns="0" tIns="0" bIns="0" anchor="t">
            <a:spAutoFit/>
          </a:bodyPr>
          <a:lstStyle/>
          <a:p>
            <a:pPr algn="l">
              <a:lnSpc>
                <a:spcPct val="112000"/>
              </a:lnSpc>
              <a:spcBef>
                <a:spcPts val="0"/>
              </a:spcBef>
              <a:spcAft>
                <a:spcPts val="400"/>
              </a:spcAft>
            </a:pPr>
            <a:r>
              <a:rPr sz="1600" b="0" i="0">
                <a:solidFill>
                  <a:srgbClr val="4E4F51"/>
                </a:solidFill>
                <a:latin typeface="Open Sans"/>
                <a:ea typeface="Noto Sans CJK KR"/>
              </a:rPr>
              <a:t>□ Header, Login 모듈이 목록에 있습니다</a:t>
            </a:r>
          </a:p>
        </p:txBody>
      </p:sp>
      <p:sp>
        <p:nvSpPr>
          <p:cNvPr id="17" name="TextBox 16"/>
          <p:cNvSpPr txBox="1"/>
          <p:nvPr/>
        </p:nvSpPr>
        <p:spPr>
          <a:xfrm>
            <a:off x="7964424" y="3755379"/>
            <a:ext cx="3364992" cy="646419"/>
          </a:xfrm>
          <a:prstGeom prst="rect">
            <a:avLst/>
          </a:prstGeom>
          <a:noFill/>
        </p:spPr>
        <p:txBody>
          <a:bodyPr wrap="square" lIns="0" rIns="0" tIns="0" bIns="0" anchor="t">
            <a:spAutoFit/>
          </a:bodyPr>
          <a:lstStyle/>
          <a:p>
            <a:pPr algn="l">
              <a:lnSpc>
                <a:spcPct val="112000"/>
              </a:lnSpc>
              <a:spcBef>
                <a:spcPts val="0"/>
              </a:spcBef>
              <a:spcAft>
                <a:spcPts val="400"/>
              </a:spcAft>
            </a:pPr>
            <a:r>
              <a:rPr sz="1600" b="0" i="0">
                <a:solidFill>
                  <a:srgbClr val="4E4F51"/>
                </a:solidFill>
                <a:latin typeface="Open Sans"/>
                <a:ea typeface="Noto Sans CJK KR"/>
              </a:rPr>
              <a:t>□ Login 모듈에 Email, Password, Log in 속성이 있습니다</a:t>
            </a:r>
          </a:p>
        </p:txBody>
      </p:sp>
      <p:sp>
        <p:nvSpPr>
          <p:cNvPr id="18" name="TextBox 17"/>
          <p:cNvSpPr txBox="1"/>
          <p:nvPr/>
        </p:nvSpPr>
        <p:spPr>
          <a:xfrm>
            <a:off x="7964424" y="4493239"/>
            <a:ext cx="3364992" cy="646419"/>
          </a:xfrm>
          <a:prstGeom prst="rect">
            <a:avLst/>
          </a:prstGeom>
          <a:noFill/>
        </p:spPr>
        <p:txBody>
          <a:bodyPr wrap="square" lIns="0" rIns="0" tIns="0" bIns="0" anchor="t">
            <a:spAutoFit/>
          </a:bodyPr>
          <a:lstStyle/>
          <a:p>
            <a:pPr algn="l">
              <a:lnSpc>
                <a:spcPct val="112000"/>
              </a:lnSpc>
              <a:spcBef>
                <a:spcPts val="0"/>
              </a:spcBef>
              <a:spcAft>
                <a:spcPts val="400"/>
              </a:spcAft>
            </a:pPr>
            <a:r>
              <a:rPr sz="1600" b="0" i="0">
                <a:solidFill>
                  <a:srgbClr val="4E4F51"/>
                </a:solidFill>
                <a:latin typeface="Open Sans"/>
                <a:ea typeface="Noto Sans CJK KR"/>
              </a:rPr>
              <a:t>□ Commander에서 아무것도 바뀌지 않았습니다</a:t>
            </a:r>
          </a:p>
        </p:txBody>
      </p:sp>
      <p:sp>
        <p:nvSpPr>
          <p:cNvPr id="19" name="TextBox 18"/>
          <p:cNvSpPr txBox="1"/>
          <p:nvPr/>
        </p:nvSpPr>
        <p:spPr>
          <a:xfrm>
            <a:off x="649224" y="5504688"/>
            <a:ext cx="10698480" cy="292608"/>
          </a:xfrm>
          <a:prstGeom prst="rect">
            <a:avLst/>
          </a:prstGeom>
          <a:noFill/>
        </p:spPr>
        <p:txBody>
          <a:bodyPr wrap="square" lIns="0" rIns="0" tIns="0" bIns="0" anchor="t">
            <a:spAutoFit/>
          </a:bodyPr>
          <a:lstStyle/>
          <a:p>
            <a:pPr algn="l">
              <a:lnSpc>
                <a:spcPct val="112000"/>
              </a:lnSpc>
              <a:spcBef>
                <a:spcPts val="0"/>
              </a:spcBef>
              <a:spcAft>
                <a:spcPts val="400"/>
              </a:spcAft>
            </a:pPr>
            <a:r>
              <a:rPr sz="1400" b="1" i="0">
                <a:solidFill>
                  <a:srgbClr val="0E88AE"/>
                </a:solidFill>
                <a:latin typeface="Open Sans"/>
                <a:ea typeface="Noto Sans CJK KR"/>
              </a:rPr>
              <a:t>00:45–00:55 / 직접 실습 10분</a:t>
            </a:r>
          </a:p>
        </p:txBody>
      </p:sp>
      <p:sp>
        <p:nvSpPr>
          <p:cNvPr id="20" name="TextBox 19"/>
          <p:cNvSpPr txBox="1"/>
          <p:nvPr/>
        </p:nvSpPr>
        <p:spPr>
          <a:xfrm>
            <a:off x="9784080" y="6373368"/>
            <a:ext cx="1737360" cy="109728"/>
          </a:xfrm>
          <a:prstGeom prst="rect">
            <a:avLst/>
          </a:prstGeom>
          <a:noFill/>
        </p:spPr>
        <p:txBody>
          <a:bodyPr wrap="square" lIns="0" rIns="0" tIns="0" bIns="0" anchor="t">
            <a:spAutoFit/>
          </a:bodyPr>
          <a:lstStyle/>
          <a:p>
            <a:pPr algn="r">
              <a:lnSpc>
                <a:spcPct val="112000"/>
              </a:lnSpc>
              <a:spcBef>
                <a:spcPts val="0"/>
              </a:spcBef>
              <a:spcAft>
                <a:spcPts val="0"/>
              </a:spcAft>
            </a:pPr>
            <a:r>
              <a:rPr sz="750" b="0" i="0">
                <a:solidFill>
                  <a:srgbClr val="4E4F51"/>
                </a:solidFill>
                <a:latin typeface="Open Sans"/>
                <a:ea typeface="Noto Sans CJK KR"/>
              </a:rPr>
              <a:t>워크북 3장 Lab 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6" name="Title 5"/>
          <p:cNvSpPr>
            <a:spLocks noGrp="1"/>
          </p:cNvSpPr>
          <p:nvPr>
            <p:ph type="title"/>
          </p:nvPr>
        </p:nvSpPr>
        <p:spPr/>
        <p:txBody>
          <a:bodyPr/>
          <a:lstStyle/>
          <a:p>
            <a:r>
              <a:rPr sz="3100" b="0" i="0">
                <a:solidFill>
                  <a:srgbClr val="004C97"/>
                </a:solidFill>
                <a:latin typeface="Open Sans"/>
                <a:ea typeface="Noto Sans CJK KR"/>
              </a:rPr>
              <a:t>Lab 1 | 입력할 프롬프트와 결과 예시</a:t>
            </a:r>
          </a:p>
        </p:txBody>
      </p:sp>
      <p:sp>
        <p:nvSpPr>
          <p:cNvPr id="7" name="TextBox 6"/>
          <p:cNvSpPr txBox="1"/>
          <p:nvPr/>
        </p:nvSpPr>
        <p:spPr>
          <a:xfrm>
            <a:off x="1828800" y="6510528"/>
            <a:ext cx="8046720" cy="210312"/>
          </a:xfrm>
          <a:prstGeom prst="rect">
            <a:avLst/>
          </a:prstGeom>
          <a:noFill/>
        </p:spPr>
        <p:txBody>
          <a:bodyPr wrap="square" lIns="0" rIns="0" tIns="0" bIns="0" anchor="t">
            <a:spAutoFit/>
          </a:bodyPr>
          <a:lstStyle/>
          <a:p>
            <a:pPr algn="l">
              <a:lnSpc>
                <a:spcPct val="112000"/>
              </a:lnSpc>
              <a:spcBef>
                <a:spcPts val="0"/>
              </a:spcBef>
              <a:spcAft>
                <a:spcPts val="0"/>
              </a:spcAft>
            </a:pPr>
            <a:r>
              <a:rPr sz="1000" b="0" i="0">
                <a:solidFill>
                  <a:srgbClr val="FFFFFF"/>
                </a:solidFill>
                <a:latin typeface="Open Sans"/>
                <a:ea typeface="Noto Sans CJK KR"/>
              </a:rPr>
              <a:t>Tosca Commander MCP 입문  |  AI 어시스턴트 실습</a:t>
            </a:r>
          </a:p>
        </p:txBody>
      </p:sp>
      <p:sp>
        <p:nvSpPr>
          <p:cNvPr id="8" name="TextBox 7"/>
          <p:cNvSpPr txBox="1"/>
          <p:nvPr/>
        </p:nvSpPr>
        <p:spPr>
          <a:xfrm>
            <a:off x="11503152" y="6510528"/>
            <a:ext cx="292608" cy="228600"/>
          </a:xfrm>
          <a:prstGeom prst="rect">
            <a:avLst/>
          </a:prstGeom>
          <a:noFill/>
        </p:spPr>
        <p:txBody>
          <a:bodyPr wrap="none" lIns="0" rIns="0" tIns="0" bIns="0">
            <a:spAutoFit/>
          </a:bodyPr>
          <a:lstStyle/>
          <a:p>
            <a:pPr algn="l"/>
            <a:fld id="{5C7A3F71-3D8E-4C1B-9A44-2E5B7D0F6A11}" type="slidenum">
              <a:rPr lang="ko-KR" sz="1100">
                <a:solidFill>
                  <a:srgbClr val="FFFFFF"/>
                </a:solidFill>
                <a:latin typeface="Open Sans"/>
                <a:ea typeface="Noto Sans CJK KR"/>
              </a:rPr>
              <a:t>22</a:t>
            </a:fld>
          </a:p>
        </p:txBody>
      </p:sp>
      <p:sp>
        <p:nvSpPr>
          <p:cNvPr id="9" name="Rectangle 8"/>
          <p:cNvSpPr/>
          <p:nvPr/>
        </p:nvSpPr>
        <p:spPr>
          <a:xfrm>
            <a:off x="649224" y="1298448"/>
            <a:ext cx="5257800" cy="1600200"/>
          </a:xfrm>
          <a:prstGeom prst="rect">
            <a:avLst/>
          </a:prstGeom>
          <a:solidFill>
            <a:srgbClr val="F1F5F9"/>
          </a:solidFill>
          <a:ln w="10160">
            <a:solidFill>
              <a:srgbClr val="DCE5E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50392" y="1444751"/>
            <a:ext cx="4855464" cy="274320"/>
          </a:xfrm>
          <a:prstGeom prst="rect">
            <a:avLst/>
          </a:prstGeom>
          <a:noFill/>
        </p:spPr>
        <p:txBody>
          <a:bodyPr wrap="square" lIns="0" rIns="0" tIns="0" bIns="0" anchor="t">
            <a:spAutoFit/>
          </a:bodyPr>
          <a:lstStyle/>
          <a:p>
            <a:pPr algn="l">
              <a:lnSpc>
                <a:spcPct val="112000"/>
              </a:lnSpc>
              <a:spcBef>
                <a:spcPts val="0"/>
              </a:spcBef>
              <a:spcAft>
                <a:spcPts val="0"/>
              </a:spcAft>
            </a:pPr>
            <a:r>
              <a:rPr sz="1300" b="1" i="0">
                <a:solidFill>
                  <a:srgbClr val="0E88AE"/>
                </a:solidFill>
                <a:latin typeface="Open Sans"/>
                <a:ea typeface="Noto Sans CJK KR"/>
              </a:rPr>
              <a:t>프롬프트 1-1</a:t>
            </a:r>
          </a:p>
        </p:txBody>
      </p:sp>
      <p:sp>
        <p:nvSpPr>
          <p:cNvPr id="11" name="TextBox 10"/>
          <p:cNvSpPr txBox="1"/>
          <p:nvPr/>
        </p:nvSpPr>
        <p:spPr>
          <a:xfrm>
            <a:off x="850392" y="1801368"/>
            <a:ext cx="4855464" cy="978407"/>
          </a:xfrm>
          <a:prstGeom prst="rect">
            <a:avLst/>
          </a:prstGeom>
          <a:noFill/>
        </p:spPr>
        <p:txBody>
          <a:bodyPr wrap="square" lIns="0" rIns="0" tIns="0" bIns="0" anchor="t">
            <a:spAutoFit/>
          </a:bodyPr>
          <a:lstStyle/>
          <a:p>
            <a:pPr algn="l">
              <a:lnSpc>
                <a:spcPct val="108000"/>
              </a:lnSpc>
              <a:spcBef>
                <a:spcPts val="0"/>
              </a:spcBef>
              <a:spcAft>
                <a:spcPts val="200"/>
              </a:spcAft>
            </a:pPr>
            <a:r>
              <a:rPr sz="1600" b="0" i="0">
                <a:solidFill>
                  <a:srgbClr val="4E4F51"/>
                </a:solidFill>
                <a:latin typeface="Open Sans"/>
                <a:ea typeface="Noto Sans CJK KR"/>
              </a:rPr>
              <a:t>TestCases 폴더 아래 구조를 2단계 깊이까지 트리로 보여줘. 각 항목은 이름과 타입만 표시해줘.</a:t>
            </a:r>
          </a:p>
        </p:txBody>
      </p:sp>
      <p:sp>
        <p:nvSpPr>
          <p:cNvPr id="12" name="Rectangle 11"/>
          <p:cNvSpPr/>
          <p:nvPr/>
        </p:nvSpPr>
        <p:spPr>
          <a:xfrm>
            <a:off x="649224" y="3063240"/>
            <a:ext cx="5257800" cy="1600200"/>
          </a:xfrm>
          <a:prstGeom prst="rect">
            <a:avLst/>
          </a:prstGeom>
          <a:solidFill>
            <a:srgbClr val="F1F5F9"/>
          </a:solidFill>
          <a:ln w="10160">
            <a:solidFill>
              <a:srgbClr val="DCE5E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50392" y="3209544"/>
            <a:ext cx="4855464" cy="274320"/>
          </a:xfrm>
          <a:prstGeom prst="rect">
            <a:avLst/>
          </a:prstGeom>
          <a:noFill/>
        </p:spPr>
        <p:txBody>
          <a:bodyPr wrap="square" lIns="0" rIns="0" tIns="0" bIns="0" anchor="t">
            <a:spAutoFit/>
          </a:bodyPr>
          <a:lstStyle/>
          <a:p>
            <a:pPr algn="l">
              <a:lnSpc>
                <a:spcPct val="112000"/>
              </a:lnSpc>
              <a:spcBef>
                <a:spcPts val="0"/>
              </a:spcBef>
              <a:spcAft>
                <a:spcPts val="0"/>
              </a:spcAft>
            </a:pPr>
            <a:r>
              <a:rPr sz="1300" b="1" i="0">
                <a:solidFill>
                  <a:srgbClr val="0E88AE"/>
                </a:solidFill>
                <a:latin typeface="Open Sans"/>
                <a:ea typeface="Noto Sans CJK KR"/>
              </a:rPr>
              <a:t>프롬프트 1-2</a:t>
            </a:r>
          </a:p>
        </p:txBody>
      </p:sp>
      <p:sp>
        <p:nvSpPr>
          <p:cNvPr id="14" name="TextBox 13"/>
          <p:cNvSpPr txBox="1"/>
          <p:nvPr/>
        </p:nvSpPr>
        <p:spPr>
          <a:xfrm>
            <a:off x="850392" y="3566160"/>
            <a:ext cx="4855464" cy="978407"/>
          </a:xfrm>
          <a:prstGeom prst="rect">
            <a:avLst/>
          </a:prstGeom>
          <a:noFill/>
        </p:spPr>
        <p:txBody>
          <a:bodyPr wrap="square" lIns="0" rIns="0" tIns="0" bIns="0" anchor="t">
            <a:spAutoFit/>
          </a:bodyPr>
          <a:lstStyle/>
          <a:p>
            <a:pPr algn="l">
              <a:lnSpc>
                <a:spcPct val="108000"/>
              </a:lnSpc>
              <a:spcBef>
                <a:spcPts val="0"/>
              </a:spcBef>
              <a:spcAft>
                <a:spcPts val="200"/>
              </a:spcAft>
            </a:pPr>
            <a:r>
              <a:rPr sz="1600" b="0" i="0">
                <a:solidFill>
                  <a:srgbClr val="4E4F51"/>
                </a:solidFill>
                <a:latin typeface="Open Sans"/>
                <a:ea typeface="Noto Sans CJK KR"/>
              </a:rPr>
              <a:t>Modules/MCP실습 폴더에 있는 모듈(XModule)을 모두 찾아서, 모듈별 속성(ModuleAttribute) 이름을 표로 정리해줘.</a:t>
            </a:r>
          </a:p>
        </p:txBody>
      </p:sp>
      <p:sp>
        <p:nvSpPr>
          <p:cNvPr id="15" name="TextBox 14"/>
          <p:cNvSpPr txBox="1"/>
          <p:nvPr/>
        </p:nvSpPr>
        <p:spPr>
          <a:xfrm>
            <a:off x="649224" y="4846320"/>
            <a:ext cx="5257800" cy="731520"/>
          </a:xfrm>
          <a:prstGeom prst="rect">
            <a:avLst/>
          </a:prstGeom>
          <a:noFill/>
        </p:spPr>
        <p:txBody>
          <a:bodyPr wrap="square" lIns="0" rIns="0" tIns="0" bIns="0" anchor="t">
            <a:spAutoFit/>
          </a:bodyPr>
          <a:lstStyle/>
          <a:p>
            <a:pPr algn="l">
              <a:lnSpc>
                <a:spcPct val="112000"/>
              </a:lnSpc>
              <a:spcBef>
                <a:spcPts val="0"/>
              </a:spcBef>
              <a:spcAft>
                <a:spcPts val="400"/>
              </a:spcAft>
            </a:pPr>
            <a:r>
              <a:rPr sz="1600" b="1" i="0">
                <a:solidFill>
                  <a:srgbClr val="004C97"/>
                </a:solidFill>
                <a:latin typeface="Open Sans"/>
                <a:ea typeface="Noto Sans CJK KR"/>
              </a:rPr>
              <a:t>AI가 쓰는 도구  </a:t>
            </a:r>
            <a:r>
              <a:rPr sz="1400" b="0" i="0">
                <a:solidFill>
                  <a:srgbClr val="4E4F51"/>
                </a:solidFill>
                <a:latin typeface="Consolas"/>
                <a:ea typeface="Noto Sans CJK KR"/>
              </a:rPr>
              <a:t>get_object_info, list_assets, get_attributes</a:t>
            </a:r>
          </a:p>
        </p:txBody>
      </p:sp>
      <p:sp>
        <p:nvSpPr>
          <p:cNvPr id="16" name="Rectangle 15"/>
          <p:cNvSpPr/>
          <p:nvPr/>
        </p:nvSpPr>
        <p:spPr>
          <a:xfrm>
            <a:off x="6190488" y="1298448"/>
            <a:ext cx="5340096" cy="4370832"/>
          </a:xfrm>
          <a:prstGeom prst="rect">
            <a:avLst/>
          </a:prstGeom>
          <a:solidFill>
            <a:srgbClr val="F1F5F9"/>
          </a:solidFill>
          <a:ln w="10160">
            <a:solidFill>
              <a:srgbClr val="DCE5E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190488" y="1298448"/>
            <a:ext cx="5340096" cy="457200"/>
          </a:xfrm>
          <a:prstGeom prst="rect">
            <a:avLst/>
          </a:prstGeom>
          <a:solidFill>
            <a:srgbClr val="004C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391655" y="1389888"/>
            <a:ext cx="4937759" cy="292608"/>
          </a:xfrm>
          <a:prstGeom prst="rect">
            <a:avLst/>
          </a:prstGeom>
          <a:noFill/>
        </p:spPr>
        <p:txBody>
          <a:bodyPr wrap="square" lIns="0" rIns="0" tIns="0" bIns="0" anchor="t">
            <a:spAutoFit/>
          </a:bodyPr>
          <a:lstStyle/>
          <a:p>
            <a:pPr algn="l">
              <a:lnSpc>
                <a:spcPct val="112000"/>
              </a:lnSpc>
              <a:spcBef>
                <a:spcPts val="0"/>
              </a:spcBef>
              <a:spcAft>
                <a:spcPts val="0"/>
              </a:spcAft>
            </a:pPr>
            <a:r>
              <a:rPr sz="1500" b="0" i="0">
                <a:solidFill>
                  <a:srgbClr val="FFFFFF"/>
                </a:solidFill>
                <a:latin typeface="Open Sans"/>
                <a:ea typeface="Noto Sans CJK KR"/>
              </a:rPr>
              <a:t>Tosca Commander  ·  프롬프트 1-2 결과 예시</a:t>
            </a:r>
          </a:p>
        </p:txBody>
      </p:sp>
      <p:sp>
        <p:nvSpPr>
          <p:cNvPr id="19" name="Rectangle 18"/>
          <p:cNvSpPr/>
          <p:nvPr/>
        </p:nvSpPr>
        <p:spPr>
          <a:xfrm>
            <a:off x="6382512" y="1920240"/>
            <a:ext cx="4956048" cy="3346703"/>
          </a:xfrm>
          <a:prstGeom prst="rect">
            <a:avLst/>
          </a:prstGeom>
          <a:solidFill>
            <a:srgbClr val="FFFFFF"/>
          </a:solidFill>
          <a:ln w="10160">
            <a:solidFill>
              <a:srgbClr val="DCE5E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583680" y="2057400"/>
            <a:ext cx="4590288" cy="438912"/>
          </a:xfrm>
          <a:prstGeom prst="rect">
            <a:avLst/>
          </a:prstGeom>
          <a:noFill/>
        </p:spPr>
        <p:txBody>
          <a:bodyPr wrap="square" lIns="0" rIns="0" tIns="0" bIns="0" anchor="t">
            <a:spAutoFit/>
          </a:bodyPr>
          <a:lstStyle/>
          <a:p>
            <a:pPr algn="l">
              <a:lnSpc>
                <a:spcPct val="112000"/>
              </a:lnSpc>
              <a:spcBef>
                <a:spcPts val="0"/>
              </a:spcBef>
              <a:spcAft>
                <a:spcPts val="0"/>
              </a:spcAft>
            </a:pPr>
            <a:r>
              <a:rPr sz="1700" b="1" i="0">
                <a:solidFill>
                  <a:srgbClr val="004C97"/>
                </a:solidFill>
                <a:latin typeface="Open Sans"/>
                <a:ea typeface="Noto Sans CJK KR"/>
              </a:rPr>
              <a:t>Modules</a:t>
            </a:r>
          </a:p>
        </p:txBody>
      </p:sp>
      <p:sp>
        <p:nvSpPr>
          <p:cNvPr id="21" name="TextBox 20"/>
          <p:cNvSpPr txBox="1"/>
          <p:nvPr/>
        </p:nvSpPr>
        <p:spPr>
          <a:xfrm>
            <a:off x="6931152" y="2496312"/>
            <a:ext cx="4242816" cy="438912"/>
          </a:xfrm>
          <a:prstGeom prst="rect">
            <a:avLst/>
          </a:prstGeom>
          <a:noFill/>
        </p:spPr>
        <p:txBody>
          <a:bodyPr wrap="square" lIns="0" rIns="0" tIns="0" bIns="0" anchor="t">
            <a:spAutoFit/>
          </a:bodyPr>
          <a:lstStyle/>
          <a:p>
            <a:pPr algn="l">
              <a:lnSpc>
                <a:spcPct val="112000"/>
              </a:lnSpc>
              <a:spcBef>
                <a:spcPts val="0"/>
              </a:spcBef>
              <a:spcAft>
                <a:spcPts val="0"/>
              </a:spcAft>
            </a:pPr>
            <a:r>
              <a:rPr sz="1700" b="0" i="0">
                <a:solidFill>
                  <a:srgbClr val="004C97"/>
                </a:solidFill>
                <a:latin typeface="Open Sans"/>
                <a:ea typeface="Noto Sans CJK KR"/>
              </a:rPr>
              <a:t>MCP실습</a:t>
            </a:r>
          </a:p>
        </p:txBody>
      </p:sp>
      <p:sp>
        <p:nvSpPr>
          <p:cNvPr id="22" name="TextBox 21"/>
          <p:cNvSpPr txBox="1"/>
          <p:nvPr/>
        </p:nvSpPr>
        <p:spPr>
          <a:xfrm>
            <a:off x="7278624" y="2935224"/>
            <a:ext cx="3895344" cy="438912"/>
          </a:xfrm>
          <a:prstGeom prst="rect">
            <a:avLst/>
          </a:prstGeom>
          <a:noFill/>
        </p:spPr>
        <p:txBody>
          <a:bodyPr wrap="square" lIns="0" rIns="0" tIns="0" bIns="0" anchor="t">
            <a:spAutoFit/>
          </a:bodyPr>
          <a:lstStyle/>
          <a:p>
            <a:pPr algn="l">
              <a:lnSpc>
                <a:spcPct val="112000"/>
              </a:lnSpc>
              <a:spcBef>
                <a:spcPts val="0"/>
              </a:spcBef>
              <a:spcAft>
                <a:spcPts val="0"/>
              </a:spcAft>
            </a:pPr>
            <a:r>
              <a:rPr sz="1700" b="1" i="0">
                <a:solidFill>
                  <a:srgbClr val="004C97"/>
                </a:solidFill>
                <a:latin typeface="Open Sans"/>
                <a:ea typeface="Noto Sans CJK KR"/>
              </a:rPr>
              <a:t>Header</a:t>
            </a:r>
          </a:p>
        </p:txBody>
      </p:sp>
      <p:sp>
        <p:nvSpPr>
          <p:cNvPr id="23" name="TextBox 22"/>
          <p:cNvSpPr txBox="1"/>
          <p:nvPr/>
        </p:nvSpPr>
        <p:spPr>
          <a:xfrm>
            <a:off x="7626096" y="3374136"/>
            <a:ext cx="3547871" cy="438912"/>
          </a:xfrm>
          <a:prstGeom prst="rect">
            <a:avLst/>
          </a:prstGeom>
          <a:noFill/>
        </p:spPr>
        <p:txBody>
          <a:bodyPr wrap="square" lIns="0" rIns="0" tIns="0" bIns="0" anchor="t">
            <a:spAutoFit/>
          </a:bodyPr>
          <a:lstStyle/>
          <a:p>
            <a:pPr algn="l">
              <a:lnSpc>
                <a:spcPct val="112000"/>
              </a:lnSpc>
              <a:spcBef>
                <a:spcPts val="0"/>
              </a:spcBef>
              <a:spcAft>
                <a:spcPts val="0"/>
              </a:spcAft>
            </a:pPr>
            <a:r>
              <a:rPr sz="1700" b="0" i="0">
                <a:solidFill>
                  <a:srgbClr val="004C97"/>
                </a:solidFill>
                <a:latin typeface="Open Sans"/>
                <a:ea typeface="Noto Sans CJK KR"/>
              </a:rPr>
              <a:t>Log in · Log out · Account</a:t>
            </a:r>
          </a:p>
        </p:txBody>
      </p:sp>
      <p:sp>
        <p:nvSpPr>
          <p:cNvPr id="24" name="TextBox 23"/>
          <p:cNvSpPr txBox="1"/>
          <p:nvPr/>
        </p:nvSpPr>
        <p:spPr>
          <a:xfrm>
            <a:off x="7278624" y="3813048"/>
            <a:ext cx="3895344" cy="438912"/>
          </a:xfrm>
          <a:prstGeom prst="rect">
            <a:avLst/>
          </a:prstGeom>
          <a:noFill/>
        </p:spPr>
        <p:txBody>
          <a:bodyPr wrap="square" lIns="0" rIns="0" tIns="0" bIns="0" anchor="t">
            <a:spAutoFit/>
          </a:bodyPr>
          <a:lstStyle/>
          <a:p>
            <a:pPr algn="l">
              <a:lnSpc>
                <a:spcPct val="112000"/>
              </a:lnSpc>
              <a:spcBef>
                <a:spcPts val="0"/>
              </a:spcBef>
              <a:spcAft>
                <a:spcPts val="0"/>
              </a:spcAft>
            </a:pPr>
            <a:r>
              <a:rPr sz="1700" b="1" i="0">
                <a:solidFill>
                  <a:srgbClr val="004C97"/>
                </a:solidFill>
                <a:latin typeface="Open Sans"/>
                <a:ea typeface="Noto Sans CJK KR"/>
              </a:rPr>
              <a:t>Login</a:t>
            </a:r>
          </a:p>
        </p:txBody>
      </p:sp>
      <p:sp>
        <p:nvSpPr>
          <p:cNvPr id="25" name="TextBox 24"/>
          <p:cNvSpPr txBox="1"/>
          <p:nvPr/>
        </p:nvSpPr>
        <p:spPr>
          <a:xfrm>
            <a:off x="7626096" y="4251960"/>
            <a:ext cx="3547871" cy="438912"/>
          </a:xfrm>
          <a:prstGeom prst="rect">
            <a:avLst/>
          </a:prstGeom>
          <a:noFill/>
        </p:spPr>
        <p:txBody>
          <a:bodyPr wrap="square" lIns="0" rIns="0" tIns="0" bIns="0" anchor="t">
            <a:spAutoFit/>
          </a:bodyPr>
          <a:lstStyle/>
          <a:p>
            <a:pPr algn="l">
              <a:lnSpc>
                <a:spcPct val="112000"/>
              </a:lnSpc>
              <a:spcBef>
                <a:spcPts val="0"/>
              </a:spcBef>
              <a:spcAft>
                <a:spcPts val="0"/>
              </a:spcAft>
            </a:pPr>
            <a:r>
              <a:rPr sz="1700" b="0" i="0">
                <a:solidFill>
                  <a:srgbClr val="004C97"/>
                </a:solidFill>
                <a:latin typeface="Open Sans"/>
                <a:ea typeface="Noto Sans CJK KR"/>
              </a:rPr>
              <a:t>Email · Password · Log in</a:t>
            </a:r>
          </a:p>
        </p:txBody>
      </p:sp>
      <p:sp>
        <p:nvSpPr>
          <p:cNvPr id="26" name="TextBox 25"/>
          <p:cNvSpPr txBox="1"/>
          <p:nvPr/>
        </p:nvSpPr>
        <p:spPr>
          <a:xfrm>
            <a:off x="7626096" y="4690872"/>
            <a:ext cx="3547871" cy="438912"/>
          </a:xfrm>
          <a:prstGeom prst="rect">
            <a:avLst/>
          </a:prstGeom>
          <a:noFill/>
        </p:spPr>
        <p:txBody>
          <a:bodyPr wrap="square" lIns="0" rIns="0" tIns="0" bIns="0" anchor="t">
            <a:spAutoFit/>
          </a:bodyPr>
          <a:lstStyle/>
          <a:p>
            <a:pPr algn="l">
              <a:lnSpc>
                <a:spcPct val="112000"/>
              </a:lnSpc>
              <a:spcBef>
                <a:spcPts val="0"/>
              </a:spcBef>
              <a:spcAft>
                <a:spcPts val="0"/>
              </a:spcAft>
            </a:pPr>
            <a:r>
              <a:rPr sz="1700" b="0" i="0">
                <a:solidFill>
                  <a:srgbClr val="004C97"/>
                </a:solidFill>
                <a:latin typeface="Open Sans"/>
                <a:ea typeface="Noto Sans CJK KR"/>
              </a:rPr>
              <a:t>Error Message</a:t>
            </a:r>
          </a:p>
        </p:txBody>
      </p:sp>
      <p:sp>
        <p:nvSpPr>
          <p:cNvPr id="27" name="TextBox 26"/>
          <p:cNvSpPr txBox="1"/>
          <p:nvPr/>
        </p:nvSpPr>
        <p:spPr>
          <a:xfrm>
            <a:off x="649224" y="5925312"/>
            <a:ext cx="10881360" cy="420624"/>
          </a:xfrm>
          <a:prstGeom prst="rect">
            <a:avLst/>
          </a:prstGeom>
          <a:noFill/>
        </p:spPr>
        <p:txBody>
          <a:bodyPr wrap="square" lIns="0" rIns="0" tIns="0" bIns="0" anchor="t">
            <a:spAutoFit/>
          </a:bodyPr>
          <a:lstStyle/>
          <a:p>
            <a:pPr algn="l">
              <a:lnSpc>
                <a:spcPct val="112000"/>
              </a:lnSpc>
              <a:spcBef>
                <a:spcPts val="0"/>
              </a:spcBef>
              <a:spcAft>
                <a:spcPts val="400"/>
              </a:spcAft>
            </a:pPr>
            <a:r>
              <a:rPr sz="1250" b="0" i="0">
                <a:solidFill>
                  <a:srgbClr val="4E4F51"/>
                </a:solidFill>
                <a:latin typeface="Open Sans"/>
                <a:ea typeface="Noto Sans CJK KR"/>
              </a:rPr>
              <a:t>결과에 나오는 긴 ID(surrogateId)는 몰라도 됩니다. 경로로 이야기하면 됩니다.</a:t>
            </a:r>
          </a:p>
        </p:txBody>
      </p:sp>
      <p:sp>
        <p:nvSpPr>
          <p:cNvPr id="28" name="TextBox 27"/>
          <p:cNvSpPr txBox="1"/>
          <p:nvPr/>
        </p:nvSpPr>
        <p:spPr>
          <a:xfrm>
            <a:off x="9784080" y="6373368"/>
            <a:ext cx="1737360" cy="109728"/>
          </a:xfrm>
          <a:prstGeom prst="rect">
            <a:avLst/>
          </a:prstGeom>
          <a:noFill/>
        </p:spPr>
        <p:txBody>
          <a:bodyPr wrap="square" lIns="0" rIns="0" tIns="0" bIns="0" anchor="t">
            <a:spAutoFit/>
          </a:bodyPr>
          <a:lstStyle/>
          <a:p>
            <a:pPr algn="r">
              <a:lnSpc>
                <a:spcPct val="112000"/>
              </a:lnSpc>
              <a:spcBef>
                <a:spcPts val="0"/>
              </a:spcBef>
              <a:spcAft>
                <a:spcPts val="0"/>
              </a:spcAft>
            </a:pPr>
            <a:r>
              <a:rPr sz="750" b="0" i="0">
                <a:solidFill>
                  <a:srgbClr val="4E4F51"/>
                </a:solidFill>
                <a:latin typeface="Open Sans"/>
                <a:ea typeface="Noto Sans CJK KR"/>
              </a:rPr>
              <a:t>워크북 3장 Lab 1</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100" b="0" i="0">
                <a:solidFill>
                  <a:srgbClr val="004C97"/>
                </a:solidFill>
                <a:latin typeface="Open Sans"/>
                <a:ea typeface="Noto Sans CJK KR"/>
              </a:rPr>
              <a:t>Lab 2 | 수동 테스트케이스 만들기</a:t>
            </a:r>
          </a:p>
        </p:txBody>
      </p:sp>
      <p:sp>
        <p:nvSpPr>
          <p:cNvPr id="3" name="TextBox 2"/>
          <p:cNvSpPr txBox="1"/>
          <p:nvPr/>
        </p:nvSpPr>
        <p:spPr>
          <a:xfrm>
            <a:off x="1828800" y="6510528"/>
            <a:ext cx="8046720" cy="210312"/>
          </a:xfrm>
          <a:prstGeom prst="rect">
            <a:avLst/>
          </a:prstGeom>
          <a:noFill/>
        </p:spPr>
        <p:txBody>
          <a:bodyPr wrap="square" lIns="0" rIns="0" tIns="0" bIns="0" anchor="t">
            <a:spAutoFit/>
          </a:bodyPr>
          <a:lstStyle/>
          <a:p>
            <a:pPr algn="l">
              <a:lnSpc>
                <a:spcPct val="112000"/>
              </a:lnSpc>
              <a:spcBef>
                <a:spcPts val="0"/>
              </a:spcBef>
              <a:spcAft>
                <a:spcPts val="0"/>
              </a:spcAft>
            </a:pPr>
            <a:r>
              <a:rPr sz="1000" b="0" i="0">
                <a:solidFill>
                  <a:srgbClr val="FFFFFF"/>
                </a:solidFill>
                <a:latin typeface="Open Sans"/>
                <a:ea typeface="Noto Sans CJK KR"/>
              </a:rPr>
              <a:t>Tosca Commander MCP 입문  |  AI 어시스턴트 실습</a:t>
            </a:r>
          </a:p>
        </p:txBody>
      </p:sp>
      <p:sp>
        <p:nvSpPr>
          <p:cNvPr id="4" name="TextBox 3"/>
          <p:cNvSpPr txBox="1"/>
          <p:nvPr/>
        </p:nvSpPr>
        <p:spPr>
          <a:xfrm>
            <a:off x="11503152" y="6510528"/>
            <a:ext cx="292608" cy="228600"/>
          </a:xfrm>
          <a:prstGeom prst="rect">
            <a:avLst/>
          </a:prstGeom>
          <a:noFill/>
        </p:spPr>
        <p:txBody>
          <a:bodyPr wrap="none" lIns="0" rIns="0" tIns="0" bIns="0">
            <a:spAutoFit/>
          </a:bodyPr>
          <a:lstStyle/>
          <a:p>
            <a:pPr algn="l"/>
            <a:fld id="{5C7A3F71-3D8E-4C1B-9A44-2E5B7D0F6A11}" type="slidenum">
              <a:rPr lang="ko-KR" sz="1100">
                <a:solidFill>
                  <a:srgbClr val="FFFFFF"/>
                </a:solidFill>
                <a:latin typeface="Open Sans"/>
                <a:ea typeface="Noto Sans CJK KR"/>
              </a:rPr>
              <a:t>23</a:t>
            </a:fld>
          </a:p>
        </p:txBody>
      </p:sp>
      <p:sp>
        <p:nvSpPr>
          <p:cNvPr id="5" name="Rectangle 4"/>
          <p:cNvSpPr/>
          <p:nvPr/>
        </p:nvSpPr>
        <p:spPr>
          <a:xfrm>
            <a:off x="649224" y="1298448"/>
            <a:ext cx="10881360" cy="685800"/>
          </a:xfrm>
          <a:prstGeom prst="rect">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32104" y="1298448"/>
            <a:ext cx="10469880" cy="685800"/>
          </a:xfrm>
          <a:prstGeom prst="rect">
            <a:avLst/>
          </a:prstGeom>
          <a:noFill/>
        </p:spPr>
        <p:txBody>
          <a:bodyPr wrap="square" lIns="0" rIns="0" tIns="0" bIns="0" anchor="ctr">
            <a:spAutoFit/>
          </a:bodyPr>
          <a:lstStyle/>
          <a:p>
            <a:pPr algn="l">
              <a:lnSpc>
                <a:spcPct val="112000"/>
              </a:lnSpc>
              <a:spcBef>
                <a:spcPts val="0"/>
              </a:spcBef>
              <a:spcAft>
                <a:spcPts val="0"/>
              </a:spcAft>
            </a:pPr>
            <a:r>
              <a:rPr sz="2100" b="1" i="0">
                <a:solidFill>
                  <a:srgbClr val="004C97"/>
                </a:solidFill>
                <a:latin typeface="Open Sans"/>
                <a:ea typeface="Noto Sans CJK KR"/>
              </a:rPr>
              <a:t>글로 된 테스트 절차를 Tosca 수동 테스트케이스로 옮깁니다.</a:t>
            </a:r>
          </a:p>
        </p:txBody>
      </p:sp>
      <p:sp>
        <p:nvSpPr>
          <p:cNvPr id="7" name="TextBox 6"/>
          <p:cNvSpPr txBox="1"/>
          <p:nvPr/>
        </p:nvSpPr>
        <p:spPr>
          <a:xfrm>
            <a:off x="649224" y="2295144"/>
            <a:ext cx="6400800" cy="411480"/>
          </a:xfrm>
          <a:prstGeom prst="rect">
            <a:avLst/>
          </a:prstGeom>
          <a:noFill/>
        </p:spPr>
        <p:txBody>
          <a:bodyPr wrap="square" lIns="0" rIns="0" tIns="0" bIns="0" anchor="t">
            <a:spAutoFit/>
          </a:bodyPr>
          <a:lstStyle/>
          <a:p>
            <a:pPr algn="l">
              <a:lnSpc>
                <a:spcPct val="112000"/>
              </a:lnSpc>
              <a:spcBef>
                <a:spcPts val="0"/>
              </a:spcBef>
              <a:spcAft>
                <a:spcPts val="400"/>
              </a:spcAft>
            </a:pPr>
            <a:r>
              <a:rPr sz="2200" b="1" i="0">
                <a:solidFill>
                  <a:srgbClr val="004C97"/>
                </a:solidFill>
                <a:latin typeface="Open Sans"/>
                <a:ea typeface="Noto Sans CJK KR"/>
              </a:rPr>
              <a:t>진행 순서</a:t>
            </a:r>
          </a:p>
        </p:txBody>
      </p:sp>
      <p:sp>
        <p:nvSpPr>
          <p:cNvPr id="8" name="TextBox 7"/>
          <p:cNvSpPr txBox="1"/>
          <p:nvPr/>
        </p:nvSpPr>
        <p:spPr>
          <a:xfrm>
            <a:off x="649224" y="2825496"/>
            <a:ext cx="301752" cy="365760"/>
          </a:xfrm>
          <a:prstGeom prst="rect">
            <a:avLst/>
          </a:prstGeom>
          <a:noFill/>
        </p:spPr>
        <p:txBody>
          <a:bodyPr wrap="square" lIns="0" rIns="0" tIns="0" bIns="0" anchor="t">
            <a:spAutoFit/>
          </a:bodyPr>
          <a:lstStyle/>
          <a:p>
            <a:pPr algn="l">
              <a:lnSpc>
                <a:spcPct val="112000"/>
              </a:lnSpc>
              <a:spcBef>
                <a:spcPts val="0"/>
              </a:spcBef>
              <a:spcAft>
                <a:spcPts val="400"/>
              </a:spcAft>
            </a:pPr>
            <a:r>
              <a:rPr sz="2100" b="1" i="0">
                <a:solidFill>
                  <a:srgbClr val="0E88AE"/>
                </a:solidFill>
                <a:latin typeface="Open Sans"/>
                <a:ea typeface="Noto Sans CJK KR"/>
              </a:rPr>
              <a:t>1</a:t>
            </a:r>
          </a:p>
        </p:txBody>
      </p:sp>
      <p:sp>
        <p:nvSpPr>
          <p:cNvPr id="9" name="TextBox 8"/>
          <p:cNvSpPr txBox="1"/>
          <p:nvPr/>
        </p:nvSpPr>
        <p:spPr>
          <a:xfrm>
            <a:off x="1051560" y="2825496"/>
            <a:ext cx="6272783" cy="832103"/>
          </a:xfrm>
          <a:prstGeom prst="rect">
            <a:avLst/>
          </a:prstGeom>
          <a:noFill/>
        </p:spPr>
        <p:txBody>
          <a:bodyPr wrap="square" lIns="0" rIns="0" tIns="0" bIns="0" anchor="t">
            <a:spAutoFit/>
          </a:bodyPr>
          <a:lstStyle/>
          <a:p>
            <a:pPr algn="l">
              <a:lnSpc>
                <a:spcPct val="112000"/>
              </a:lnSpc>
              <a:spcBef>
                <a:spcPts val="0"/>
              </a:spcBef>
              <a:spcAft>
                <a:spcPts val="400"/>
              </a:spcAft>
            </a:pPr>
            <a:r>
              <a:rPr sz="1900" b="0" i="0">
                <a:solidFill>
                  <a:srgbClr val="4E4F51"/>
                </a:solidFill>
                <a:latin typeface="Open Sans"/>
                <a:ea typeface="Noto Sans CJK KR"/>
              </a:rPr>
              <a:t>[내 이름]을 바꿔 프롬프트 2-1을 입력합니다.</a:t>
            </a:r>
          </a:p>
        </p:txBody>
      </p:sp>
      <p:sp>
        <p:nvSpPr>
          <p:cNvPr id="10" name="TextBox 9"/>
          <p:cNvSpPr txBox="1"/>
          <p:nvPr/>
        </p:nvSpPr>
        <p:spPr>
          <a:xfrm>
            <a:off x="649224" y="3694176"/>
            <a:ext cx="301752" cy="365760"/>
          </a:xfrm>
          <a:prstGeom prst="rect">
            <a:avLst/>
          </a:prstGeom>
          <a:noFill/>
        </p:spPr>
        <p:txBody>
          <a:bodyPr wrap="square" lIns="0" rIns="0" tIns="0" bIns="0" anchor="t">
            <a:spAutoFit/>
          </a:bodyPr>
          <a:lstStyle/>
          <a:p>
            <a:pPr algn="l">
              <a:lnSpc>
                <a:spcPct val="112000"/>
              </a:lnSpc>
              <a:spcBef>
                <a:spcPts val="0"/>
              </a:spcBef>
              <a:spcAft>
                <a:spcPts val="400"/>
              </a:spcAft>
            </a:pPr>
            <a:r>
              <a:rPr sz="2100" b="1" i="0">
                <a:solidFill>
                  <a:srgbClr val="0E88AE"/>
                </a:solidFill>
                <a:latin typeface="Open Sans"/>
                <a:ea typeface="Noto Sans CJK KR"/>
              </a:rPr>
              <a:t>2</a:t>
            </a:r>
          </a:p>
        </p:txBody>
      </p:sp>
      <p:sp>
        <p:nvSpPr>
          <p:cNvPr id="11" name="TextBox 10"/>
          <p:cNvSpPr txBox="1"/>
          <p:nvPr/>
        </p:nvSpPr>
        <p:spPr>
          <a:xfrm>
            <a:off x="1051560" y="3694176"/>
            <a:ext cx="6272783" cy="832103"/>
          </a:xfrm>
          <a:prstGeom prst="rect">
            <a:avLst/>
          </a:prstGeom>
          <a:noFill/>
        </p:spPr>
        <p:txBody>
          <a:bodyPr wrap="square" lIns="0" rIns="0" tIns="0" bIns="0" anchor="t">
            <a:spAutoFit/>
          </a:bodyPr>
          <a:lstStyle/>
          <a:p>
            <a:pPr algn="l">
              <a:lnSpc>
                <a:spcPct val="112000"/>
              </a:lnSpc>
              <a:spcBef>
                <a:spcPts val="0"/>
              </a:spcBef>
              <a:spcAft>
                <a:spcPts val="400"/>
              </a:spcAft>
            </a:pPr>
            <a:r>
              <a:rPr sz="1900" b="0" i="0">
                <a:solidFill>
                  <a:srgbClr val="4E4F51"/>
                </a:solidFill>
                <a:latin typeface="Open Sans"/>
                <a:ea typeface="Noto Sans CJK KR"/>
              </a:rPr>
              <a:t>AI가 보여 준 작업 순서를 읽고 2-2로 승인합니다.</a:t>
            </a:r>
          </a:p>
        </p:txBody>
      </p:sp>
      <p:sp>
        <p:nvSpPr>
          <p:cNvPr id="12" name="TextBox 11"/>
          <p:cNvSpPr txBox="1"/>
          <p:nvPr/>
        </p:nvSpPr>
        <p:spPr>
          <a:xfrm>
            <a:off x="649224" y="4562856"/>
            <a:ext cx="301752" cy="365760"/>
          </a:xfrm>
          <a:prstGeom prst="rect">
            <a:avLst/>
          </a:prstGeom>
          <a:noFill/>
        </p:spPr>
        <p:txBody>
          <a:bodyPr wrap="square" lIns="0" rIns="0" tIns="0" bIns="0" anchor="t">
            <a:spAutoFit/>
          </a:bodyPr>
          <a:lstStyle/>
          <a:p>
            <a:pPr algn="l">
              <a:lnSpc>
                <a:spcPct val="112000"/>
              </a:lnSpc>
              <a:spcBef>
                <a:spcPts val="0"/>
              </a:spcBef>
              <a:spcAft>
                <a:spcPts val="400"/>
              </a:spcAft>
            </a:pPr>
            <a:r>
              <a:rPr sz="2100" b="1" i="0">
                <a:solidFill>
                  <a:srgbClr val="0E88AE"/>
                </a:solidFill>
                <a:latin typeface="Open Sans"/>
                <a:ea typeface="Noto Sans CJK KR"/>
              </a:rPr>
              <a:t>3</a:t>
            </a:r>
          </a:p>
        </p:txBody>
      </p:sp>
      <p:sp>
        <p:nvSpPr>
          <p:cNvPr id="13" name="TextBox 12"/>
          <p:cNvSpPr txBox="1"/>
          <p:nvPr/>
        </p:nvSpPr>
        <p:spPr>
          <a:xfrm>
            <a:off x="1051560" y="4562856"/>
            <a:ext cx="6272783" cy="832103"/>
          </a:xfrm>
          <a:prstGeom prst="rect">
            <a:avLst/>
          </a:prstGeom>
          <a:noFill/>
        </p:spPr>
        <p:txBody>
          <a:bodyPr wrap="square" lIns="0" rIns="0" tIns="0" bIns="0" anchor="t">
            <a:spAutoFit/>
          </a:bodyPr>
          <a:lstStyle/>
          <a:p>
            <a:pPr algn="l">
              <a:lnSpc>
                <a:spcPct val="112000"/>
              </a:lnSpc>
              <a:spcBef>
                <a:spcPts val="0"/>
              </a:spcBef>
              <a:spcAft>
                <a:spcPts val="400"/>
              </a:spcAft>
            </a:pPr>
            <a:r>
              <a:rPr sz="1900" b="0" i="0">
                <a:solidFill>
                  <a:srgbClr val="4E4F51"/>
                </a:solidFill>
                <a:latin typeface="Open Sans"/>
                <a:ea typeface="Noto Sans CJK KR"/>
              </a:rPr>
              <a:t>Commander에서 테스트케이스를 열어 스텝을 확인합니다.</a:t>
            </a:r>
          </a:p>
        </p:txBody>
      </p:sp>
      <p:sp>
        <p:nvSpPr>
          <p:cNvPr id="14" name="Rectangle 13"/>
          <p:cNvSpPr/>
          <p:nvPr/>
        </p:nvSpPr>
        <p:spPr>
          <a:xfrm>
            <a:off x="7744968" y="2267712"/>
            <a:ext cx="3785615" cy="3400104"/>
          </a:xfrm>
          <a:prstGeom prst="rect">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955279" y="2478024"/>
            <a:ext cx="3383280" cy="402336"/>
          </a:xfrm>
          <a:prstGeom prst="rect">
            <a:avLst/>
          </a:prstGeom>
          <a:noFill/>
        </p:spPr>
        <p:txBody>
          <a:bodyPr wrap="square" lIns="0" rIns="0" tIns="0" bIns="0" anchor="t">
            <a:spAutoFit/>
          </a:bodyPr>
          <a:lstStyle/>
          <a:p>
            <a:pPr algn="l">
              <a:lnSpc>
                <a:spcPct val="112000"/>
              </a:lnSpc>
              <a:spcBef>
                <a:spcPts val="0"/>
              </a:spcBef>
              <a:spcAft>
                <a:spcPts val="400"/>
              </a:spcAft>
            </a:pPr>
            <a:r>
              <a:rPr sz="2200" b="1" i="0">
                <a:solidFill>
                  <a:srgbClr val="004C97"/>
                </a:solidFill>
                <a:latin typeface="Open Sans"/>
                <a:ea typeface="Noto Sans CJK KR"/>
              </a:rPr>
              <a:t>완료 확인</a:t>
            </a:r>
          </a:p>
        </p:txBody>
      </p:sp>
      <p:sp>
        <p:nvSpPr>
          <p:cNvPr id="16" name="TextBox 15"/>
          <p:cNvSpPr txBox="1"/>
          <p:nvPr/>
        </p:nvSpPr>
        <p:spPr>
          <a:xfrm>
            <a:off x="7964424" y="3017520"/>
            <a:ext cx="3364992" cy="548274"/>
          </a:xfrm>
          <a:prstGeom prst="rect">
            <a:avLst/>
          </a:prstGeom>
          <a:noFill/>
        </p:spPr>
        <p:txBody>
          <a:bodyPr wrap="square" lIns="0" rIns="0" tIns="0" bIns="0" anchor="t">
            <a:spAutoFit/>
          </a:bodyPr>
          <a:lstStyle/>
          <a:p>
            <a:pPr algn="l">
              <a:lnSpc>
                <a:spcPct val="112000"/>
              </a:lnSpc>
              <a:spcBef>
                <a:spcPts val="0"/>
              </a:spcBef>
              <a:spcAft>
                <a:spcPts val="400"/>
              </a:spcAft>
            </a:pPr>
            <a:r>
              <a:rPr sz="1350" b="0" i="0">
                <a:solidFill>
                  <a:srgbClr val="4E4F51"/>
                </a:solidFill>
                <a:latin typeface="Open Sans"/>
                <a:ea typeface="Noto Sans CJK KR"/>
              </a:rPr>
              <a:t>□ 작업 순서를 먼저 받고 나서 진행을 승인했습니다</a:t>
            </a:r>
          </a:p>
        </p:txBody>
      </p:sp>
      <p:sp>
        <p:nvSpPr>
          <p:cNvPr id="17" name="TextBox 16"/>
          <p:cNvSpPr txBox="1"/>
          <p:nvPr/>
        </p:nvSpPr>
        <p:spPr>
          <a:xfrm>
            <a:off x="7964424" y="3657234"/>
            <a:ext cx="3364992" cy="548274"/>
          </a:xfrm>
          <a:prstGeom prst="rect">
            <a:avLst/>
          </a:prstGeom>
          <a:noFill/>
        </p:spPr>
        <p:txBody>
          <a:bodyPr wrap="square" lIns="0" rIns="0" tIns="0" bIns="0" anchor="t">
            <a:spAutoFit/>
          </a:bodyPr>
          <a:lstStyle/>
          <a:p>
            <a:pPr algn="l">
              <a:lnSpc>
                <a:spcPct val="112000"/>
              </a:lnSpc>
              <a:spcBef>
                <a:spcPts val="0"/>
              </a:spcBef>
              <a:spcAft>
                <a:spcPts val="400"/>
              </a:spcAft>
            </a:pPr>
            <a:r>
              <a:rPr sz="1350" b="0" i="0">
                <a:solidFill>
                  <a:srgbClr val="4E4F51"/>
                </a:solidFill>
                <a:latin typeface="Open Sans"/>
                <a:ea typeface="Noto Sans CJK KR"/>
              </a:rPr>
              <a:t>□ TestCases/MCP실습/[내 이름] 폴더에 '로그인 실패_수동'이 생겼습니다</a:t>
            </a:r>
          </a:p>
        </p:txBody>
      </p:sp>
      <p:sp>
        <p:nvSpPr>
          <p:cNvPr id="18" name="TextBox 17"/>
          <p:cNvSpPr txBox="1"/>
          <p:nvPr/>
        </p:nvSpPr>
        <p:spPr>
          <a:xfrm>
            <a:off x="7964424" y="4296948"/>
            <a:ext cx="3364992" cy="548274"/>
          </a:xfrm>
          <a:prstGeom prst="rect">
            <a:avLst/>
          </a:prstGeom>
          <a:noFill/>
        </p:spPr>
        <p:txBody>
          <a:bodyPr wrap="square" lIns="0" rIns="0" tIns="0" bIns="0" anchor="t">
            <a:spAutoFit/>
          </a:bodyPr>
          <a:lstStyle/>
          <a:p>
            <a:pPr algn="l">
              <a:lnSpc>
                <a:spcPct val="112000"/>
              </a:lnSpc>
              <a:spcBef>
                <a:spcPts val="0"/>
              </a:spcBef>
              <a:spcAft>
                <a:spcPts val="400"/>
              </a:spcAft>
            </a:pPr>
            <a:r>
              <a:rPr sz="1350" b="0" i="0">
                <a:solidFill>
                  <a:srgbClr val="4E4F51"/>
                </a:solidFill>
                <a:latin typeface="Open Sans"/>
                <a:ea typeface="Noto Sans CJK KR"/>
              </a:rPr>
              <a:t>□ 스텝 3개에 지시와 기대 결과가 모두 들어갔습니다</a:t>
            </a:r>
          </a:p>
        </p:txBody>
      </p:sp>
      <p:sp>
        <p:nvSpPr>
          <p:cNvPr id="19" name="TextBox 18"/>
          <p:cNvSpPr txBox="1"/>
          <p:nvPr/>
        </p:nvSpPr>
        <p:spPr>
          <a:xfrm>
            <a:off x="7964424" y="4936662"/>
            <a:ext cx="3364992" cy="548274"/>
          </a:xfrm>
          <a:prstGeom prst="rect">
            <a:avLst/>
          </a:prstGeom>
          <a:noFill/>
        </p:spPr>
        <p:txBody>
          <a:bodyPr wrap="square" lIns="0" rIns="0" tIns="0" bIns="0" anchor="t">
            <a:spAutoFit/>
          </a:bodyPr>
          <a:lstStyle/>
          <a:p>
            <a:pPr algn="l">
              <a:lnSpc>
                <a:spcPct val="112000"/>
              </a:lnSpc>
              <a:spcBef>
                <a:spcPts val="0"/>
              </a:spcBef>
              <a:spcAft>
                <a:spcPts val="400"/>
              </a:spcAft>
            </a:pPr>
            <a:r>
              <a:rPr sz="1350" b="0" i="0">
                <a:solidFill>
                  <a:srgbClr val="4E4F51"/>
                </a:solidFill>
                <a:latin typeface="Open Sans"/>
                <a:ea typeface="Noto Sans CJK KR"/>
              </a:rPr>
              <a:t>□ Commander에서 테스트케이스를 직접 열어 확인했습니다</a:t>
            </a:r>
          </a:p>
        </p:txBody>
      </p:sp>
      <p:sp>
        <p:nvSpPr>
          <p:cNvPr id="20" name="TextBox 19"/>
          <p:cNvSpPr txBox="1"/>
          <p:nvPr/>
        </p:nvSpPr>
        <p:spPr>
          <a:xfrm>
            <a:off x="649224" y="5504688"/>
            <a:ext cx="10698480" cy="292608"/>
          </a:xfrm>
          <a:prstGeom prst="rect">
            <a:avLst/>
          </a:prstGeom>
          <a:noFill/>
        </p:spPr>
        <p:txBody>
          <a:bodyPr wrap="square" lIns="0" rIns="0" tIns="0" bIns="0" anchor="t">
            <a:spAutoFit/>
          </a:bodyPr>
          <a:lstStyle/>
          <a:p>
            <a:pPr algn="l">
              <a:lnSpc>
                <a:spcPct val="112000"/>
              </a:lnSpc>
              <a:spcBef>
                <a:spcPts val="0"/>
              </a:spcBef>
              <a:spcAft>
                <a:spcPts val="400"/>
              </a:spcAft>
            </a:pPr>
            <a:r>
              <a:rPr sz="1400" b="1" i="0">
                <a:solidFill>
                  <a:srgbClr val="0E88AE"/>
                </a:solidFill>
                <a:latin typeface="Open Sans"/>
                <a:ea typeface="Noto Sans CJK KR"/>
              </a:rPr>
              <a:t>00:55–01:10 / 직접 실습 15분</a:t>
            </a:r>
          </a:p>
        </p:txBody>
      </p:sp>
      <p:sp>
        <p:nvSpPr>
          <p:cNvPr id="21" name="TextBox 20"/>
          <p:cNvSpPr txBox="1"/>
          <p:nvPr/>
        </p:nvSpPr>
        <p:spPr>
          <a:xfrm>
            <a:off x="9784080" y="6373368"/>
            <a:ext cx="1737360" cy="109728"/>
          </a:xfrm>
          <a:prstGeom prst="rect">
            <a:avLst/>
          </a:prstGeom>
          <a:noFill/>
        </p:spPr>
        <p:txBody>
          <a:bodyPr wrap="square" lIns="0" rIns="0" tIns="0" bIns="0" anchor="t">
            <a:spAutoFit/>
          </a:bodyPr>
          <a:lstStyle/>
          <a:p>
            <a:pPr algn="r">
              <a:lnSpc>
                <a:spcPct val="112000"/>
              </a:lnSpc>
              <a:spcBef>
                <a:spcPts val="0"/>
              </a:spcBef>
              <a:spcAft>
                <a:spcPts val="0"/>
              </a:spcAft>
            </a:pPr>
            <a:r>
              <a:rPr sz="750" b="0" i="0">
                <a:solidFill>
                  <a:srgbClr val="4E4F51"/>
                </a:solidFill>
                <a:latin typeface="Open Sans"/>
                <a:ea typeface="Noto Sans CJK KR"/>
              </a:rPr>
              <a:t>워크북 3장 Lab 2</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6" name="Title 5"/>
          <p:cNvSpPr>
            <a:spLocks noGrp="1"/>
          </p:cNvSpPr>
          <p:nvPr>
            <p:ph type="title"/>
          </p:nvPr>
        </p:nvSpPr>
        <p:spPr/>
        <p:txBody>
          <a:bodyPr/>
          <a:lstStyle/>
          <a:p>
            <a:r>
              <a:rPr sz="3100" b="0" i="0">
                <a:solidFill>
                  <a:srgbClr val="004C97"/>
                </a:solidFill>
                <a:latin typeface="Open Sans"/>
                <a:ea typeface="Noto Sans CJK KR"/>
              </a:rPr>
              <a:t>Lab 2 | 입력할 프롬프트와 결과</a:t>
            </a:r>
          </a:p>
        </p:txBody>
      </p:sp>
      <p:sp>
        <p:nvSpPr>
          <p:cNvPr id="7" name="TextBox 6"/>
          <p:cNvSpPr txBox="1"/>
          <p:nvPr/>
        </p:nvSpPr>
        <p:spPr>
          <a:xfrm>
            <a:off x="1828800" y="6510528"/>
            <a:ext cx="8046720" cy="210312"/>
          </a:xfrm>
          <a:prstGeom prst="rect">
            <a:avLst/>
          </a:prstGeom>
          <a:noFill/>
        </p:spPr>
        <p:txBody>
          <a:bodyPr wrap="square" lIns="0" rIns="0" tIns="0" bIns="0" anchor="t">
            <a:spAutoFit/>
          </a:bodyPr>
          <a:lstStyle/>
          <a:p>
            <a:pPr algn="l">
              <a:lnSpc>
                <a:spcPct val="112000"/>
              </a:lnSpc>
              <a:spcBef>
                <a:spcPts val="0"/>
              </a:spcBef>
              <a:spcAft>
                <a:spcPts val="0"/>
              </a:spcAft>
            </a:pPr>
            <a:r>
              <a:rPr sz="1000" b="0" i="0">
                <a:solidFill>
                  <a:srgbClr val="FFFFFF"/>
                </a:solidFill>
                <a:latin typeface="Open Sans"/>
                <a:ea typeface="Noto Sans CJK KR"/>
              </a:rPr>
              <a:t>Tosca Commander MCP 입문  |  AI 어시스턴트 실습</a:t>
            </a:r>
          </a:p>
        </p:txBody>
      </p:sp>
      <p:sp>
        <p:nvSpPr>
          <p:cNvPr id="8" name="TextBox 7"/>
          <p:cNvSpPr txBox="1"/>
          <p:nvPr/>
        </p:nvSpPr>
        <p:spPr>
          <a:xfrm>
            <a:off x="11503152" y="6510528"/>
            <a:ext cx="292608" cy="228600"/>
          </a:xfrm>
          <a:prstGeom prst="rect">
            <a:avLst/>
          </a:prstGeom>
          <a:noFill/>
        </p:spPr>
        <p:txBody>
          <a:bodyPr wrap="none" lIns="0" rIns="0" tIns="0" bIns="0">
            <a:spAutoFit/>
          </a:bodyPr>
          <a:lstStyle/>
          <a:p>
            <a:pPr algn="l"/>
            <a:fld id="{5C7A3F71-3D8E-4C1B-9A44-2E5B7D0F6A11}" type="slidenum">
              <a:rPr lang="ko-KR" sz="1100">
                <a:solidFill>
                  <a:srgbClr val="FFFFFF"/>
                </a:solidFill>
                <a:latin typeface="Open Sans"/>
                <a:ea typeface="Noto Sans CJK KR"/>
              </a:rPr>
              <a:t>24</a:t>
            </a:fld>
          </a:p>
        </p:txBody>
      </p:sp>
      <p:sp>
        <p:nvSpPr>
          <p:cNvPr id="9" name="Rectangle 8"/>
          <p:cNvSpPr/>
          <p:nvPr/>
        </p:nvSpPr>
        <p:spPr>
          <a:xfrm>
            <a:off x="649224" y="1298448"/>
            <a:ext cx="6583680" cy="3566160"/>
          </a:xfrm>
          <a:prstGeom prst="rect">
            <a:avLst/>
          </a:prstGeom>
          <a:solidFill>
            <a:srgbClr val="F1F5F9"/>
          </a:solidFill>
          <a:ln w="10160">
            <a:solidFill>
              <a:srgbClr val="DCE5E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50392" y="1444751"/>
            <a:ext cx="6181344" cy="274320"/>
          </a:xfrm>
          <a:prstGeom prst="rect">
            <a:avLst/>
          </a:prstGeom>
          <a:noFill/>
        </p:spPr>
        <p:txBody>
          <a:bodyPr wrap="square" lIns="0" rIns="0" tIns="0" bIns="0" anchor="t">
            <a:spAutoFit/>
          </a:bodyPr>
          <a:lstStyle/>
          <a:p>
            <a:pPr algn="l">
              <a:lnSpc>
                <a:spcPct val="112000"/>
              </a:lnSpc>
              <a:spcBef>
                <a:spcPts val="0"/>
              </a:spcBef>
              <a:spcAft>
                <a:spcPts val="0"/>
              </a:spcAft>
            </a:pPr>
            <a:r>
              <a:rPr sz="1300" b="1" i="0">
                <a:solidFill>
                  <a:srgbClr val="0E88AE"/>
                </a:solidFill>
                <a:latin typeface="Open Sans"/>
                <a:ea typeface="Noto Sans CJK KR"/>
              </a:rPr>
              <a:t>프롬프트 2-1</a:t>
            </a:r>
          </a:p>
        </p:txBody>
      </p:sp>
      <p:sp>
        <p:nvSpPr>
          <p:cNvPr id="11" name="TextBox 10"/>
          <p:cNvSpPr txBox="1"/>
          <p:nvPr/>
        </p:nvSpPr>
        <p:spPr>
          <a:xfrm>
            <a:off x="850392" y="1801368"/>
            <a:ext cx="6181344" cy="2944368"/>
          </a:xfrm>
          <a:prstGeom prst="rect">
            <a:avLst/>
          </a:prstGeom>
          <a:noFill/>
        </p:spPr>
        <p:txBody>
          <a:bodyPr wrap="square" lIns="0" rIns="0" tIns="0" bIns="0" anchor="t">
            <a:spAutoFit/>
          </a:bodyPr>
          <a:lstStyle/>
          <a:p>
            <a:pPr algn="l">
              <a:lnSpc>
                <a:spcPct val="108000"/>
              </a:lnSpc>
              <a:spcBef>
                <a:spcPts val="0"/>
              </a:spcBef>
              <a:spcAft>
                <a:spcPts val="200"/>
              </a:spcAft>
            </a:pPr>
            <a:r>
              <a:rPr sz="1400" b="0" i="0">
                <a:solidFill>
                  <a:srgbClr val="4E4F51"/>
                </a:solidFill>
                <a:latin typeface="Open Sans"/>
                <a:ea typeface="Noto Sans CJK KR"/>
              </a:rPr>
              <a:t>TestCases/MCP실습/</a:t>
            </a:r>
            <a:r>
              <a:rPr sz="1400" b="1" i="0">
                <a:solidFill>
                  <a:srgbClr val="004C97"/>
                </a:solidFill>
                <a:latin typeface="Open Sans"/>
                <a:ea typeface="Noto Sans CJK KR"/>
              </a:rPr>
              <a:t>[내 이름]</a:t>
            </a:r>
            <a:r>
              <a:rPr sz="1400" b="0" i="0">
                <a:solidFill>
                  <a:srgbClr val="4E4F51"/>
                </a:solidFill>
                <a:latin typeface="Open Sans"/>
                <a:ea typeface="Noto Sans CJK KR"/>
              </a:rPr>
              <a:t> 폴더에 '로그인 실패_수동' 수동 테스트케이스를 만들어줘.</a:t>
            </a:r>
          </a:p>
          <a:p>
            <a:pPr algn="l">
              <a:lnSpc>
                <a:spcPct val="108000"/>
              </a:lnSpc>
              <a:spcBef>
                <a:spcPts val="0"/>
              </a:spcBef>
              <a:spcAft>
                <a:spcPts val="200"/>
              </a:spcAft>
            </a:pPr>
            <a:r>
              <a:rPr sz="1400" b="0" i="0">
                <a:solidFill>
                  <a:srgbClr val="4E4F51"/>
                </a:solidFill>
                <a:latin typeface="Open Sans"/>
                <a:ea typeface="Noto Sans CJK KR"/>
              </a:rPr>
              <a:t>설명: 틀린 비밀번호로 로그인하면 오류 문구가 나오는지 확인한다.</a:t>
            </a:r>
          </a:p>
          <a:p>
            <a:pPr algn="l">
              <a:lnSpc>
                <a:spcPct val="108000"/>
              </a:lnSpc>
              <a:spcBef>
                <a:spcPts val="0"/>
              </a:spcBef>
              <a:spcAft>
                <a:spcPts val="200"/>
              </a:spcAft>
            </a:pPr>
            <a:r>
              <a:rPr sz="1400" b="0" i="0">
                <a:solidFill>
                  <a:srgbClr val="4E4F51"/>
                </a:solidFill>
                <a:latin typeface="Open Sans"/>
                <a:ea typeface="Noto Sans CJK KR"/>
              </a:rPr>
              <a:t>스텝 (지시 / 기대 결과):</a:t>
            </a:r>
          </a:p>
          <a:p>
            <a:pPr algn="l">
              <a:lnSpc>
                <a:spcPct val="108000"/>
              </a:lnSpc>
              <a:spcBef>
                <a:spcPts val="0"/>
              </a:spcBef>
              <a:spcAft>
                <a:spcPts val="200"/>
              </a:spcAft>
            </a:pPr>
            <a:r>
              <a:rPr sz="1400" b="0" i="0">
                <a:solidFill>
                  <a:srgbClr val="4E4F51"/>
                </a:solidFill>
                <a:latin typeface="Open Sans"/>
                <a:ea typeface="Noto Sans CJK KR"/>
              </a:rPr>
              <a:t>1. 브라우저에서 https://demowebshop.tricentis.com 에 접속한다 / 메인 화면이 열린다</a:t>
            </a:r>
          </a:p>
          <a:p>
            <a:pPr algn="l">
              <a:lnSpc>
                <a:spcPct val="108000"/>
              </a:lnSpc>
              <a:spcBef>
                <a:spcPts val="0"/>
              </a:spcBef>
              <a:spcAft>
                <a:spcPts val="200"/>
              </a:spcAft>
            </a:pPr>
            <a:r>
              <a:rPr sz="1400" b="0" i="0">
                <a:solidFill>
                  <a:srgbClr val="4E4F51"/>
                </a:solidFill>
                <a:latin typeface="Open Sans"/>
                <a:ea typeface="Noto Sans CJK KR"/>
              </a:rPr>
              <a:t>2. 상단의 Log in 링크를 클릭한다 / 로그인 화면이 열린다</a:t>
            </a:r>
          </a:p>
          <a:p>
            <a:pPr algn="l">
              <a:lnSpc>
                <a:spcPct val="108000"/>
              </a:lnSpc>
              <a:spcBef>
                <a:spcPts val="0"/>
              </a:spcBef>
              <a:spcAft>
                <a:spcPts val="200"/>
              </a:spcAft>
            </a:pPr>
            <a:r>
              <a:rPr sz="1400" b="0" i="0">
                <a:solidFill>
                  <a:srgbClr val="4E4F51"/>
                </a:solidFill>
                <a:latin typeface="Open Sans"/>
                <a:ea typeface="Noto Sans CJK KR"/>
              </a:rPr>
              <a:t>3. 실습 계정 이메일과 틀린 비밀번호를 넣고 Log in 버튼을 클릭한다 / 'Login was unsuccessful' 문구가 보인다</a:t>
            </a:r>
          </a:p>
          <a:p>
            <a:pPr algn="l">
              <a:lnSpc>
                <a:spcPct val="108000"/>
              </a:lnSpc>
              <a:spcBef>
                <a:spcPts val="0"/>
              </a:spcBef>
              <a:spcAft>
                <a:spcPts val="200"/>
              </a:spcAft>
            </a:pPr>
            <a:r>
              <a:rPr sz="1400" b="0" i="0">
                <a:solidFill>
                  <a:srgbClr val="4E4F51"/>
                </a:solidFill>
                <a:latin typeface="Open Sans"/>
                <a:ea typeface="Noto Sans CJK KR"/>
              </a:rPr>
              <a:t>작업 상태(TestCaseWorkState)는 IN_WORK로 해줘. 메뉴 작업 말고 속성 변경(set_attribute)으로 바꿔.</a:t>
            </a:r>
          </a:p>
          <a:p>
            <a:pPr algn="l">
              <a:lnSpc>
                <a:spcPct val="108000"/>
              </a:lnSpc>
              <a:spcBef>
                <a:spcPts val="0"/>
              </a:spcBef>
              <a:spcAft>
                <a:spcPts val="200"/>
              </a:spcAft>
            </a:pPr>
            <a:r>
              <a:rPr sz="1400" b="0" i="0">
                <a:solidFill>
                  <a:srgbClr val="4E4F51"/>
                </a:solidFill>
                <a:latin typeface="Open Sans"/>
                <a:ea typeface="Noto Sans CJK KR"/>
              </a:rPr>
              <a:t>만들기 전에 어떤 순서로 작업할지 먼저 보여줘.</a:t>
            </a:r>
          </a:p>
        </p:txBody>
      </p:sp>
      <p:sp>
        <p:nvSpPr>
          <p:cNvPr id="12" name="Rectangle 11"/>
          <p:cNvSpPr/>
          <p:nvPr/>
        </p:nvSpPr>
        <p:spPr>
          <a:xfrm>
            <a:off x="649224" y="4983480"/>
            <a:ext cx="6583680" cy="914400"/>
          </a:xfrm>
          <a:prstGeom prst="rect">
            <a:avLst/>
          </a:prstGeom>
          <a:solidFill>
            <a:srgbClr val="F1F5F9"/>
          </a:solidFill>
          <a:ln w="10160">
            <a:solidFill>
              <a:srgbClr val="DCE5E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50392" y="5129784"/>
            <a:ext cx="6181344" cy="274320"/>
          </a:xfrm>
          <a:prstGeom prst="rect">
            <a:avLst/>
          </a:prstGeom>
          <a:noFill/>
        </p:spPr>
        <p:txBody>
          <a:bodyPr wrap="square" lIns="0" rIns="0" tIns="0" bIns="0" anchor="t">
            <a:spAutoFit/>
          </a:bodyPr>
          <a:lstStyle/>
          <a:p>
            <a:pPr algn="l">
              <a:lnSpc>
                <a:spcPct val="112000"/>
              </a:lnSpc>
              <a:spcBef>
                <a:spcPts val="0"/>
              </a:spcBef>
              <a:spcAft>
                <a:spcPts val="0"/>
              </a:spcAft>
            </a:pPr>
            <a:r>
              <a:rPr sz="1300" b="1" i="0">
                <a:solidFill>
                  <a:srgbClr val="0E88AE"/>
                </a:solidFill>
                <a:latin typeface="Open Sans"/>
                <a:ea typeface="Noto Sans CJK KR"/>
              </a:rPr>
              <a:t>프롬프트 2-2</a:t>
            </a:r>
          </a:p>
        </p:txBody>
      </p:sp>
      <p:sp>
        <p:nvSpPr>
          <p:cNvPr id="14" name="TextBox 13"/>
          <p:cNvSpPr txBox="1"/>
          <p:nvPr/>
        </p:nvSpPr>
        <p:spPr>
          <a:xfrm>
            <a:off x="850392" y="5486400"/>
            <a:ext cx="6181344" cy="292607"/>
          </a:xfrm>
          <a:prstGeom prst="rect">
            <a:avLst/>
          </a:prstGeom>
          <a:noFill/>
        </p:spPr>
        <p:txBody>
          <a:bodyPr wrap="square" lIns="0" rIns="0" tIns="0" bIns="0" anchor="t">
            <a:spAutoFit/>
          </a:bodyPr>
          <a:lstStyle/>
          <a:p>
            <a:pPr algn="l">
              <a:lnSpc>
                <a:spcPct val="108000"/>
              </a:lnSpc>
              <a:spcBef>
                <a:spcPts val="0"/>
              </a:spcBef>
              <a:spcAft>
                <a:spcPts val="200"/>
              </a:spcAft>
            </a:pPr>
            <a:r>
              <a:rPr sz="1350" b="0" i="0">
                <a:solidFill>
                  <a:srgbClr val="4E4F51"/>
                </a:solidFill>
                <a:latin typeface="Open Sans"/>
                <a:ea typeface="Noto Sans CJK KR"/>
              </a:rPr>
              <a:t>좋아, 그 순서대로 진행해줘. 끝나면 만든 테스트케이스의 스텝을 다시 읽어서 보여줘.</a:t>
            </a:r>
          </a:p>
        </p:txBody>
      </p:sp>
      <p:sp>
        <p:nvSpPr>
          <p:cNvPr id="15" name="Rectangle 14"/>
          <p:cNvSpPr/>
          <p:nvPr/>
        </p:nvSpPr>
        <p:spPr>
          <a:xfrm>
            <a:off x="7452360" y="1298448"/>
            <a:ext cx="4078224" cy="4507992"/>
          </a:xfrm>
          <a:prstGeom prst="rect">
            <a:avLst/>
          </a:prstGeom>
          <a:solidFill>
            <a:srgbClr val="F1F5F9"/>
          </a:solidFill>
          <a:ln w="10160">
            <a:solidFill>
              <a:srgbClr val="DCE5E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7452360" y="1298448"/>
            <a:ext cx="4078224" cy="457200"/>
          </a:xfrm>
          <a:prstGeom prst="rect">
            <a:avLst/>
          </a:prstGeom>
          <a:solidFill>
            <a:srgbClr val="004C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653528" y="1389888"/>
            <a:ext cx="3675887" cy="292608"/>
          </a:xfrm>
          <a:prstGeom prst="rect">
            <a:avLst/>
          </a:prstGeom>
          <a:noFill/>
        </p:spPr>
        <p:txBody>
          <a:bodyPr wrap="square" lIns="0" rIns="0" tIns="0" bIns="0" anchor="t">
            <a:spAutoFit/>
          </a:bodyPr>
          <a:lstStyle/>
          <a:p>
            <a:pPr algn="l">
              <a:lnSpc>
                <a:spcPct val="112000"/>
              </a:lnSpc>
              <a:spcBef>
                <a:spcPts val="0"/>
              </a:spcBef>
              <a:spcAft>
                <a:spcPts val="0"/>
              </a:spcAft>
            </a:pPr>
            <a:r>
              <a:rPr sz="1500" b="0" i="0">
                <a:solidFill>
                  <a:srgbClr val="FFFFFF"/>
                </a:solidFill>
                <a:latin typeface="Open Sans"/>
                <a:ea typeface="Noto Sans CJK KR"/>
              </a:rPr>
              <a:t>Commander에서 확인</a:t>
            </a:r>
          </a:p>
        </p:txBody>
      </p:sp>
      <p:sp>
        <p:nvSpPr>
          <p:cNvPr id="18" name="Rectangle 17"/>
          <p:cNvSpPr/>
          <p:nvPr/>
        </p:nvSpPr>
        <p:spPr>
          <a:xfrm>
            <a:off x="7616952" y="1920240"/>
            <a:ext cx="3749039" cy="2560320"/>
          </a:xfrm>
          <a:prstGeom prst="rect">
            <a:avLst/>
          </a:prstGeom>
          <a:solidFill>
            <a:srgbClr val="FFFFFF"/>
          </a:solidFill>
          <a:ln w="10160">
            <a:solidFill>
              <a:srgbClr val="DCE5E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818120" y="2057400"/>
            <a:ext cx="3383279" cy="457200"/>
          </a:xfrm>
          <a:prstGeom prst="rect">
            <a:avLst/>
          </a:prstGeom>
          <a:noFill/>
        </p:spPr>
        <p:txBody>
          <a:bodyPr wrap="square" lIns="0" rIns="0" tIns="0" bIns="0" anchor="t">
            <a:spAutoFit/>
          </a:bodyPr>
          <a:lstStyle/>
          <a:p>
            <a:pPr algn="l">
              <a:lnSpc>
                <a:spcPct val="112000"/>
              </a:lnSpc>
              <a:spcBef>
                <a:spcPts val="0"/>
              </a:spcBef>
              <a:spcAft>
                <a:spcPts val="0"/>
              </a:spcAft>
            </a:pPr>
            <a:r>
              <a:rPr sz="1500" b="0" i="0">
                <a:solidFill>
                  <a:srgbClr val="004C97"/>
                </a:solidFill>
                <a:latin typeface="Open Sans"/>
                <a:ea typeface="Noto Sans CJK KR"/>
              </a:rPr>
              <a:t>TestCases / MCP실습 / 홍길동</a:t>
            </a:r>
          </a:p>
        </p:txBody>
      </p:sp>
      <p:sp>
        <p:nvSpPr>
          <p:cNvPr id="20" name="TextBox 19"/>
          <p:cNvSpPr txBox="1"/>
          <p:nvPr/>
        </p:nvSpPr>
        <p:spPr>
          <a:xfrm>
            <a:off x="8165592" y="2514600"/>
            <a:ext cx="3035808" cy="457200"/>
          </a:xfrm>
          <a:prstGeom prst="rect">
            <a:avLst/>
          </a:prstGeom>
          <a:noFill/>
        </p:spPr>
        <p:txBody>
          <a:bodyPr wrap="square" lIns="0" rIns="0" tIns="0" bIns="0" anchor="t">
            <a:spAutoFit/>
          </a:bodyPr>
          <a:lstStyle/>
          <a:p>
            <a:pPr algn="l">
              <a:lnSpc>
                <a:spcPct val="112000"/>
              </a:lnSpc>
              <a:spcBef>
                <a:spcPts val="0"/>
              </a:spcBef>
              <a:spcAft>
                <a:spcPts val="0"/>
              </a:spcAft>
            </a:pPr>
            <a:r>
              <a:rPr sz="1500" b="1" i="0">
                <a:solidFill>
                  <a:srgbClr val="004C97"/>
                </a:solidFill>
                <a:latin typeface="Open Sans"/>
                <a:ea typeface="Noto Sans CJK KR"/>
              </a:rPr>
              <a:t>로그인 실패_수동</a:t>
            </a:r>
          </a:p>
        </p:txBody>
      </p:sp>
      <p:sp>
        <p:nvSpPr>
          <p:cNvPr id="21" name="TextBox 20"/>
          <p:cNvSpPr txBox="1"/>
          <p:nvPr/>
        </p:nvSpPr>
        <p:spPr>
          <a:xfrm>
            <a:off x="8513064" y="2971800"/>
            <a:ext cx="2688335" cy="457200"/>
          </a:xfrm>
          <a:prstGeom prst="rect">
            <a:avLst/>
          </a:prstGeom>
          <a:noFill/>
        </p:spPr>
        <p:txBody>
          <a:bodyPr wrap="square" lIns="0" rIns="0" tIns="0" bIns="0" anchor="t">
            <a:spAutoFit/>
          </a:bodyPr>
          <a:lstStyle/>
          <a:p>
            <a:pPr algn="l">
              <a:lnSpc>
                <a:spcPct val="112000"/>
              </a:lnSpc>
              <a:spcBef>
                <a:spcPts val="0"/>
              </a:spcBef>
              <a:spcAft>
                <a:spcPts val="0"/>
              </a:spcAft>
            </a:pPr>
            <a:r>
              <a:rPr sz="1500" b="0" i="0">
                <a:solidFill>
                  <a:srgbClr val="004C97"/>
                </a:solidFill>
                <a:latin typeface="Open Sans"/>
                <a:ea typeface="Noto Sans CJK KR"/>
              </a:rPr>
              <a:t>1. 사이트 접속</a:t>
            </a:r>
          </a:p>
        </p:txBody>
      </p:sp>
      <p:sp>
        <p:nvSpPr>
          <p:cNvPr id="22" name="TextBox 21"/>
          <p:cNvSpPr txBox="1"/>
          <p:nvPr/>
        </p:nvSpPr>
        <p:spPr>
          <a:xfrm>
            <a:off x="8513064" y="3429000"/>
            <a:ext cx="2688335" cy="457200"/>
          </a:xfrm>
          <a:prstGeom prst="rect">
            <a:avLst/>
          </a:prstGeom>
          <a:noFill/>
        </p:spPr>
        <p:txBody>
          <a:bodyPr wrap="square" lIns="0" rIns="0" tIns="0" bIns="0" anchor="t">
            <a:spAutoFit/>
          </a:bodyPr>
          <a:lstStyle/>
          <a:p>
            <a:pPr algn="l">
              <a:lnSpc>
                <a:spcPct val="112000"/>
              </a:lnSpc>
              <a:spcBef>
                <a:spcPts val="0"/>
              </a:spcBef>
              <a:spcAft>
                <a:spcPts val="0"/>
              </a:spcAft>
            </a:pPr>
            <a:r>
              <a:rPr sz="1500" b="0" i="0">
                <a:solidFill>
                  <a:srgbClr val="004C97"/>
                </a:solidFill>
                <a:latin typeface="Open Sans"/>
                <a:ea typeface="Noto Sans CJK KR"/>
              </a:rPr>
              <a:t>2. Log in 링크 클릭</a:t>
            </a:r>
          </a:p>
        </p:txBody>
      </p:sp>
      <p:sp>
        <p:nvSpPr>
          <p:cNvPr id="23" name="TextBox 22"/>
          <p:cNvSpPr txBox="1"/>
          <p:nvPr/>
        </p:nvSpPr>
        <p:spPr>
          <a:xfrm>
            <a:off x="8513064" y="3886200"/>
            <a:ext cx="2688335" cy="457200"/>
          </a:xfrm>
          <a:prstGeom prst="rect">
            <a:avLst/>
          </a:prstGeom>
          <a:noFill/>
        </p:spPr>
        <p:txBody>
          <a:bodyPr wrap="square" lIns="0" rIns="0" tIns="0" bIns="0" anchor="t">
            <a:spAutoFit/>
          </a:bodyPr>
          <a:lstStyle/>
          <a:p>
            <a:pPr algn="l">
              <a:lnSpc>
                <a:spcPct val="112000"/>
              </a:lnSpc>
              <a:spcBef>
                <a:spcPts val="0"/>
              </a:spcBef>
              <a:spcAft>
                <a:spcPts val="0"/>
              </a:spcAft>
            </a:pPr>
            <a:r>
              <a:rPr sz="1500" b="0" i="0">
                <a:solidFill>
                  <a:srgbClr val="004C97"/>
                </a:solidFill>
                <a:latin typeface="Open Sans"/>
                <a:ea typeface="Noto Sans CJK KR"/>
              </a:rPr>
              <a:t>3. 틀린 비밀번호로 로그인</a:t>
            </a:r>
          </a:p>
        </p:txBody>
      </p:sp>
      <p:sp>
        <p:nvSpPr>
          <p:cNvPr id="24" name="TextBox 23"/>
          <p:cNvSpPr txBox="1"/>
          <p:nvPr/>
        </p:nvSpPr>
        <p:spPr>
          <a:xfrm>
            <a:off x="7616952" y="4572000"/>
            <a:ext cx="3749039" cy="1097280"/>
          </a:xfrm>
          <a:prstGeom prst="rect">
            <a:avLst/>
          </a:prstGeom>
          <a:noFill/>
        </p:spPr>
        <p:txBody>
          <a:bodyPr wrap="square" lIns="0" rIns="0" tIns="0" bIns="0" anchor="t">
            <a:spAutoFit/>
          </a:bodyPr>
          <a:lstStyle/>
          <a:p>
            <a:pPr algn="l">
              <a:lnSpc>
                <a:spcPct val="112000"/>
              </a:lnSpc>
              <a:spcBef>
                <a:spcPts val="0"/>
              </a:spcBef>
              <a:spcAft>
                <a:spcPts val="400"/>
              </a:spcAft>
            </a:pPr>
            <a:r>
              <a:rPr sz="1400" b="0" i="0">
                <a:solidFill>
                  <a:srgbClr val="4E4F51"/>
                </a:solidFill>
                <a:latin typeface="Open Sans"/>
                <a:ea typeface="Noto Sans CJK KR"/>
              </a:rPr>
              <a:t>스텝마다 지시와 기대 결과가 들어 있는지 펼쳐서 확인합니다.</a:t>
            </a:r>
          </a:p>
        </p:txBody>
      </p:sp>
      <p:sp>
        <p:nvSpPr>
          <p:cNvPr id="25" name="TextBox 24"/>
          <p:cNvSpPr txBox="1"/>
          <p:nvPr/>
        </p:nvSpPr>
        <p:spPr>
          <a:xfrm>
            <a:off x="9784080" y="6373368"/>
            <a:ext cx="1737360" cy="109728"/>
          </a:xfrm>
          <a:prstGeom prst="rect">
            <a:avLst/>
          </a:prstGeom>
          <a:noFill/>
        </p:spPr>
        <p:txBody>
          <a:bodyPr wrap="square" lIns="0" rIns="0" tIns="0" bIns="0" anchor="t">
            <a:spAutoFit/>
          </a:bodyPr>
          <a:lstStyle/>
          <a:p>
            <a:pPr algn="r">
              <a:lnSpc>
                <a:spcPct val="112000"/>
              </a:lnSpc>
              <a:spcBef>
                <a:spcPts val="0"/>
              </a:spcBef>
              <a:spcAft>
                <a:spcPts val="0"/>
              </a:spcAft>
            </a:pPr>
            <a:r>
              <a:rPr sz="750" b="0" i="0">
                <a:solidFill>
                  <a:srgbClr val="4E4F51"/>
                </a:solidFill>
                <a:latin typeface="Open Sans"/>
                <a:ea typeface="Noto Sans CJK KR"/>
              </a:rPr>
              <a:t>워크북 3장 Lab 2</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100" b="0" i="0">
                <a:solidFill>
                  <a:srgbClr val="004C97"/>
                </a:solidFill>
                <a:latin typeface="Open Sans"/>
                <a:ea typeface="Noto Sans CJK KR"/>
              </a:rPr>
              <a:t>Lab 3 | 자동 테스트케이스 만들기</a:t>
            </a:r>
          </a:p>
        </p:txBody>
      </p:sp>
      <p:sp>
        <p:nvSpPr>
          <p:cNvPr id="3" name="TextBox 2"/>
          <p:cNvSpPr txBox="1"/>
          <p:nvPr/>
        </p:nvSpPr>
        <p:spPr>
          <a:xfrm>
            <a:off x="1828800" y="6510528"/>
            <a:ext cx="8046720" cy="210312"/>
          </a:xfrm>
          <a:prstGeom prst="rect">
            <a:avLst/>
          </a:prstGeom>
          <a:noFill/>
        </p:spPr>
        <p:txBody>
          <a:bodyPr wrap="square" lIns="0" rIns="0" tIns="0" bIns="0" anchor="t">
            <a:spAutoFit/>
          </a:bodyPr>
          <a:lstStyle/>
          <a:p>
            <a:pPr algn="l">
              <a:lnSpc>
                <a:spcPct val="112000"/>
              </a:lnSpc>
              <a:spcBef>
                <a:spcPts val="0"/>
              </a:spcBef>
              <a:spcAft>
                <a:spcPts val="0"/>
              </a:spcAft>
            </a:pPr>
            <a:r>
              <a:rPr sz="1000" b="0" i="0">
                <a:solidFill>
                  <a:srgbClr val="FFFFFF"/>
                </a:solidFill>
                <a:latin typeface="Open Sans"/>
                <a:ea typeface="Noto Sans CJK KR"/>
              </a:rPr>
              <a:t>Tosca Commander MCP 입문  |  AI 어시스턴트 실습</a:t>
            </a:r>
          </a:p>
        </p:txBody>
      </p:sp>
      <p:sp>
        <p:nvSpPr>
          <p:cNvPr id="4" name="TextBox 3"/>
          <p:cNvSpPr txBox="1"/>
          <p:nvPr/>
        </p:nvSpPr>
        <p:spPr>
          <a:xfrm>
            <a:off x="11503152" y="6510528"/>
            <a:ext cx="292608" cy="228600"/>
          </a:xfrm>
          <a:prstGeom prst="rect">
            <a:avLst/>
          </a:prstGeom>
          <a:noFill/>
        </p:spPr>
        <p:txBody>
          <a:bodyPr wrap="none" lIns="0" rIns="0" tIns="0" bIns="0">
            <a:spAutoFit/>
          </a:bodyPr>
          <a:lstStyle/>
          <a:p>
            <a:pPr algn="l"/>
            <a:fld id="{5C7A3F71-3D8E-4C1B-9A44-2E5B7D0F6A11}" type="slidenum">
              <a:rPr lang="ko-KR" sz="1100">
                <a:solidFill>
                  <a:srgbClr val="FFFFFF"/>
                </a:solidFill>
                <a:latin typeface="Open Sans"/>
                <a:ea typeface="Noto Sans CJK KR"/>
              </a:rPr>
              <a:t>25</a:t>
            </a:fld>
          </a:p>
        </p:txBody>
      </p:sp>
      <p:sp>
        <p:nvSpPr>
          <p:cNvPr id="5" name="Rectangle 4"/>
          <p:cNvSpPr/>
          <p:nvPr/>
        </p:nvSpPr>
        <p:spPr>
          <a:xfrm>
            <a:off x="649224" y="1298448"/>
            <a:ext cx="10881360" cy="685800"/>
          </a:xfrm>
          <a:prstGeom prst="rect">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32104" y="1298448"/>
            <a:ext cx="10469880" cy="685800"/>
          </a:xfrm>
          <a:prstGeom prst="rect">
            <a:avLst/>
          </a:prstGeom>
          <a:noFill/>
        </p:spPr>
        <p:txBody>
          <a:bodyPr wrap="square" lIns="0" rIns="0" tIns="0" bIns="0" anchor="ctr">
            <a:spAutoFit/>
          </a:bodyPr>
          <a:lstStyle/>
          <a:p>
            <a:pPr algn="l">
              <a:lnSpc>
                <a:spcPct val="112000"/>
              </a:lnSpc>
              <a:spcBef>
                <a:spcPts val="0"/>
              </a:spcBef>
              <a:spcAft>
                <a:spcPts val="0"/>
              </a:spcAft>
            </a:pPr>
            <a:r>
              <a:rPr sz="2100" b="1" i="0">
                <a:solidFill>
                  <a:srgbClr val="004C97"/>
                </a:solidFill>
                <a:latin typeface="Open Sans"/>
                <a:ea typeface="Noto Sans CJK KR"/>
              </a:rPr>
              <a:t>기존 모듈로 로그인 자동 테스트케이스를 만듭니다. 계획부터 받습니다.</a:t>
            </a:r>
          </a:p>
        </p:txBody>
      </p:sp>
      <p:sp>
        <p:nvSpPr>
          <p:cNvPr id="7" name="TextBox 6"/>
          <p:cNvSpPr txBox="1"/>
          <p:nvPr/>
        </p:nvSpPr>
        <p:spPr>
          <a:xfrm>
            <a:off x="649224" y="2295144"/>
            <a:ext cx="6400800" cy="411480"/>
          </a:xfrm>
          <a:prstGeom prst="rect">
            <a:avLst/>
          </a:prstGeom>
          <a:noFill/>
        </p:spPr>
        <p:txBody>
          <a:bodyPr wrap="square" lIns="0" rIns="0" tIns="0" bIns="0" anchor="t">
            <a:spAutoFit/>
          </a:bodyPr>
          <a:lstStyle/>
          <a:p>
            <a:pPr algn="l">
              <a:lnSpc>
                <a:spcPct val="112000"/>
              </a:lnSpc>
              <a:spcBef>
                <a:spcPts val="0"/>
              </a:spcBef>
              <a:spcAft>
                <a:spcPts val="400"/>
              </a:spcAft>
            </a:pPr>
            <a:r>
              <a:rPr sz="2200" b="1" i="0">
                <a:solidFill>
                  <a:srgbClr val="004C97"/>
                </a:solidFill>
                <a:latin typeface="Open Sans"/>
                <a:ea typeface="Noto Sans CJK KR"/>
              </a:rPr>
              <a:t>진행 순서</a:t>
            </a:r>
          </a:p>
        </p:txBody>
      </p:sp>
      <p:sp>
        <p:nvSpPr>
          <p:cNvPr id="8" name="TextBox 7"/>
          <p:cNvSpPr txBox="1"/>
          <p:nvPr/>
        </p:nvSpPr>
        <p:spPr>
          <a:xfrm>
            <a:off x="649224" y="2825496"/>
            <a:ext cx="301752" cy="365760"/>
          </a:xfrm>
          <a:prstGeom prst="rect">
            <a:avLst/>
          </a:prstGeom>
          <a:noFill/>
        </p:spPr>
        <p:txBody>
          <a:bodyPr wrap="square" lIns="0" rIns="0" tIns="0" bIns="0" anchor="t">
            <a:spAutoFit/>
          </a:bodyPr>
          <a:lstStyle/>
          <a:p>
            <a:pPr algn="l">
              <a:lnSpc>
                <a:spcPct val="112000"/>
              </a:lnSpc>
              <a:spcBef>
                <a:spcPts val="0"/>
              </a:spcBef>
              <a:spcAft>
                <a:spcPts val="400"/>
              </a:spcAft>
            </a:pPr>
            <a:r>
              <a:rPr sz="2100" b="1" i="0">
                <a:solidFill>
                  <a:srgbClr val="0E88AE"/>
                </a:solidFill>
                <a:latin typeface="Open Sans"/>
                <a:ea typeface="Noto Sans CJK KR"/>
              </a:rPr>
              <a:t>1</a:t>
            </a:r>
          </a:p>
        </p:txBody>
      </p:sp>
      <p:sp>
        <p:nvSpPr>
          <p:cNvPr id="9" name="TextBox 8"/>
          <p:cNvSpPr txBox="1"/>
          <p:nvPr/>
        </p:nvSpPr>
        <p:spPr>
          <a:xfrm>
            <a:off x="1051560" y="2825496"/>
            <a:ext cx="6272783" cy="832103"/>
          </a:xfrm>
          <a:prstGeom prst="rect">
            <a:avLst/>
          </a:prstGeom>
          <a:noFill/>
        </p:spPr>
        <p:txBody>
          <a:bodyPr wrap="square" lIns="0" rIns="0" tIns="0" bIns="0" anchor="t">
            <a:spAutoFit/>
          </a:bodyPr>
          <a:lstStyle/>
          <a:p>
            <a:pPr algn="l">
              <a:lnSpc>
                <a:spcPct val="112000"/>
              </a:lnSpc>
              <a:spcBef>
                <a:spcPts val="0"/>
              </a:spcBef>
              <a:spcAft>
                <a:spcPts val="400"/>
              </a:spcAft>
            </a:pPr>
            <a:r>
              <a:rPr sz="1900" b="0" i="0">
                <a:solidFill>
                  <a:srgbClr val="4E4F51"/>
                </a:solidFill>
                <a:latin typeface="Open Sans"/>
                <a:ea typeface="Noto Sans CJK KR"/>
              </a:rPr>
              <a:t>프롬프트 3-1로 계획만 받습니다. 비밀번호는 {CP[DWS_Password]}로 적습니다.</a:t>
            </a:r>
          </a:p>
        </p:txBody>
      </p:sp>
      <p:sp>
        <p:nvSpPr>
          <p:cNvPr id="10" name="TextBox 9"/>
          <p:cNvSpPr txBox="1"/>
          <p:nvPr/>
        </p:nvSpPr>
        <p:spPr>
          <a:xfrm>
            <a:off x="649224" y="3694176"/>
            <a:ext cx="301752" cy="365760"/>
          </a:xfrm>
          <a:prstGeom prst="rect">
            <a:avLst/>
          </a:prstGeom>
          <a:noFill/>
        </p:spPr>
        <p:txBody>
          <a:bodyPr wrap="square" lIns="0" rIns="0" tIns="0" bIns="0" anchor="t">
            <a:spAutoFit/>
          </a:bodyPr>
          <a:lstStyle/>
          <a:p>
            <a:pPr algn="l">
              <a:lnSpc>
                <a:spcPct val="112000"/>
              </a:lnSpc>
              <a:spcBef>
                <a:spcPts val="0"/>
              </a:spcBef>
              <a:spcAft>
                <a:spcPts val="400"/>
              </a:spcAft>
            </a:pPr>
            <a:r>
              <a:rPr sz="2100" b="1" i="0">
                <a:solidFill>
                  <a:srgbClr val="0E88AE"/>
                </a:solidFill>
                <a:latin typeface="Open Sans"/>
                <a:ea typeface="Noto Sans CJK KR"/>
              </a:rPr>
              <a:t>2</a:t>
            </a:r>
          </a:p>
        </p:txBody>
      </p:sp>
      <p:sp>
        <p:nvSpPr>
          <p:cNvPr id="11" name="TextBox 10"/>
          <p:cNvSpPr txBox="1"/>
          <p:nvPr/>
        </p:nvSpPr>
        <p:spPr>
          <a:xfrm>
            <a:off x="1051560" y="3694176"/>
            <a:ext cx="6272783" cy="832103"/>
          </a:xfrm>
          <a:prstGeom prst="rect">
            <a:avLst/>
          </a:prstGeom>
          <a:noFill/>
        </p:spPr>
        <p:txBody>
          <a:bodyPr wrap="square" lIns="0" rIns="0" tIns="0" bIns="0" anchor="t">
            <a:spAutoFit/>
          </a:bodyPr>
          <a:lstStyle/>
          <a:p>
            <a:pPr algn="l">
              <a:lnSpc>
                <a:spcPct val="112000"/>
              </a:lnSpc>
              <a:spcBef>
                <a:spcPts val="0"/>
              </a:spcBef>
              <a:spcAft>
                <a:spcPts val="400"/>
              </a:spcAft>
            </a:pPr>
            <a:r>
              <a:rPr sz="1900" b="0" i="0">
                <a:solidFill>
                  <a:srgbClr val="4E4F51"/>
                </a:solidFill>
                <a:latin typeface="Open Sans"/>
                <a:ea typeface="Noto Sans CJK KR"/>
              </a:rPr>
              <a:t>계획 표의 모듈, 값, ActionMode를 하나씩 확인합니다.</a:t>
            </a:r>
          </a:p>
        </p:txBody>
      </p:sp>
      <p:sp>
        <p:nvSpPr>
          <p:cNvPr id="12" name="TextBox 11"/>
          <p:cNvSpPr txBox="1"/>
          <p:nvPr/>
        </p:nvSpPr>
        <p:spPr>
          <a:xfrm>
            <a:off x="649224" y="4562856"/>
            <a:ext cx="301752" cy="365760"/>
          </a:xfrm>
          <a:prstGeom prst="rect">
            <a:avLst/>
          </a:prstGeom>
          <a:noFill/>
        </p:spPr>
        <p:txBody>
          <a:bodyPr wrap="square" lIns="0" rIns="0" tIns="0" bIns="0" anchor="t">
            <a:spAutoFit/>
          </a:bodyPr>
          <a:lstStyle/>
          <a:p>
            <a:pPr algn="l">
              <a:lnSpc>
                <a:spcPct val="112000"/>
              </a:lnSpc>
              <a:spcBef>
                <a:spcPts val="0"/>
              </a:spcBef>
              <a:spcAft>
                <a:spcPts val="400"/>
              </a:spcAft>
            </a:pPr>
            <a:r>
              <a:rPr sz="2100" b="1" i="0">
                <a:solidFill>
                  <a:srgbClr val="0E88AE"/>
                </a:solidFill>
                <a:latin typeface="Open Sans"/>
                <a:ea typeface="Noto Sans CJK KR"/>
              </a:rPr>
              <a:t>3</a:t>
            </a:r>
          </a:p>
        </p:txBody>
      </p:sp>
      <p:sp>
        <p:nvSpPr>
          <p:cNvPr id="13" name="TextBox 12"/>
          <p:cNvSpPr txBox="1"/>
          <p:nvPr/>
        </p:nvSpPr>
        <p:spPr>
          <a:xfrm>
            <a:off x="1051560" y="4562856"/>
            <a:ext cx="6272783" cy="832103"/>
          </a:xfrm>
          <a:prstGeom prst="rect">
            <a:avLst/>
          </a:prstGeom>
          <a:noFill/>
        </p:spPr>
        <p:txBody>
          <a:bodyPr wrap="square" lIns="0" rIns="0" tIns="0" bIns="0" anchor="t">
            <a:spAutoFit/>
          </a:bodyPr>
          <a:lstStyle/>
          <a:p>
            <a:pPr algn="l">
              <a:lnSpc>
                <a:spcPct val="112000"/>
              </a:lnSpc>
              <a:spcBef>
                <a:spcPts val="0"/>
              </a:spcBef>
              <a:spcAft>
                <a:spcPts val="400"/>
              </a:spcAft>
            </a:pPr>
            <a:r>
              <a:rPr sz="1900" b="0" i="0">
                <a:solidFill>
                  <a:srgbClr val="4E4F51"/>
                </a:solidFill>
                <a:latin typeface="Open Sans"/>
                <a:ea typeface="Noto Sans CJK KR"/>
              </a:rPr>
              <a:t>3-2로 승인하고 결과를 Commander에서 확인합니다.</a:t>
            </a:r>
          </a:p>
        </p:txBody>
      </p:sp>
      <p:sp>
        <p:nvSpPr>
          <p:cNvPr id="14" name="Rectangle 13"/>
          <p:cNvSpPr/>
          <p:nvPr/>
        </p:nvSpPr>
        <p:spPr>
          <a:xfrm>
            <a:off x="7744968" y="2267712"/>
            <a:ext cx="3785615" cy="3400104"/>
          </a:xfrm>
          <a:prstGeom prst="rect">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955279" y="2478024"/>
            <a:ext cx="3383280" cy="402336"/>
          </a:xfrm>
          <a:prstGeom prst="rect">
            <a:avLst/>
          </a:prstGeom>
          <a:noFill/>
        </p:spPr>
        <p:txBody>
          <a:bodyPr wrap="square" lIns="0" rIns="0" tIns="0" bIns="0" anchor="t">
            <a:spAutoFit/>
          </a:bodyPr>
          <a:lstStyle/>
          <a:p>
            <a:pPr algn="l">
              <a:lnSpc>
                <a:spcPct val="112000"/>
              </a:lnSpc>
              <a:spcBef>
                <a:spcPts val="0"/>
              </a:spcBef>
              <a:spcAft>
                <a:spcPts val="400"/>
              </a:spcAft>
            </a:pPr>
            <a:r>
              <a:rPr sz="2200" b="1" i="0">
                <a:solidFill>
                  <a:srgbClr val="004C97"/>
                </a:solidFill>
                <a:latin typeface="Open Sans"/>
                <a:ea typeface="Noto Sans CJK KR"/>
              </a:rPr>
              <a:t>완료 확인</a:t>
            </a:r>
          </a:p>
        </p:txBody>
      </p:sp>
      <p:sp>
        <p:nvSpPr>
          <p:cNvPr id="16" name="TextBox 15"/>
          <p:cNvSpPr txBox="1"/>
          <p:nvPr/>
        </p:nvSpPr>
        <p:spPr>
          <a:xfrm>
            <a:off x="7964424" y="3017520"/>
            <a:ext cx="3364992" cy="548274"/>
          </a:xfrm>
          <a:prstGeom prst="rect">
            <a:avLst/>
          </a:prstGeom>
          <a:noFill/>
        </p:spPr>
        <p:txBody>
          <a:bodyPr wrap="square" lIns="0" rIns="0" tIns="0" bIns="0" anchor="t">
            <a:spAutoFit/>
          </a:bodyPr>
          <a:lstStyle/>
          <a:p>
            <a:pPr algn="l">
              <a:lnSpc>
                <a:spcPct val="112000"/>
              </a:lnSpc>
              <a:spcBef>
                <a:spcPts val="0"/>
              </a:spcBef>
              <a:spcAft>
                <a:spcPts val="400"/>
              </a:spcAft>
            </a:pPr>
            <a:r>
              <a:rPr sz="1350" b="0" i="0">
                <a:solidFill>
                  <a:srgbClr val="4E4F51"/>
                </a:solidFill>
                <a:latin typeface="Open Sans"/>
                <a:ea typeface="Noto Sans CJK KR"/>
              </a:rPr>
              <a:t>□ 계획 표를 먼저 받았고, 모든 스텝에 모듈이 매칭됐습니다</a:t>
            </a:r>
          </a:p>
        </p:txBody>
      </p:sp>
      <p:sp>
        <p:nvSpPr>
          <p:cNvPr id="17" name="TextBox 16"/>
          <p:cNvSpPr txBox="1"/>
          <p:nvPr/>
        </p:nvSpPr>
        <p:spPr>
          <a:xfrm>
            <a:off x="7964424" y="3657234"/>
            <a:ext cx="3364992" cy="548274"/>
          </a:xfrm>
          <a:prstGeom prst="rect">
            <a:avLst/>
          </a:prstGeom>
          <a:noFill/>
        </p:spPr>
        <p:txBody>
          <a:bodyPr wrap="square" lIns="0" rIns="0" tIns="0" bIns="0" anchor="t">
            <a:spAutoFit/>
          </a:bodyPr>
          <a:lstStyle/>
          <a:p>
            <a:pPr algn="l">
              <a:lnSpc>
                <a:spcPct val="112000"/>
              </a:lnSpc>
              <a:spcBef>
                <a:spcPts val="0"/>
              </a:spcBef>
              <a:spcAft>
                <a:spcPts val="400"/>
              </a:spcAft>
            </a:pPr>
            <a:r>
              <a:rPr sz="1350" b="0" i="0">
                <a:solidFill>
                  <a:srgbClr val="4E4F51"/>
                </a:solidFill>
                <a:latin typeface="Open Sans"/>
                <a:ea typeface="Noto Sans CJK KR"/>
              </a:rPr>
              <a:t>□ 4번 스텝(Account)의 ActionMode가 Verify입니다</a:t>
            </a:r>
          </a:p>
        </p:txBody>
      </p:sp>
      <p:sp>
        <p:nvSpPr>
          <p:cNvPr id="18" name="TextBox 17"/>
          <p:cNvSpPr txBox="1"/>
          <p:nvPr/>
        </p:nvSpPr>
        <p:spPr>
          <a:xfrm>
            <a:off x="7964424" y="4296948"/>
            <a:ext cx="3364992" cy="813267"/>
          </a:xfrm>
          <a:prstGeom prst="rect">
            <a:avLst/>
          </a:prstGeom>
          <a:noFill/>
        </p:spPr>
        <p:txBody>
          <a:bodyPr wrap="square" lIns="0" rIns="0" tIns="0" bIns="0" anchor="t">
            <a:spAutoFit/>
          </a:bodyPr>
          <a:lstStyle/>
          <a:p>
            <a:pPr algn="l">
              <a:lnSpc>
                <a:spcPct val="112000"/>
              </a:lnSpc>
              <a:spcBef>
                <a:spcPts val="0"/>
              </a:spcBef>
              <a:spcAft>
                <a:spcPts val="400"/>
              </a:spcAft>
            </a:pPr>
            <a:r>
              <a:rPr sz="1350" b="0" i="0">
                <a:solidFill>
                  <a:srgbClr val="4E4F51"/>
                </a:solidFill>
                <a:latin typeface="Open Sans"/>
                <a:ea typeface="Noto Sans CJK KR"/>
              </a:rPr>
              <a:t>□ Password 값이 {CP[DWS_Password]} 참조로 들어갔습니다 (실제 비밀번호가 아님)</a:t>
            </a:r>
          </a:p>
        </p:txBody>
      </p:sp>
      <p:sp>
        <p:nvSpPr>
          <p:cNvPr id="19" name="TextBox 18"/>
          <p:cNvSpPr txBox="1"/>
          <p:nvPr/>
        </p:nvSpPr>
        <p:spPr>
          <a:xfrm>
            <a:off x="7964424" y="5201655"/>
            <a:ext cx="3364992" cy="283281"/>
          </a:xfrm>
          <a:prstGeom prst="rect">
            <a:avLst/>
          </a:prstGeom>
          <a:noFill/>
        </p:spPr>
        <p:txBody>
          <a:bodyPr wrap="square" lIns="0" rIns="0" tIns="0" bIns="0" anchor="t">
            <a:spAutoFit/>
          </a:bodyPr>
          <a:lstStyle/>
          <a:p>
            <a:pPr algn="l">
              <a:lnSpc>
                <a:spcPct val="112000"/>
              </a:lnSpc>
              <a:spcBef>
                <a:spcPts val="0"/>
              </a:spcBef>
              <a:spcAft>
                <a:spcPts val="400"/>
              </a:spcAft>
            </a:pPr>
            <a:r>
              <a:rPr sz="1350" b="0" i="0">
                <a:solidFill>
                  <a:srgbClr val="4E4F51"/>
                </a:solidFill>
                <a:latin typeface="Open Sans"/>
                <a:ea typeface="Noto Sans CJK KR"/>
              </a:rPr>
              <a:t>□ 결과 표가 계획 표(기대 스텝)와 같습니다</a:t>
            </a:r>
          </a:p>
        </p:txBody>
      </p:sp>
      <p:sp>
        <p:nvSpPr>
          <p:cNvPr id="20" name="TextBox 19"/>
          <p:cNvSpPr txBox="1"/>
          <p:nvPr/>
        </p:nvSpPr>
        <p:spPr>
          <a:xfrm>
            <a:off x="649224" y="5504688"/>
            <a:ext cx="10698480" cy="292608"/>
          </a:xfrm>
          <a:prstGeom prst="rect">
            <a:avLst/>
          </a:prstGeom>
          <a:noFill/>
        </p:spPr>
        <p:txBody>
          <a:bodyPr wrap="square" lIns="0" rIns="0" tIns="0" bIns="0" anchor="t">
            <a:spAutoFit/>
          </a:bodyPr>
          <a:lstStyle/>
          <a:p>
            <a:pPr algn="l">
              <a:lnSpc>
                <a:spcPct val="112000"/>
              </a:lnSpc>
              <a:spcBef>
                <a:spcPts val="0"/>
              </a:spcBef>
              <a:spcAft>
                <a:spcPts val="400"/>
              </a:spcAft>
            </a:pPr>
            <a:r>
              <a:rPr sz="1400" b="1" i="0">
                <a:solidFill>
                  <a:srgbClr val="0E88AE"/>
                </a:solidFill>
                <a:latin typeface="Open Sans"/>
                <a:ea typeface="Noto Sans CJK KR"/>
              </a:rPr>
              <a:t>01:10–01:35 / 직접 실습 25분</a:t>
            </a:r>
          </a:p>
        </p:txBody>
      </p:sp>
      <p:sp>
        <p:nvSpPr>
          <p:cNvPr id="21" name="TextBox 20"/>
          <p:cNvSpPr txBox="1"/>
          <p:nvPr/>
        </p:nvSpPr>
        <p:spPr>
          <a:xfrm>
            <a:off x="9784080" y="6373368"/>
            <a:ext cx="1737360" cy="109728"/>
          </a:xfrm>
          <a:prstGeom prst="rect">
            <a:avLst/>
          </a:prstGeom>
          <a:noFill/>
        </p:spPr>
        <p:txBody>
          <a:bodyPr wrap="square" lIns="0" rIns="0" tIns="0" bIns="0" anchor="t">
            <a:spAutoFit/>
          </a:bodyPr>
          <a:lstStyle/>
          <a:p>
            <a:pPr algn="r">
              <a:lnSpc>
                <a:spcPct val="112000"/>
              </a:lnSpc>
              <a:spcBef>
                <a:spcPts val="0"/>
              </a:spcBef>
              <a:spcAft>
                <a:spcPts val="0"/>
              </a:spcAft>
            </a:pPr>
            <a:r>
              <a:rPr sz="750" b="0" i="0">
                <a:solidFill>
                  <a:srgbClr val="4E4F51"/>
                </a:solidFill>
                <a:latin typeface="Open Sans"/>
                <a:ea typeface="Noto Sans CJK KR"/>
              </a:rPr>
              <a:t>워크북 3장 Lab 3</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100" b="0" i="0">
                <a:solidFill>
                  <a:srgbClr val="004C97"/>
                </a:solidFill>
                <a:latin typeface="Open Sans"/>
                <a:ea typeface="Noto Sans CJK KR"/>
              </a:rPr>
              <a:t>Lab 3 | 프롬프트 3-1: 계획만 받기</a:t>
            </a:r>
          </a:p>
        </p:txBody>
      </p:sp>
      <p:sp>
        <p:nvSpPr>
          <p:cNvPr id="3" name="TextBox 2"/>
          <p:cNvSpPr txBox="1"/>
          <p:nvPr/>
        </p:nvSpPr>
        <p:spPr>
          <a:xfrm>
            <a:off x="1828800" y="6510528"/>
            <a:ext cx="8046720" cy="210312"/>
          </a:xfrm>
          <a:prstGeom prst="rect">
            <a:avLst/>
          </a:prstGeom>
          <a:noFill/>
        </p:spPr>
        <p:txBody>
          <a:bodyPr wrap="square" lIns="0" rIns="0" tIns="0" bIns="0" anchor="t">
            <a:spAutoFit/>
          </a:bodyPr>
          <a:lstStyle/>
          <a:p>
            <a:pPr algn="l">
              <a:lnSpc>
                <a:spcPct val="112000"/>
              </a:lnSpc>
              <a:spcBef>
                <a:spcPts val="0"/>
              </a:spcBef>
              <a:spcAft>
                <a:spcPts val="0"/>
              </a:spcAft>
            </a:pPr>
            <a:r>
              <a:rPr sz="1000" b="0" i="0">
                <a:solidFill>
                  <a:srgbClr val="FFFFFF"/>
                </a:solidFill>
                <a:latin typeface="Open Sans"/>
                <a:ea typeface="Noto Sans CJK KR"/>
              </a:rPr>
              <a:t>Tosca Commander MCP 입문  |  AI 어시스턴트 실습</a:t>
            </a:r>
          </a:p>
        </p:txBody>
      </p:sp>
      <p:sp>
        <p:nvSpPr>
          <p:cNvPr id="4" name="TextBox 3"/>
          <p:cNvSpPr txBox="1"/>
          <p:nvPr/>
        </p:nvSpPr>
        <p:spPr>
          <a:xfrm>
            <a:off x="11503152" y="6510528"/>
            <a:ext cx="292608" cy="228600"/>
          </a:xfrm>
          <a:prstGeom prst="rect">
            <a:avLst/>
          </a:prstGeom>
          <a:noFill/>
        </p:spPr>
        <p:txBody>
          <a:bodyPr wrap="none" lIns="0" rIns="0" tIns="0" bIns="0">
            <a:spAutoFit/>
          </a:bodyPr>
          <a:lstStyle/>
          <a:p>
            <a:pPr algn="l"/>
            <a:fld id="{5C7A3F71-3D8E-4C1B-9A44-2E5B7D0F6A11}" type="slidenum">
              <a:rPr lang="ko-KR" sz="1100">
                <a:solidFill>
                  <a:srgbClr val="FFFFFF"/>
                </a:solidFill>
                <a:latin typeface="Open Sans"/>
                <a:ea typeface="Noto Sans CJK KR"/>
              </a:rPr>
              <a:t>26</a:t>
            </a:fld>
          </a:p>
        </p:txBody>
      </p:sp>
      <p:sp>
        <p:nvSpPr>
          <p:cNvPr id="5" name="Rectangle 4"/>
          <p:cNvSpPr/>
          <p:nvPr/>
        </p:nvSpPr>
        <p:spPr>
          <a:xfrm>
            <a:off x="649224" y="1298448"/>
            <a:ext cx="10881360" cy="4434840"/>
          </a:xfrm>
          <a:prstGeom prst="rect">
            <a:avLst/>
          </a:prstGeom>
          <a:solidFill>
            <a:srgbClr val="F1F5F9"/>
          </a:solidFill>
          <a:ln w="10160">
            <a:solidFill>
              <a:srgbClr val="DCE5E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0392" y="1444751"/>
            <a:ext cx="10479024" cy="274320"/>
          </a:xfrm>
          <a:prstGeom prst="rect">
            <a:avLst/>
          </a:prstGeom>
          <a:noFill/>
        </p:spPr>
        <p:txBody>
          <a:bodyPr wrap="square" lIns="0" rIns="0" tIns="0" bIns="0" anchor="t">
            <a:spAutoFit/>
          </a:bodyPr>
          <a:lstStyle/>
          <a:p>
            <a:pPr algn="l">
              <a:lnSpc>
                <a:spcPct val="112000"/>
              </a:lnSpc>
              <a:spcBef>
                <a:spcPts val="0"/>
              </a:spcBef>
              <a:spcAft>
                <a:spcPts val="0"/>
              </a:spcAft>
            </a:pPr>
            <a:r>
              <a:rPr sz="1300" b="1" i="0">
                <a:solidFill>
                  <a:srgbClr val="0E88AE"/>
                </a:solidFill>
                <a:latin typeface="Open Sans"/>
                <a:ea typeface="Noto Sans CJK KR"/>
              </a:rPr>
              <a:t>프롬프트 3-1</a:t>
            </a:r>
          </a:p>
        </p:txBody>
      </p:sp>
      <p:sp>
        <p:nvSpPr>
          <p:cNvPr id="7" name="TextBox 6"/>
          <p:cNvSpPr txBox="1"/>
          <p:nvPr/>
        </p:nvSpPr>
        <p:spPr>
          <a:xfrm>
            <a:off x="850392" y="1801368"/>
            <a:ext cx="10479024" cy="3813048"/>
          </a:xfrm>
          <a:prstGeom prst="rect">
            <a:avLst/>
          </a:prstGeom>
          <a:noFill/>
        </p:spPr>
        <p:txBody>
          <a:bodyPr wrap="square" lIns="0" rIns="0" tIns="0" bIns="0" anchor="t">
            <a:spAutoFit/>
          </a:bodyPr>
          <a:lstStyle/>
          <a:p>
            <a:pPr algn="l">
              <a:lnSpc>
                <a:spcPct val="108000"/>
              </a:lnSpc>
              <a:spcBef>
                <a:spcPts val="0"/>
              </a:spcBef>
              <a:spcAft>
                <a:spcPts val="200"/>
              </a:spcAft>
            </a:pPr>
            <a:r>
              <a:rPr sz="1700" b="0" i="0">
                <a:solidFill>
                  <a:srgbClr val="4E4F51"/>
                </a:solidFill>
                <a:latin typeface="Open Sans"/>
                <a:ea typeface="Noto Sans CJK KR"/>
              </a:rPr>
              <a:t>TestCases/MCP실습/</a:t>
            </a:r>
            <a:r>
              <a:rPr sz="1700" b="1" i="0">
                <a:solidFill>
                  <a:srgbClr val="004C97"/>
                </a:solidFill>
                <a:latin typeface="Open Sans"/>
                <a:ea typeface="Noto Sans CJK KR"/>
              </a:rPr>
              <a:t>[내 이름]</a:t>
            </a:r>
            <a:r>
              <a:rPr sz="1700" b="0" i="0">
                <a:solidFill>
                  <a:srgbClr val="4E4F51"/>
                </a:solidFill>
                <a:latin typeface="Open Sans"/>
                <a:ea typeface="Noto Sans CJK KR"/>
              </a:rPr>
              <a:t> 폴더에 '로그인 성공_자동' 자동화 테스트케이스를 만들려고 해. 아직 만들지 말고 계획만 보여줘.</a:t>
            </a:r>
          </a:p>
          <a:p>
            <a:pPr algn="l">
              <a:lnSpc>
                <a:spcPct val="108000"/>
              </a:lnSpc>
              <a:spcBef>
                <a:spcPts val="0"/>
              </a:spcBef>
              <a:spcAft>
                <a:spcPts val="200"/>
              </a:spcAft>
            </a:pPr>
            <a:r>
              <a:rPr sz="1700" b="0" i="0">
                <a:solidFill>
                  <a:srgbClr val="4E4F51"/>
                </a:solidFill>
                <a:latin typeface="Open Sans"/>
                <a:ea typeface="Noto Sans CJK KR"/>
              </a:rPr>
              <a:t>- 모듈은 Modules/MCP실습 폴더와 표준 모듈(OpenUrl, CloseBrowser)에서만 찾아. 새로 스캔하지 마.</a:t>
            </a:r>
          </a:p>
          <a:p>
            <a:pPr algn="l">
              <a:lnSpc>
                <a:spcPct val="108000"/>
              </a:lnSpc>
              <a:spcBef>
                <a:spcPts val="0"/>
              </a:spcBef>
              <a:spcAft>
                <a:spcPts val="200"/>
              </a:spcAft>
            </a:pPr>
            <a:r>
              <a:rPr sz="1700" b="0" i="0">
                <a:solidFill>
                  <a:srgbClr val="4E4F51"/>
                </a:solidFill>
                <a:latin typeface="Open Sans"/>
                <a:ea typeface="Noto Sans CJK KR"/>
              </a:rPr>
              <a:t>- 시나리오:</a:t>
            </a:r>
          </a:p>
          <a:p>
            <a:pPr algn="l">
              <a:lnSpc>
                <a:spcPct val="108000"/>
              </a:lnSpc>
              <a:spcBef>
                <a:spcPts val="0"/>
              </a:spcBef>
              <a:spcAft>
                <a:spcPts val="200"/>
              </a:spcAft>
            </a:pPr>
            <a:r>
              <a:rPr sz="1700" b="0" i="0">
                <a:solidFill>
                  <a:srgbClr val="4E4F51"/>
                </a:solidFill>
                <a:latin typeface="Open Sans"/>
                <a:ea typeface="Noto Sans CJK KR"/>
              </a:rPr>
              <a:t>  1. https://demowebshop.tricentis.com 열기</a:t>
            </a:r>
          </a:p>
          <a:p>
            <a:pPr algn="l">
              <a:lnSpc>
                <a:spcPct val="108000"/>
              </a:lnSpc>
              <a:spcBef>
                <a:spcPts val="0"/>
              </a:spcBef>
              <a:spcAft>
                <a:spcPts val="200"/>
              </a:spcAft>
            </a:pPr>
            <a:r>
              <a:rPr sz="1700" b="0" i="0">
                <a:solidFill>
                  <a:srgbClr val="4E4F51"/>
                </a:solidFill>
                <a:latin typeface="Open Sans"/>
                <a:ea typeface="Noto Sans CJK KR"/>
              </a:rPr>
              <a:t>  2. Header 모듈의 Log in 클릭</a:t>
            </a:r>
          </a:p>
          <a:p>
            <a:pPr algn="l">
              <a:lnSpc>
                <a:spcPct val="108000"/>
              </a:lnSpc>
              <a:spcBef>
                <a:spcPts val="0"/>
              </a:spcBef>
              <a:spcAft>
                <a:spcPts val="200"/>
              </a:spcAft>
            </a:pPr>
            <a:r>
              <a:rPr sz="1700" b="0" i="0">
                <a:solidFill>
                  <a:srgbClr val="4E4F51"/>
                </a:solidFill>
                <a:latin typeface="Open Sans"/>
                <a:ea typeface="Noto Sans CJK KR"/>
              </a:rPr>
              <a:t>  3. Login 모듈에 Email </a:t>
            </a:r>
            <a:r>
              <a:rPr sz="1700" b="1" i="0">
                <a:solidFill>
                  <a:srgbClr val="004C97"/>
                </a:solidFill>
                <a:latin typeface="Open Sans"/>
                <a:ea typeface="Noto Sans CJK KR"/>
              </a:rPr>
              <a:t>[실습 이메일]</a:t>
            </a:r>
            <a:r>
              <a:rPr sz="1700" b="0" i="0">
                <a:solidFill>
                  <a:srgbClr val="4E4F51"/>
                </a:solidFill>
                <a:latin typeface="Open Sans"/>
                <a:ea typeface="Noto Sans CJK KR"/>
              </a:rPr>
              <a:t>, Password {CP[DWS_Password]} 입력 후 Log in 클릭</a:t>
            </a:r>
          </a:p>
          <a:p>
            <a:pPr algn="l">
              <a:lnSpc>
                <a:spcPct val="108000"/>
              </a:lnSpc>
              <a:spcBef>
                <a:spcPts val="0"/>
              </a:spcBef>
              <a:spcAft>
                <a:spcPts val="200"/>
              </a:spcAft>
            </a:pPr>
            <a:r>
              <a:rPr sz="1700" b="0" i="0">
                <a:solidFill>
                  <a:srgbClr val="4E4F51"/>
                </a:solidFill>
                <a:latin typeface="Open Sans"/>
                <a:ea typeface="Noto Sans CJK KR"/>
              </a:rPr>
              <a:t>  4. Header 모듈의 Account 값이 </a:t>
            </a:r>
            <a:r>
              <a:rPr sz="1700" b="1" i="0">
                <a:solidFill>
                  <a:srgbClr val="004C97"/>
                </a:solidFill>
                <a:latin typeface="Open Sans"/>
                <a:ea typeface="Noto Sans CJK KR"/>
              </a:rPr>
              <a:t>[실습 이메일]</a:t>
            </a:r>
            <a:r>
              <a:rPr sz="1700" b="0" i="0">
                <a:solidFill>
                  <a:srgbClr val="4E4F51"/>
                </a:solidFill>
                <a:latin typeface="Open Sans"/>
                <a:ea typeface="Noto Sans CJK KR"/>
              </a:rPr>
              <a:t>과 같은지 Verify</a:t>
            </a:r>
          </a:p>
          <a:p>
            <a:pPr algn="l">
              <a:lnSpc>
                <a:spcPct val="108000"/>
              </a:lnSpc>
              <a:spcBef>
                <a:spcPts val="0"/>
              </a:spcBef>
              <a:spcAft>
                <a:spcPts val="200"/>
              </a:spcAft>
            </a:pPr>
            <a:r>
              <a:rPr sz="1700" b="0" i="0">
                <a:solidFill>
                  <a:srgbClr val="4E4F51"/>
                </a:solidFill>
                <a:latin typeface="Open Sans"/>
                <a:ea typeface="Noto Sans CJK KR"/>
              </a:rPr>
              <a:t>  5. Log out 클릭 후 브라우저 닫기</a:t>
            </a:r>
          </a:p>
          <a:p>
            <a:pPr algn="l">
              <a:lnSpc>
                <a:spcPct val="108000"/>
              </a:lnSpc>
              <a:spcBef>
                <a:spcPts val="0"/>
              </a:spcBef>
              <a:spcAft>
                <a:spcPts val="200"/>
              </a:spcAft>
            </a:pPr>
            <a:r>
              <a:rPr sz="1700" b="0" i="0">
                <a:solidFill>
                  <a:srgbClr val="4E4F51"/>
                </a:solidFill>
                <a:latin typeface="Open Sans"/>
                <a:ea typeface="Noto Sans CJK KR"/>
              </a:rPr>
              <a:t>- 스텝별로 모듈, 속성, 값, ActionMode를 표로 보여주고, 맞는 모듈을 못 찾은 스텝은 따로 표시해줘.</a:t>
            </a:r>
          </a:p>
        </p:txBody>
      </p:sp>
      <p:sp>
        <p:nvSpPr>
          <p:cNvPr id="8" name="TextBox 7"/>
          <p:cNvSpPr txBox="1"/>
          <p:nvPr/>
        </p:nvSpPr>
        <p:spPr>
          <a:xfrm>
            <a:off x="649224" y="5925312"/>
            <a:ext cx="10881360" cy="420624"/>
          </a:xfrm>
          <a:prstGeom prst="rect">
            <a:avLst/>
          </a:prstGeom>
          <a:noFill/>
        </p:spPr>
        <p:txBody>
          <a:bodyPr wrap="square" lIns="0" rIns="0" tIns="0" bIns="0" anchor="t">
            <a:spAutoFit/>
          </a:bodyPr>
          <a:lstStyle/>
          <a:p>
            <a:pPr algn="l">
              <a:lnSpc>
                <a:spcPct val="112000"/>
              </a:lnSpc>
              <a:spcBef>
                <a:spcPts val="0"/>
              </a:spcBef>
              <a:spcAft>
                <a:spcPts val="400"/>
              </a:spcAft>
            </a:pPr>
            <a:r>
              <a:rPr sz="1250" b="0" i="0">
                <a:solidFill>
                  <a:srgbClr val="4E4F51"/>
                </a:solidFill>
                <a:latin typeface="Open Sans"/>
                <a:ea typeface="Noto Sans CJK KR"/>
              </a:rPr>
              <a:t>비밀번호는 {CP[DWS_Password]} 참조로만 적습니다. 실제 비밀번호를 프롬프트에 쓰지 않습니다.</a:t>
            </a:r>
          </a:p>
        </p:txBody>
      </p:sp>
      <p:sp>
        <p:nvSpPr>
          <p:cNvPr id="9" name="TextBox 8"/>
          <p:cNvSpPr txBox="1"/>
          <p:nvPr/>
        </p:nvSpPr>
        <p:spPr>
          <a:xfrm>
            <a:off x="9784080" y="6373368"/>
            <a:ext cx="1737360" cy="109728"/>
          </a:xfrm>
          <a:prstGeom prst="rect">
            <a:avLst/>
          </a:prstGeom>
          <a:noFill/>
        </p:spPr>
        <p:txBody>
          <a:bodyPr wrap="square" lIns="0" rIns="0" tIns="0" bIns="0" anchor="t">
            <a:spAutoFit/>
          </a:bodyPr>
          <a:lstStyle/>
          <a:p>
            <a:pPr algn="r">
              <a:lnSpc>
                <a:spcPct val="112000"/>
              </a:lnSpc>
              <a:spcBef>
                <a:spcPts val="0"/>
              </a:spcBef>
              <a:spcAft>
                <a:spcPts val="0"/>
              </a:spcAft>
            </a:pPr>
            <a:r>
              <a:rPr sz="750" b="0" i="0">
                <a:solidFill>
                  <a:srgbClr val="4E4F51"/>
                </a:solidFill>
                <a:latin typeface="Open Sans"/>
                <a:ea typeface="Noto Sans CJK KR"/>
              </a:rPr>
              <a:t>워크북 3장 Lab 3</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6" name="Title 5"/>
          <p:cNvSpPr>
            <a:spLocks noGrp="1"/>
          </p:cNvSpPr>
          <p:nvPr>
            <p:ph type="title"/>
          </p:nvPr>
        </p:nvSpPr>
        <p:spPr/>
        <p:txBody>
          <a:bodyPr/>
          <a:lstStyle/>
          <a:p>
            <a:r>
              <a:rPr sz="3100" b="0" i="0">
                <a:solidFill>
                  <a:srgbClr val="004C97"/>
                </a:solidFill>
                <a:latin typeface="Open Sans"/>
                <a:ea typeface="Noto Sans CJK KR"/>
              </a:rPr>
              <a:t>Lab 3 | 계획을 확인하고 승인하기</a:t>
            </a:r>
          </a:p>
        </p:txBody>
      </p:sp>
      <p:sp>
        <p:nvSpPr>
          <p:cNvPr id="7" name="TextBox 6"/>
          <p:cNvSpPr txBox="1"/>
          <p:nvPr/>
        </p:nvSpPr>
        <p:spPr>
          <a:xfrm>
            <a:off x="1828800" y="6510528"/>
            <a:ext cx="8046720" cy="210312"/>
          </a:xfrm>
          <a:prstGeom prst="rect">
            <a:avLst/>
          </a:prstGeom>
          <a:noFill/>
        </p:spPr>
        <p:txBody>
          <a:bodyPr wrap="square" lIns="0" rIns="0" tIns="0" bIns="0" anchor="t">
            <a:spAutoFit/>
          </a:bodyPr>
          <a:lstStyle/>
          <a:p>
            <a:pPr algn="l">
              <a:lnSpc>
                <a:spcPct val="112000"/>
              </a:lnSpc>
              <a:spcBef>
                <a:spcPts val="0"/>
              </a:spcBef>
              <a:spcAft>
                <a:spcPts val="0"/>
              </a:spcAft>
            </a:pPr>
            <a:r>
              <a:rPr sz="1000" b="0" i="0">
                <a:solidFill>
                  <a:srgbClr val="FFFFFF"/>
                </a:solidFill>
                <a:latin typeface="Open Sans"/>
                <a:ea typeface="Noto Sans CJK KR"/>
              </a:rPr>
              <a:t>Tosca Commander MCP 입문  |  AI 어시스턴트 실습</a:t>
            </a:r>
          </a:p>
        </p:txBody>
      </p:sp>
      <p:sp>
        <p:nvSpPr>
          <p:cNvPr id="8" name="TextBox 7"/>
          <p:cNvSpPr txBox="1"/>
          <p:nvPr/>
        </p:nvSpPr>
        <p:spPr>
          <a:xfrm>
            <a:off x="11503152" y="6510528"/>
            <a:ext cx="292608" cy="228600"/>
          </a:xfrm>
          <a:prstGeom prst="rect">
            <a:avLst/>
          </a:prstGeom>
          <a:noFill/>
        </p:spPr>
        <p:txBody>
          <a:bodyPr wrap="none" lIns="0" rIns="0" tIns="0" bIns="0">
            <a:spAutoFit/>
          </a:bodyPr>
          <a:lstStyle/>
          <a:p>
            <a:pPr algn="l"/>
            <a:fld id="{5C7A3F71-3D8E-4C1B-9A44-2E5B7D0F6A11}" type="slidenum">
              <a:rPr lang="ko-KR" sz="1100">
                <a:solidFill>
                  <a:srgbClr val="FFFFFF"/>
                </a:solidFill>
                <a:latin typeface="Open Sans"/>
                <a:ea typeface="Noto Sans CJK KR"/>
              </a:rPr>
              <a:t>27</a:t>
            </a:fld>
          </a:p>
        </p:txBody>
      </p:sp>
      <p:graphicFrame>
        <p:nvGraphicFramePr>
          <p:cNvPr id="9" name="Table 8"/>
          <p:cNvGraphicFramePr>
            <a:graphicFrameLocks noGrp="1"/>
          </p:cNvGraphicFramePr>
          <p:nvPr/>
        </p:nvGraphicFramePr>
        <p:xfrm>
          <a:off x="649224" y="1298448"/>
          <a:ext cx="6766560" cy="3884584"/>
        </p:xfrm>
        <a:graphic>
          <a:graphicData uri="http://schemas.openxmlformats.org/drawingml/2006/table">
            <a:tbl>
              <a:tblPr firstRow="1" bandRow="1">
                <a:tableStyleId>{5C22544A-7EE6-4342-B048-85BDC9FD1C3A}</a:tableStyleId>
              </a:tblPr>
              <a:tblGrid>
                <a:gridCol w="365760"/>
                <a:gridCol w="1417320"/>
                <a:gridCol w="1051560"/>
                <a:gridCol w="2697480"/>
                <a:gridCol w="1234440"/>
              </a:tblGrid>
              <a:tr h="457200">
                <a:tc>
                  <a:txBody>
                    <a:bodyPr wrap="square"/>
                    <a:lstStyle/>
                    <a:p>
                      <a:pPr>
                        <a:lnSpc>
                          <a:spcPct val="106000"/>
                        </a:lnSpc>
                        <a:spcAft>
                          <a:spcPts val="0"/>
                        </a:spcAft>
                      </a:pPr>
                      <a:r>
                        <a:rPr sz="1350" b="1" i="0">
                          <a:solidFill>
                            <a:srgbClr val="FFFFFF"/>
                          </a:solidFill>
                          <a:latin typeface="Open Sans"/>
                          <a:ea typeface="Noto Sans CJK KR"/>
                        </a:rPr>
                        <a:t>#</a:t>
                      </a:r>
                    </a:p>
                  </a:txBody>
                  <a:tcPr marL="109728" marR="91440" marT="54864" marB="45720" anchor="ctr">
                    <a:solidFill>
                      <a:srgbClr val="004C97"/>
                    </a:solidFill>
                  </a:tcPr>
                </a:tc>
                <a:tc>
                  <a:txBody>
                    <a:bodyPr wrap="square"/>
                    <a:lstStyle/>
                    <a:p>
                      <a:pPr>
                        <a:lnSpc>
                          <a:spcPct val="106000"/>
                        </a:lnSpc>
                        <a:spcAft>
                          <a:spcPts val="0"/>
                        </a:spcAft>
                      </a:pPr>
                      <a:r>
                        <a:rPr sz="1350" b="1" i="0">
                          <a:solidFill>
                            <a:srgbClr val="FFFFFF"/>
                          </a:solidFill>
                          <a:latin typeface="Open Sans"/>
                          <a:ea typeface="Noto Sans CJK KR"/>
                        </a:rPr>
                        <a:t>모듈</a:t>
                      </a:r>
                    </a:p>
                  </a:txBody>
                  <a:tcPr marL="109728" marR="91440" marT="54864" marB="45720" anchor="ctr">
                    <a:solidFill>
                      <a:srgbClr val="004C97"/>
                    </a:solidFill>
                  </a:tcPr>
                </a:tc>
                <a:tc>
                  <a:txBody>
                    <a:bodyPr wrap="square"/>
                    <a:lstStyle/>
                    <a:p>
                      <a:pPr>
                        <a:lnSpc>
                          <a:spcPct val="106000"/>
                        </a:lnSpc>
                        <a:spcAft>
                          <a:spcPts val="0"/>
                        </a:spcAft>
                      </a:pPr>
                      <a:r>
                        <a:rPr sz="1350" b="1" i="0">
                          <a:solidFill>
                            <a:srgbClr val="FFFFFF"/>
                          </a:solidFill>
                          <a:latin typeface="Open Sans"/>
                          <a:ea typeface="Noto Sans CJK KR"/>
                        </a:rPr>
                        <a:t>속성</a:t>
                      </a:r>
                    </a:p>
                  </a:txBody>
                  <a:tcPr marL="109728" marR="91440" marT="54864" marB="45720" anchor="ctr">
                    <a:solidFill>
                      <a:srgbClr val="004C97"/>
                    </a:solidFill>
                  </a:tcPr>
                </a:tc>
                <a:tc>
                  <a:txBody>
                    <a:bodyPr wrap="square"/>
                    <a:lstStyle/>
                    <a:p>
                      <a:pPr>
                        <a:lnSpc>
                          <a:spcPct val="106000"/>
                        </a:lnSpc>
                        <a:spcAft>
                          <a:spcPts val="0"/>
                        </a:spcAft>
                      </a:pPr>
                      <a:r>
                        <a:rPr sz="1350" b="1" i="0">
                          <a:solidFill>
                            <a:srgbClr val="FFFFFF"/>
                          </a:solidFill>
                          <a:latin typeface="Open Sans"/>
                          <a:ea typeface="Noto Sans CJK KR"/>
                        </a:rPr>
                        <a:t>값</a:t>
                      </a:r>
                    </a:p>
                  </a:txBody>
                  <a:tcPr marL="109728" marR="91440" marT="54864" marB="45720" anchor="ctr">
                    <a:solidFill>
                      <a:srgbClr val="004C97"/>
                    </a:solidFill>
                  </a:tcPr>
                </a:tc>
                <a:tc>
                  <a:txBody>
                    <a:bodyPr wrap="square"/>
                    <a:lstStyle/>
                    <a:p>
                      <a:pPr>
                        <a:lnSpc>
                          <a:spcPct val="106000"/>
                        </a:lnSpc>
                        <a:spcAft>
                          <a:spcPts val="0"/>
                        </a:spcAft>
                      </a:pPr>
                      <a:r>
                        <a:rPr sz="1350" b="1" i="0">
                          <a:solidFill>
                            <a:srgbClr val="FFFFFF"/>
                          </a:solidFill>
                          <a:latin typeface="Open Sans"/>
                          <a:ea typeface="Noto Sans CJK KR"/>
                        </a:rPr>
                        <a:t>ActionMode</a:t>
                      </a:r>
                    </a:p>
                  </a:txBody>
                  <a:tcPr marL="109728" marR="91440" marT="54864" marB="45720" anchor="ctr">
                    <a:solidFill>
                      <a:srgbClr val="004C97"/>
                    </a:solidFill>
                  </a:tcPr>
                </a:tc>
              </a:tr>
              <a:tr h="611032">
                <a:tc>
                  <a:txBody>
                    <a:bodyPr wrap="square"/>
                    <a:lstStyle/>
                    <a:p>
                      <a:pPr>
                        <a:lnSpc>
                          <a:spcPct val="106000"/>
                        </a:lnSpc>
                        <a:spcAft>
                          <a:spcPts val="0"/>
                        </a:spcAft>
                      </a:pPr>
                      <a:r>
                        <a:rPr sz="1300" b="0" i="0">
                          <a:solidFill>
                            <a:srgbClr val="4E4F51"/>
                          </a:solidFill>
                          <a:latin typeface="Open Sans"/>
                          <a:ea typeface="Noto Sans CJK KR"/>
                        </a:rPr>
                        <a:t>1</a:t>
                      </a:r>
                    </a:p>
                  </a:txBody>
                  <a:tcPr marL="109728" marR="91440" marT="54864" marB="45720" anchor="ctr">
                    <a:solidFill>
                      <a:srgbClr val="F1F5F9"/>
                    </a:solidFill>
                  </a:tcPr>
                </a:tc>
                <a:tc>
                  <a:txBody>
                    <a:bodyPr wrap="square"/>
                    <a:lstStyle/>
                    <a:p>
                      <a:pPr>
                        <a:lnSpc>
                          <a:spcPct val="106000"/>
                        </a:lnSpc>
                        <a:spcAft>
                          <a:spcPts val="0"/>
                        </a:spcAft>
                      </a:pPr>
                      <a:r>
                        <a:rPr sz="1300" b="0" i="0">
                          <a:solidFill>
                            <a:srgbClr val="4E4F51"/>
                          </a:solidFill>
                          <a:latin typeface="Open Sans"/>
                          <a:ea typeface="Noto Sans CJK KR"/>
                        </a:rPr>
                        <a:t>OpenUrl</a:t>
                      </a:r>
                    </a:p>
                  </a:txBody>
                  <a:tcPr marL="109728" marR="91440" marT="54864" marB="45720" anchor="ctr">
                    <a:solidFill>
                      <a:srgbClr val="F1F5F9"/>
                    </a:solidFill>
                  </a:tcPr>
                </a:tc>
                <a:tc>
                  <a:txBody>
                    <a:bodyPr wrap="square"/>
                    <a:lstStyle/>
                    <a:p>
                      <a:pPr>
                        <a:lnSpc>
                          <a:spcPct val="106000"/>
                        </a:lnSpc>
                        <a:spcAft>
                          <a:spcPts val="0"/>
                        </a:spcAft>
                      </a:pPr>
                      <a:r>
                        <a:rPr sz="1300" b="0" i="0">
                          <a:solidFill>
                            <a:srgbClr val="4E4F51"/>
                          </a:solidFill>
                          <a:latin typeface="Open Sans"/>
                          <a:ea typeface="Noto Sans CJK KR"/>
                        </a:rPr>
                        <a:t>Url</a:t>
                      </a:r>
                    </a:p>
                  </a:txBody>
                  <a:tcPr marL="109728" marR="91440" marT="54864" marB="45720" anchor="ctr">
                    <a:solidFill>
                      <a:srgbClr val="F1F5F9"/>
                    </a:solidFill>
                  </a:tcPr>
                </a:tc>
                <a:tc>
                  <a:txBody>
                    <a:bodyPr wrap="square"/>
                    <a:lstStyle/>
                    <a:p>
                      <a:pPr>
                        <a:lnSpc>
                          <a:spcPct val="106000"/>
                        </a:lnSpc>
                        <a:spcAft>
                          <a:spcPts val="0"/>
                        </a:spcAft>
                      </a:pPr>
                      <a:r>
                        <a:rPr sz="1300" b="0" i="0">
                          <a:solidFill>
                            <a:srgbClr val="4E4F51"/>
                          </a:solidFill>
                          <a:latin typeface="Consolas"/>
                          <a:ea typeface="Noto Sans CJK KR"/>
                        </a:rPr>
                        <a:t>https://demowebshop.tricentis.com</a:t>
                      </a:r>
                    </a:p>
                  </a:txBody>
                  <a:tcPr marL="109728" marR="91440" marT="54864" marB="45720" anchor="ctr">
                    <a:solidFill>
                      <a:srgbClr val="F1F5F9"/>
                    </a:solidFill>
                  </a:tcPr>
                </a:tc>
                <a:tc>
                  <a:txBody>
                    <a:bodyPr wrap="square"/>
                    <a:lstStyle/>
                    <a:p>
                      <a:pPr>
                        <a:lnSpc>
                          <a:spcPct val="106000"/>
                        </a:lnSpc>
                        <a:spcAft>
                          <a:spcPts val="0"/>
                        </a:spcAft>
                      </a:pPr>
                      <a:r>
                        <a:rPr sz="1300" b="0" i="0">
                          <a:solidFill>
                            <a:srgbClr val="4E4F51"/>
                          </a:solidFill>
                          <a:latin typeface="Open Sans"/>
                          <a:ea typeface="Noto Sans CJK KR"/>
                        </a:rPr>
                        <a:t>Input</a:t>
                      </a:r>
                    </a:p>
                  </a:txBody>
                  <a:tcPr marL="109728" marR="91440" marT="54864" marB="45720" anchor="ctr">
                    <a:solidFill>
                      <a:srgbClr val="F1F5F9"/>
                    </a:solidFill>
                  </a:tcPr>
                </a:tc>
              </a:tr>
              <a:tr h="402336">
                <a:tc>
                  <a:txBody>
                    <a:bodyPr wrap="square"/>
                    <a:lstStyle/>
                    <a:p>
                      <a:pPr>
                        <a:lnSpc>
                          <a:spcPct val="106000"/>
                        </a:lnSpc>
                        <a:spcAft>
                          <a:spcPts val="0"/>
                        </a:spcAft>
                      </a:pPr>
                      <a:r>
                        <a:rPr sz="1300" b="0" i="0">
                          <a:solidFill>
                            <a:srgbClr val="4E4F51"/>
                          </a:solidFill>
                          <a:latin typeface="Open Sans"/>
                          <a:ea typeface="Noto Sans CJK KR"/>
                        </a:rPr>
                        <a:t>2</a:t>
                      </a:r>
                    </a:p>
                  </a:txBody>
                  <a:tcPr marL="109728" marR="91440" marT="54864" marB="45720" anchor="ctr">
                    <a:solidFill>
                      <a:srgbClr val="FFFFFF"/>
                    </a:solidFill>
                  </a:tcPr>
                </a:tc>
                <a:tc>
                  <a:txBody>
                    <a:bodyPr wrap="square"/>
                    <a:lstStyle/>
                    <a:p>
                      <a:pPr>
                        <a:lnSpc>
                          <a:spcPct val="106000"/>
                        </a:lnSpc>
                        <a:spcAft>
                          <a:spcPts val="0"/>
                        </a:spcAft>
                      </a:pPr>
                      <a:r>
                        <a:rPr sz="1300" b="0" i="0">
                          <a:solidFill>
                            <a:srgbClr val="4E4F51"/>
                          </a:solidFill>
                          <a:latin typeface="Open Sans"/>
                          <a:ea typeface="Noto Sans CJK KR"/>
                        </a:rPr>
                        <a:t>Header</a:t>
                      </a:r>
                    </a:p>
                  </a:txBody>
                  <a:tcPr marL="109728" marR="91440" marT="54864" marB="45720" anchor="ctr">
                    <a:solidFill>
                      <a:srgbClr val="FFFFFF"/>
                    </a:solidFill>
                  </a:tcPr>
                </a:tc>
                <a:tc>
                  <a:txBody>
                    <a:bodyPr wrap="square"/>
                    <a:lstStyle/>
                    <a:p>
                      <a:pPr>
                        <a:lnSpc>
                          <a:spcPct val="106000"/>
                        </a:lnSpc>
                        <a:spcAft>
                          <a:spcPts val="0"/>
                        </a:spcAft>
                      </a:pPr>
                      <a:r>
                        <a:rPr sz="1300" b="0" i="0">
                          <a:solidFill>
                            <a:srgbClr val="4E4F51"/>
                          </a:solidFill>
                          <a:latin typeface="Open Sans"/>
                          <a:ea typeface="Noto Sans CJK KR"/>
                        </a:rPr>
                        <a:t>Log in</a:t>
                      </a:r>
                    </a:p>
                  </a:txBody>
                  <a:tcPr marL="109728" marR="91440" marT="54864" marB="45720" anchor="ctr">
                    <a:solidFill>
                      <a:srgbClr val="FFFFFF"/>
                    </a:solidFill>
                  </a:tcPr>
                </a:tc>
                <a:tc>
                  <a:txBody>
                    <a:bodyPr wrap="square"/>
                    <a:lstStyle/>
                    <a:p>
                      <a:pPr>
                        <a:lnSpc>
                          <a:spcPct val="106000"/>
                        </a:lnSpc>
                        <a:spcAft>
                          <a:spcPts val="0"/>
                        </a:spcAft>
                      </a:pPr>
                      <a:r>
                        <a:rPr sz="1300" b="0" i="0">
                          <a:solidFill>
                            <a:srgbClr val="4E4F51"/>
                          </a:solidFill>
                          <a:latin typeface="Consolas"/>
                          <a:ea typeface="Noto Sans CJK KR"/>
                        </a:rPr>
                        <a:t>{CLICK}</a:t>
                      </a:r>
                    </a:p>
                  </a:txBody>
                  <a:tcPr marL="109728" marR="91440" marT="54864" marB="45720" anchor="ctr">
                    <a:solidFill>
                      <a:srgbClr val="FFFFFF"/>
                    </a:solidFill>
                  </a:tcPr>
                </a:tc>
                <a:tc>
                  <a:txBody>
                    <a:bodyPr wrap="square"/>
                    <a:lstStyle/>
                    <a:p>
                      <a:pPr>
                        <a:lnSpc>
                          <a:spcPct val="106000"/>
                        </a:lnSpc>
                        <a:spcAft>
                          <a:spcPts val="0"/>
                        </a:spcAft>
                      </a:pPr>
                      <a:r>
                        <a:rPr sz="1300" b="0" i="0">
                          <a:solidFill>
                            <a:srgbClr val="4E4F51"/>
                          </a:solidFill>
                          <a:latin typeface="Open Sans"/>
                          <a:ea typeface="Noto Sans CJK KR"/>
                        </a:rPr>
                        <a:t>Input</a:t>
                      </a:r>
                    </a:p>
                  </a:txBody>
                  <a:tcPr marL="109728" marR="91440" marT="54864" marB="45720" anchor="ctr">
                    <a:solidFill>
                      <a:srgbClr val="FFFFFF"/>
                    </a:solidFill>
                  </a:tcPr>
                </a:tc>
              </a:tr>
              <a:tr h="402336">
                <a:tc>
                  <a:txBody>
                    <a:bodyPr wrap="square"/>
                    <a:lstStyle/>
                    <a:p>
                      <a:pPr>
                        <a:lnSpc>
                          <a:spcPct val="106000"/>
                        </a:lnSpc>
                        <a:spcAft>
                          <a:spcPts val="0"/>
                        </a:spcAft>
                      </a:pPr>
                      <a:r>
                        <a:rPr sz="1300" b="0" i="0">
                          <a:solidFill>
                            <a:srgbClr val="4E4F51"/>
                          </a:solidFill>
                          <a:latin typeface="Open Sans"/>
                          <a:ea typeface="Noto Sans CJK KR"/>
                        </a:rPr>
                        <a:t>3</a:t>
                      </a:r>
                    </a:p>
                  </a:txBody>
                  <a:tcPr marL="109728" marR="91440" marT="54864" marB="45720" anchor="ctr">
                    <a:solidFill>
                      <a:srgbClr val="F1F5F9"/>
                    </a:solidFill>
                  </a:tcPr>
                </a:tc>
                <a:tc>
                  <a:txBody>
                    <a:bodyPr wrap="square"/>
                    <a:lstStyle/>
                    <a:p>
                      <a:pPr>
                        <a:lnSpc>
                          <a:spcPct val="106000"/>
                        </a:lnSpc>
                        <a:spcAft>
                          <a:spcPts val="0"/>
                        </a:spcAft>
                      </a:pPr>
                      <a:r>
                        <a:rPr sz="1300" b="0" i="0">
                          <a:solidFill>
                            <a:srgbClr val="4E4F51"/>
                          </a:solidFill>
                          <a:latin typeface="Open Sans"/>
                          <a:ea typeface="Noto Sans CJK KR"/>
                        </a:rPr>
                        <a:t>Login</a:t>
                      </a:r>
                    </a:p>
                  </a:txBody>
                  <a:tcPr marL="109728" marR="91440" marT="54864" marB="45720" anchor="ctr">
                    <a:solidFill>
                      <a:srgbClr val="F1F5F9"/>
                    </a:solidFill>
                  </a:tcPr>
                </a:tc>
                <a:tc>
                  <a:txBody>
                    <a:bodyPr wrap="square"/>
                    <a:lstStyle/>
                    <a:p>
                      <a:pPr>
                        <a:lnSpc>
                          <a:spcPct val="106000"/>
                        </a:lnSpc>
                        <a:spcAft>
                          <a:spcPts val="0"/>
                        </a:spcAft>
                      </a:pPr>
                      <a:r>
                        <a:rPr sz="1300" b="0" i="0">
                          <a:solidFill>
                            <a:srgbClr val="4E4F51"/>
                          </a:solidFill>
                          <a:latin typeface="Open Sans"/>
                          <a:ea typeface="Noto Sans CJK KR"/>
                        </a:rPr>
                        <a:t>Email</a:t>
                      </a:r>
                    </a:p>
                  </a:txBody>
                  <a:tcPr marL="109728" marR="91440" marT="54864" marB="45720" anchor="ctr">
                    <a:solidFill>
                      <a:srgbClr val="F1F5F9"/>
                    </a:solidFill>
                  </a:tcPr>
                </a:tc>
                <a:tc>
                  <a:txBody>
                    <a:bodyPr wrap="square"/>
                    <a:lstStyle/>
                    <a:p>
                      <a:pPr>
                        <a:lnSpc>
                          <a:spcPct val="106000"/>
                        </a:lnSpc>
                        <a:spcAft>
                          <a:spcPts val="0"/>
                        </a:spcAft>
                      </a:pPr>
                      <a:r>
                        <a:rPr sz="1300" b="0" i="0">
                          <a:solidFill>
                            <a:srgbClr val="4E4F51"/>
                          </a:solidFill>
                          <a:latin typeface="Consolas"/>
                          <a:ea typeface="Noto Sans CJK KR"/>
                        </a:rPr>
                        <a:t>[실습 이메일]</a:t>
                      </a:r>
                    </a:p>
                  </a:txBody>
                  <a:tcPr marL="109728" marR="91440" marT="54864" marB="45720" anchor="ctr">
                    <a:solidFill>
                      <a:srgbClr val="F1F5F9"/>
                    </a:solidFill>
                  </a:tcPr>
                </a:tc>
                <a:tc>
                  <a:txBody>
                    <a:bodyPr wrap="square"/>
                    <a:lstStyle/>
                    <a:p>
                      <a:pPr>
                        <a:lnSpc>
                          <a:spcPct val="106000"/>
                        </a:lnSpc>
                        <a:spcAft>
                          <a:spcPts val="0"/>
                        </a:spcAft>
                      </a:pPr>
                      <a:r>
                        <a:rPr sz="1300" b="0" i="0">
                          <a:solidFill>
                            <a:srgbClr val="4E4F51"/>
                          </a:solidFill>
                          <a:latin typeface="Open Sans"/>
                          <a:ea typeface="Noto Sans CJK KR"/>
                        </a:rPr>
                        <a:t>Input</a:t>
                      </a:r>
                    </a:p>
                  </a:txBody>
                  <a:tcPr marL="109728" marR="91440" marT="54864" marB="45720" anchor="ctr">
                    <a:solidFill>
                      <a:srgbClr val="F1F5F9"/>
                    </a:solidFill>
                  </a:tcPr>
                </a:tc>
              </a:tr>
              <a:tr h="402336">
                <a:tc>
                  <a:txBody>
                    <a:bodyPr wrap="square"/>
                    <a:lstStyle/>
                    <a:p>
                      <a:pPr>
                        <a:lnSpc>
                          <a:spcPct val="106000"/>
                        </a:lnSpc>
                        <a:spcAft>
                          <a:spcPts val="0"/>
                        </a:spcAft>
                      </a:pPr>
                      <a:r>
                        <a:rPr sz="1300" b="0" i="0">
                          <a:solidFill>
                            <a:srgbClr val="4E4F51"/>
                          </a:solidFill>
                          <a:latin typeface="Open Sans"/>
                          <a:ea typeface="Noto Sans CJK KR"/>
                        </a:rPr>
                        <a:t/>
                      </a:r>
                    </a:p>
                  </a:txBody>
                  <a:tcPr marL="109728" marR="91440" marT="54864" marB="45720" anchor="ctr">
                    <a:solidFill>
                      <a:srgbClr val="FFFFFF"/>
                    </a:solidFill>
                  </a:tcPr>
                </a:tc>
                <a:tc>
                  <a:txBody>
                    <a:bodyPr wrap="square"/>
                    <a:lstStyle/>
                    <a:p>
                      <a:pPr>
                        <a:lnSpc>
                          <a:spcPct val="106000"/>
                        </a:lnSpc>
                        <a:spcAft>
                          <a:spcPts val="0"/>
                        </a:spcAft>
                      </a:pPr>
                      <a:r>
                        <a:rPr sz="1300" b="0" i="0">
                          <a:solidFill>
                            <a:srgbClr val="4E4F51"/>
                          </a:solidFill>
                          <a:latin typeface="Open Sans"/>
                          <a:ea typeface="Noto Sans CJK KR"/>
                        </a:rPr>
                        <a:t>Login</a:t>
                      </a:r>
                    </a:p>
                  </a:txBody>
                  <a:tcPr marL="109728" marR="91440" marT="54864" marB="45720" anchor="ctr">
                    <a:solidFill>
                      <a:srgbClr val="FFFFFF"/>
                    </a:solidFill>
                  </a:tcPr>
                </a:tc>
                <a:tc>
                  <a:txBody>
                    <a:bodyPr wrap="square"/>
                    <a:lstStyle/>
                    <a:p>
                      <a:pPr>
                        <a:lnSpc>
                          <a:spcPct val="106000"/>
                        </a:lnSpc>
                        <a:spcAft>
                          <a:spcPts val="0"/>
                        </a:spcAft>
                      </a:pPr>
                      <a:r>
                        <a:rPr sz="1300" b="0" i="0">
                          <a:solidFill>
                            <a:srgbClr val="4E4F51"/>
                          </a:solidFill>
                          <a:latin typeface="Open Sans"/>
                          <a:ea typeface="Noto Sans CJK KR"/>
                        </a:rPr>
                        <a:t>Password</a:t>
                      </a:r>
                    </a:p>
                  </a:txBody>
                  <a:tcPr marL="109728" marR="91440" marT="54864" marB="45720" anchor="ctr">
                    <a:solidFill>
                      <a:srgbClr val="FFFFFF"/>
                    </a:solidFill>
                  </a:tcPr>
                </a:tc>
                <a:tc>
                  <a:txBody>
                    <a:bodyPr wrap="square"/>
                    <a:lstStyle/>
                    <a:p>
                      <a:pPr>
                        <a:lnSpc>
                          <a:spcPct val="106000"/>
                        </a:lnSpc>
                        <a:spcAft>
                          <a:spcPts val="0"/>
                        </a:spcAft>
                      </a:pPr>
                      <a:r>
                        <a:rPr sz="1300" b="0" i="0">
                          <a:solidFill>
                            <a:srgbClr val="4E4F51"/>
                          </a:solidFill>
                          <a:latin typeface="Consolas"/>
                          <a:ea typeface="Noto Sans CJK KR"/>
                        </a:rPr>
                        <a:t>{CP[DWS_Password]}</a:t>
                      </a:r>
                    </a:p>
                  </a:txBody>
                  <a:tcPr marL="109728" marR="91440" marT="54864" marB="45720" anchor="ctr">
                    <a:solidFill>
                      <a:srgbClr val="FFFFFF"/>
                    </a:solidFill>
                  </a:tcPr>
                </a:tc>
                <a:tc>
                  <a:txBody>
                    <a:bodyPr wrap="square"/>
                    <a:lstStyle/>
                    <a:p>
                      <a:pPr>
                        <a:lnSpc>
                          <a:spcPct val="106000"/>
                        </a:lnSpc>
                        <a:spcAft>
                          <a:spcPts val="0"/>
                        </a:spcAft>
                      </a:pPr>
                      <a:r>
                        <a:rPr sz="1300" b="0" i="0">
                          <a:solidFill>
                            <a:srgbClr val="4E4F51"/>
                          </a:solidFill>
                          <a:latin typeface="Open Sans"/>
                          <a:ea typeface="Noto Sans CJK KR"/>
                        </a:rPr>
                        <a:t>Input</a:t>
                      </a:r>
                    </a:p>
                  </a:txBody>
                  <a:tcPr marL="109728" marR="91440" marT="54864" marB="45720" anchor="ctr">
                    <a:solidFill>
                      <a:srgbClr val="FFFFFF"/>
                    </a:solidFill>
                  </a:tcPr>
                </a:tc>
              </a:tr>
              <a:tr h="402336">
                <a:tc>
                  <a:txBody>
                    <a:bodyPr wrap="square"/>
                    <a:lstStyle/>
                    <a:p>
                      <a:pPr>
                        <a:lnSpc>
                          <a:spcPct val="106000"/>
                        </a:lnSpc>
                        <a:spcAft>
                          <a:spcPts val="0"/>
                        </a:spcAft>
                      </a:pPr>
                      <a:r>
                        <a:rPr sz="1300" b="0" i="0">
                          <a:solidFill>
                            <a:srgbClr val="4E4F51"/>
                          </a:solidFill>
                          <a:latin typeface="Open Sans"/>
                          <a:ea typeface="Noto Sans CJK KR"/>
                        </a:rPr>
                        <a:t/>
                      </a:r>
                    </a:p>
                  </a:txBody>
                  <a:tcPr marL="109728" marR="91440" marT="54864" marB="45720" anchor="ctr">
                    <a:solidFill>
                      <a:srgbClr val="F1F5F9"/>
                    </a:solidFill>
                  </a:tcPr>
                </a:tc>
                <a:tc>
                  <a:txBody>
                    <a:bodyPr wrap="square"/>
                    <a:lstStyle/>
                    <a:p>
                      <a:pPr>
                        <a:lnSpc>
                          <a:spcPct val="106000"/>
                        </a:lnSpc>
                        <a:spcAft>
                          <a:spcPts val="0"/>
                        </a:spcAft>
                      </a:pPr>
                      <a:r>
                        <a:rPr sz="1300" b="0" i="0">
                          <a:solidFill>
                            <a:srgbClr val="4E4F51"/>
                          </a:solidFill>
                          <a:latin typeface="Open Sans"/>
                          <a:ea typeface="Noto Sans CJK KR"/>
                        </a:rPr>
                        <a:t>Login</a:t>
                      </a:r>
                    </a:p>
                  </a:txBody>
                  <a:tcPr marL="109728" marR="91440" marT="54864" marB="45720" anchor="ctr">
                    <a:solidFill>
                      <a:srgbClr val="F1F5F9"/>
                    </a:solidFill>
                  </a:tcPr>
                </a:tc>
                <a:tc>
                  <a:txBody>
                    <a:bodyPr wrap="square"/>
                    <a:lstStyle/>
                    <a:p>
                      <a:pPr>
                        <a:lnSpc>
                          <a:spcPct val="106000"/>
                        </a:lnSpc>
                        <a:spcAft>
                          <a:spcPts val="0"/>
                        </a:spcAft>
                      </a:pPr>
                      <a:r>
                        <a:rPr sz="1300" b="0" i="0">
                          <a:solidFill>
                            <a:srgbClr val="4E4F51"/>
                          </a:solidFill>
                          <a:latin typeface="Open Sans"/>
                          <a:ea typeface="Noto Sans CJK KR"/>
                        </a:rPr>
                        <a:t>Log in</a:t>
                      </a:r>
                    </a:p>
                  </a:txBody>
                  <a:tcPr marL="109728" marR="91440" marT="54864" marB="45720" anchor="ctr">
                    <a:solidFill>
                      <a:srgbClr val="F1F5F9"/>
                    </a:solidFill>
                  </a:tcPr>
                </a:tc>
                <a:tc>
                  <a:txBody>
                    <a:bodyPr wrap="square"/>
                    <a:lstStyle/>
                    <a:p>
                      <a:pPr>
                        <a:lnSpc>
                          <a:spcPct val="106000"/>
                        </a:lnSpc>
                        <a:spcAft>
                          <a:spcPts val="0"/>
                        </a:spcAft>
                      </a:pPr>
                      <a:r>
                        <a:rPr sz="1300" b="0" i="0">
                          <a:solidFill>
                            <a:srgbClr val="4E4F51"/>
                          </a:solidFill>
                          <a:latin typeface="Consolas"/>
                          <a:ea typeface="Noto Sans CJK KR"/>
                        </a:rPr>
                        <a:t>{CLICK}</a:t>
                      </a:r>
                    </a:p>
                  </a:txBody>
                  <a:tcPr marL="109728" marR="91440" marT="54864" marB="45720" anchor="ctr">
                    <a:solidFill>
                      <a:srgbClr val="F1F5F9"/>
                    </a:solidFill>
                  </a:tcPr>
                </a:tc>
                <a:tc>
                  <a:txBody>
                    <a:bodyPr wrap="square"/>
                    <a:lstStyle/>
                    <a:p>
                      <a:pPr>
                        <a:lnSpc>
                          <a:spcPct val="106000"/>
                        </a:lnSpc>
                        <a:spcAft>
                          <a:spcPts val="0"/>
                        </a:spcAft>
                      </a:pPr>
                      <a:r>
                        <a:rPr sz="1300" b="0" i="0">
                          <a:solidFill>
                            <a:srgbClr val="4E4F51"/>
                          </a:solidFill>
                          <a:latin typeface="Open Sans"/>
                          <a:ea typeface="Noto Sans CJK KR"/>
                        </a:rPr>
                        <a:t>Input</a:t>
                      </a:r>
                    </a:p>
                  </a:txBody>
                  <a:tcPr marL="109728" marR="91440" marT="54864" marB="45720" anchor="ctr">
                    <a:solidFill>
                      <a:srgbClr val="F1F5F9"/>
                    </a:solidFill>
                  </a:tcPr>
                </a:tc>
              </a:tr>
              <a:tr h="402336">
                <a:tc>
                  <a:txBody>
                    <a:bodyPr wrap="square"/>
                    <a:lstStyle/>
                    <a:p>
                      <a:pPr>
                        <a:lnSpc>
                          <a:spcPct val="106000"/>
                        </a:lnSpc>
                        <a:spcAft>
                          <a:spcPts val="0"/>
                        </a:spcAft>
                      </a:pPr>
                      <a:r>
                        <a:rPr sz="1300" b="0" i="0">
                          <a:solidFill>
                            <a:srgbClr val="4E4F51"/>
                          </a:solidFill>
                          <a:latin typeface="Open Sans"/>
                          <a:ea typeface="Noto Sans CJK KR"/>
                        </a:rPr>
                        <a:t>4</a:t>
                      </a:r>
                    </a:p>
                  </a:txBody>
                  <a:tcPr marL="109728" marR="91440" marT="54864" marB="45720" anchor="ctr">
                    <a:solidFill>
                      <a:srgbClr val="FFFFFF"/>
                    </a:solidFill>
                  </a:tcPr>
                </a:tc>
                <a:tc>
                  <a:txBody>
                    <a:bodyPr wrap="square"/>
                    <a:lstStyle/>
                    <a:p>
                      <a:pPr>
                        <a:lnSpc>
                          <a:spcPct val="106000"/>
                        </a:lnSpc>
                        <a:spcAft>
                          <a:spcPts val="0"/>
                        </a:spcAft>
                      </a:pPr>
                      <a:r>
                        <a:rPr sz="1300" b="0" i="0">
                          <a:solidFill>
                            <a:srgbClr val="4E4F51"/>
                          </a:solidFill>
                          <a:latin typeface="Open Sans"/>
                          <a:ea typeface="Noto Sans CJK KR"/>
                        </a:rPr>
                        <a:t>Header</a:t>
                      </a:r>
                    </a:p>
                  </a:txBody>
                  <a:tcPr marL="109728" marR="91440" marT="54864" marB="45720" anchor="ctr">
                    <a:solidFill>
                      <a:srgbClr val="FFFFFF"/>
                    </a:solidFill>
                  </a:tcPr>
                </a:tc>
                <a:tc>
                  <a:txBody>
                    <a:bodyPr wrap="square"/>
                    <a:lstStyle/>
                    <a:p>
                      <a:pPr>
                        <a:lnSpc>
                          <a:spcPct val="106000"/>
                        </a:lnSpc>
                        <a:spcAft>
                          <a:spcPts val="0"/>
                        </a:spcAft>
                      </a:pPr>
                      <a:r>
                        <a:rPr sz="1300" b="0" i="0">
                          <a:solidFill>
                            <a:srgbClr val="4E4F51"/>
                          </a:solidFill>
                          <a:latin typeface="Open Sans"/>
                          <a:ea typeface="Noto Sans CJK KR"/>
                        </a:rPr>
                        <a:t>Account</a:t>
                      </a:r>
                    </a:p>
                  </a:txBody>
                  <a:tcPr marL="109728" marR="91440" marT="54864" marB="45720" anchor="ctr">
                    <a:solidFill>
                      <a:srgbClr val="FFFFFF"/>
                    </a:solidFill>
                  </a:tcPr>
                </a:tc>
                <a:tc>
                  <a:txBody>
                    <a:bodyPr wrap="square"/>
                    <a:lstStyle/>
                    <a:p>
                      <a:pPr>
                        <a:lnSpc>
                          <a:spcPct val="106000"/>
                        </a:lnSpc>
                        <a:spcAft>
                          <a:spcPts val="0"/>
                        </a:spcAft>
                      </a:pPr>
                      <a:r>
                        <a:rPr sz="1300" b="0" i="0">
                          <a:solidFill>
                            <a:srgbClr val="4E4F51"/>
                          </a:solidFill>
                          <a:latin typeface="Consolas"/>
                          <a:ea typeface="Noto Sans CJK KR"/>
                        </a:rPr>
                        <a:t>[실습 이메일]</a:t>
                      </a:r>
                    </a:p>
                  </a:txBody>
                  <a:tcPr marL="109728" marR="91440" marT="54864" marB="45720" anchor="ctr">
                    <a:solidFill>
                      <a:srgbClr val="FFFFFF"/>
                    </a:solidFill>
                  </a:tcPr>
                </a:tc>
                <a:tc>
                  <a:txBody>
                    <a:bodyPr wrap="square"/>
                    <a:lstStyle/>
                    <a:p>
                      <a:pPr>
                        <a:lnSpc>
                          <a:spcPct val="106000"/>
                        </a:lnSpc>
                        <a:spcAft>
                          <a:spcPts val="0"/>
                        </a:spcAft>
                      </a:pPr>
                      <a:r>
                        <a:rPr sz="1300" b="0" i="0">
                          <a:solidFill>
                            <a:srgbClr val="4E4F51"/>
                          </a:solidFill>
                          <a:latin typeface="Open Sans"/>
                          <a:ea typeface="Noto Sans CJK KR"/>
                        </a:rPr>
                        <a:t>Verify</a:t>
                      </a:r>
                    </a:p>
                  </a:txBody>
                  <a:tcPr marL="109728" marR="91440" marT="54864" marB="45720" anchor="ctr">
                    <a:solidFill>
                      <a:srgbClr val="FFFFFF"/>
                    </a:solidFill>
                  </a:tcPr>
                </a:tc>
              </a:tr>
              <a:tr h="402336">
                <a:tc>
                  <a:txBody>
                    <a:bodyPr wrap="square"/>
                    <a:lstStyle/>
                    <a:p>
                      <a:pPr>
                        <a:lnSpc>
                          <a:spcPct val="106000"/>
                        </a:lnSpc>
                        <a:spcAft>
                          <a:spcPts val="0"/>
                        </a:spcAft>
                      </a:pPr>
                      <a:r>
                        <a:rPr sz="1300" b="0" i="0">
                          <a:solidFill>
                            <a:srgbClr val="4E4F51"/>
                          </a:solidFill>
                          <a:latin typeface="Open Sans"/>
                          <a:ea typeface="Noto Sans CJK KR"/>
                        </a:rPr>
                        <a:t>5</a:t>
                      </a:r>
                    </a:p>
                  </a:txBody>
                  <a:tcPr marL="109728" marR="91440" marT="54864" marB="45720" anchor="ctr">
                    <a:solidFill>
                      <a:srgbClr val="F1F5F9"/>
                    </a:solidFill>
                  </a:tcPr>
                </a:tc>
                <a:tc>
                  <a:txBody>
                    <a:bodyPr wrap="square"/>
                    <a:lstStyle/>
                    <a:p>
                      <a:pPr>
                        <a:lnSpc>
                          <a:spcPct val="106000"/>
                        </a:lnSpc>
                        <a:spcAft>
                          <a:spcPts val="0"/>
                        </a:spcAft>
                      </a:pPr>
                      <a:r>
                        <a:rPr sz="1300" b="0" i="0">
                          <a:solidFill>
                            <a:srgbClr val="4E4F51"/>
                          </a:solidFill>
                          <a:latin typeface="Open Sans"/>
                          <a:ea typeface="Noto Sans CJK KR"/>
                        </a:rPr>
                        <a:t>Header</a:t>
                      </a:r>
                    </a:p>
                  </a:txBody>
                  <a:tcPr marL="109728" marR="91440" marT="54864" marB="45720" anchor="ctr">
                    <a:solidFill>
                      <a:srgbClr val="F1F5F9"/>
                    </a:solidFill>
                  </a:tcPr>
                </a:tc>
                <a:tc>
                  <a:txBody>
                    <a:bodyPr wrap="square"/>
                    <a:lstStyle/>
                    <a:p>
                      <a:pPr>
                        <a:lnSpc>
                          <a:spcPct val="106000"/>
                        </a:lnSpc>
                        <a:spcAft>
                          <a:spcPts val="0"/>
                        </a:spcAft>
                      </a:pPr>
                      <a:r>
                        <a:rPr sz="1300" b="0" i="0">
                          <a:solidFill>
                            <a:srgbClr val="4E4F51"/>
                          </a:solidFill>
                          <a:latin typeface="Open Sans"/>
                          <a:ea typeface="Noto Sans CJK KR"/>
                        </a:rPr>
                        <a:t>Log out</a:t>
                      </a:r>
                    </a:p>
                  </a:txBody>
                  <a:tcPr marL="109728" marR="91440" marT="54864" marB="45720" anchor="ctr">
                    <a:solidFill>
                      <a:srgbClr val="F1F5F9"/>
                    </a:solidFill>
                  </a:tcPr>
                </a:tc>
                <a:tc>
                  <a:txBody>
                    <a:bodyPr wrap="square"/>
                    <a:lstStyle/>
                    <a:p>
                      <a:pPr>
                        <a:lnSpc>
                          <a:spcPct val="106000"/>
                        </a:lnSpc>
                        <a:spcAft>
                          <a:spcPts val="0"/>
                        </a:spcAft>
                      </a:pPr>
                      <a:r>
                        <a:rPr sz="1300" b="0" i="0">
                          <a:solidFill>
                            <a:srgbClr val="4E4F51"/>
                          </a:solidFill>
                          <a:latin typeface="Consolas"/>
                          <a:ea typeface="Noto Sans CJK KR"/>
                        </a:rPr>
                        <a:t>{CLICK}</a:t>
                      </a:r>
                    </a:p>
                  </a:txBody>
                  <a:tcPr marL="109728" marR="91440" marT="54864" marB="45720" anchor="ctr">
                    <a:solidFill>
                      <a:srgbClr val="F1F5F9"/>
                    </a:solidFill>
                  </a:tcPr>
                </a:tc>
                <a:tc>
                  <a:txBody>
                    <a:bodyPr wrap="square"/>
                    <a:lstStyle/>
                    <a:p>
                      <a:pPr>
                        <a:lnSpc>
                          <a:spcPct val="106000"/>
                        </a:lnSpc>
                        <a:spcAft>
                          <a:spcPts val="0"/>
                        </a:spcAft>
                      </a:pPr>
                      <a:r>
                        <a:rPr sz="1300" b="0" i="0">
                          <a:solidFill>
                            <a:srgbClr val="4E4F51"/>
                          </a:solidFill>
                          <a:latin typeface="Open Sans"/>
                          <a:ea typeface="Noto Sans CJK KR"/>
                        </a:rPr>
                        <a:t>Input</a:t>
                      </a:r>
                    </a:p>
                  </a:txBody>
                  <a:tcPr marL="109728" marR="91440" marT="54864" marB="45720" anchor="ctr">
                    <a:solidFill>
                      <a:srgbClr val="F1F5F9"/>
                    </a:solidFill>
                  </a:tcPr>
                </a:tc>
              </a:tr>
              <a:tr h="402336">
                <a:tc>
                  <a:txBody>
                    <a:bodyPr wrap="square"/>
                    <a:lstStyle/>
                    <a:p>
                      <a:pPr>
                        <a:lnSpc>
                          <a:spcPct val="106000"/>
                        </a:lnSpc>
                        <a:spcAft>
                          <a:spcPts val="0"/>
                        </a:spcAft>
                      </a:pPr>
                      <a:r>
                        <a:rPr sz="1300" b="0" i="0">
                          <a:solidFill>
                            <a:srgbClr val="4E4F51"/>
                          </a:solidFill>
                          <a:latin typeface="Open Sans"/>
                          <a:ea typeface="Noto Sans CJK KR"/>
                        </a:rPr>
                        <a:t>6</a:t>
                      </a:r>
                    </a:p>
                  </a:txBody>
                  <a:tcPr marL="109728" marR="91440" marT="54864" marB="45720" anchor="ctr">
                    <a:solidFill>
                      <a:srgbClr val="FFFFFF"/>
                    </a:solidFill>
                  </a:tcPr>
                </a:tc>
                <a:tc>
                  <a:txBody>
                    <a:bodyPr wrap="square"/>
                    <a:lstStyle/>
                    <a:p>
                      <a:pPr>
                        <a:lnSpc>
                          <a:spcPct val="106000"/>
                        </a:lnSpc>
                        <a:spcAft>
                          <a:spcPts val="0"/>
                        </a:spcAft>
                      </a:pPr>
                      <a:r>
                        <a:rPr sz="1300" b="0" i="0">
                          <a:solidFill>
                            <a:srgbClr val="4E4F51"/>
                          </a:solidFill>
                          <a:latin typeface="Open Sans"/>
                          <a:ea typeface="Noto Sans CJK KR"/>
                        </a:rPr>
                        <a:t>CloseBrowser</a:t>
                      </a:r>
                    </a:p>
                  </a:txBody>
                  <a:tcPr marL="109728" marR="91440" marT="54864" marB="45720" anchor="ctr">
                    <a:solidFill>
                      <a:srgbClr val="FFFFFF"/>
                    </a:solidFill>
                  </a:tcPr>
                </a:tc>
                <a:tc>
                  <a:txBody>
                    <a:bodyPr wrap="square"/>
                    <a:lstStyle/>
                    <a:p>
                      <a:pPr>
                        <a:lnSpc>
                          <a:spcPct val="106000"/>
                        </a:lnSpc>
                        <a:spcAft>
                          <a:spcPts val="0"/>
                        </a:spcAft>
                      </a:pPr>
                      <a:r>
                        <a:rPr sz="1300" b="0" i="0">
                          <a:solidFill>
                            <a:srgbClr val="4E4F51"/>
                          </a:solidFill>
                          <a:latin typeface="Open Sans"/>
                          <a:ea typeface="Noto Sans CJK KR"/>
                        </a:rPr>
                        <a:t>Title</a:t>
                      </a:r>
                    </a:p>
                  </a:txBody>
                  <a:tcPr marL="109728" marR="91440" marT="54864" marB="45720" anchor="ctr">
                    <a:solidFill>
                      <a:srgbClr val="FFFFFF"/>
                    </a:solidFill>
                  </a:tcPr>
                </a:tc>
                <a:tc>
                  <a:txBody>
                    <a:bodyPr wrap="square"/>
                    <a:lstStyle/>
                    <a:p>
                      <a:pPr>
                        <a:lnSpc>
                          <a:spcPct val="106000"/>
                        </a:lnSpc>
                        <a:spcAft>
                          <a:spcPts val="0"/>
                        </a:spcAft>
                      </a:pPr>
                      <a:r>
                        <a:rPr sz="1300" b="0" i="0">
                          <a:solidFill>
                            <a:srgbClr val="4E4F51"/>
                          </a:solidFill>
                          <a:latin typeface="Consolas"/>
                          <a:ea typeface="Noto Sans CJK KR"/>
                        </a:rPr>
                        <a:t>Demo Web Shop*</a:t>
                      </a:r>
                    </a:p>
                  </a:txBody>
                  <a:tcPr marL="109728" marR="91440" marT="54864" marB="45720" anchor="ctr">
                    <a:solidFill>
                      <a:srgbClr val="FFFFFF"/>
                    </a:solidFill>
                  </a:tcPr>
                </a:tc>
                <a:tc>
                  <a:txBody>
                    <a:bodyPr wrap="square"/>
                    <a:lstStyle/>
                    <a:p>
                      <a:pPr>
                        <a:lnSpc>
                          <a:spcPct val="106000"/>
                        </a:lnSpc>
                        <a:spcAft>
                          <a:spcPts val="0"/>
                        </a:spcAft>
                      </a:pPr>
                      <a:r>
                        <a:rPr sz="1300" b="0" i="0">
                          <a:solidFill>
                            <a:srgbClr val="4E4F51"/>
                          </a:solidFill>
                          <a:latin typeface="Open Sans"/>
                          <a:ea typeface="Noto Sans CJK KR"/>
                        </a:rPr>
                        <a:t>Input</a:t>
                      </a:r>
                    </a:p>
                  </a:txBody>
                  <a:tcPr marL="109728" marR="91440" marT="54864" marB="45720" anchor="ctr">
                    <a:solidFill>
                      <a:srgbClr val="FFFFFF"/>
                    </a:solidFill>
                  </a:tcPr>
                </a:tc>
              </a:tr>
            </a:tbl>
          </a:graphicData>
        </a:graphic>
      </p:graphicFrame>
      <p:sp>
        <p:nvSpPr>
          <p:cNvPr id="10" name="Rectangle 9"/>
          <p:cNvSpPr/>
          <p:nvPr/>
        </p:nvSpPr>
        <p:spPr>
          <a:xfrm>
            <a:off x="7680960" y="1298448"/>
            <a:ext cx="3849624" cy="1600200"/>
          </a:xfrm>
          <a:prstGeom prst="rect">
            <a:avLst/>
          </a:prstGeom>
          <a:solidFill>
            <a:srgbClr val="F1F5F9"/>
          </a:solidFill>
          <a:ln w="10160">
            <a:solidFill>
              <a:srgbClr val="DCE5E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882128" y="1444751"/>
            <a:ext cx="3447288" cy="274320"/>
          </a:xfrm>
          <a:prstGeom prst="rect">
            <a:avLst/>
          </a:prstGeom>
          <a:noFill/>
        </p:spPr>
        <p:txBody>
          <a:bodyPr wrap="square" lIns="0" rIns="0" tIns="0" bIns="0" anchor="t">
            <a:spAutoFit/>
          </a:bodyPr>
          <a:lstStyle/>
          <a:p>
            <a:pPr algn="l">
              <a:lnSpc>
                <a:spcPct val="112000"/>
              </a:lnSpc>
              <a:spcBef>
                <a:spcPts val="0"/>
              </a:spcBef>
              <a:spcAft>
                <a:spcPts val="0"/>
              </a:spcAft>
            </a:pPr>
            <a:r>
              <a:rPr sz="1300" b="1" i="0">
                <a:solidFill>
                  <a:srgbClr val="0E88AE"/>
                </a:solidFill>
                <a:latin typeface="Open Sans"/>
                <a:ea typeface="Noto Sans CJK KR"/>
              </a:rPr>
              <a:t>프롬프트 3-2</a:t>
            </a:r>
          </a:p>
        </p:txBody>
      </p:sp>
      <p:sp>
        <p:nvSpPr>
          <p:cNvPr id="12" name="TextBox 11"/>
          <p:cNvSpPr txBox="1"/>
          <p:nvPr/>
        </p:nvSpPr>
        <p:spPr>
          <a:xfrm>
            <a:off x="7882128" y="1801368"/>
            <a:ext cx="3447288" cy="978407"/>
          </a:xfrm>
          <a:prstGeom prst="rect">
            <a:avLst/>
          </a:prstGeom>
          <a:noFill/>
        </p:spPr>
        <p:txBody>
          <a:bodyPr wrap="square" lIns="0" rIns="0" tIns="0" bIns="0" anchor="t">
            <a:spAutoFit/>
          </a:bodyPr>
          <a:lstStyle/>
          <a:p>
            <a:pPr algn="l">
              <a:lnSpc>
                <a:spcPct val="108000"/>
              </a:lnSpc>
              <a:spcBef>
                <a:spcPts val="0"/>
              </a:spcBef>
              <a:spcAft>
                <a:spcPts val="200"/>
              </a:spcAft>
            </a:pPr>
            <a:r>
              <a:rPr sz="1450" b="0" i="0">
                <a:solidFill>
                  <a:srgbClr val="4E4F51"/>
                </a:solidFill>
                <a:latin typeface="Open Sans"/>
                <a:ea typeface="Noto Sans CJK KR"/>
              </a:rPr>
              <a:t>계획대로 만들어줘. 다 만들면 테스트케이스의 스텝 구조를 다시 읽어서 표로 보여줘.</a:t>
            </a:r>
          </a:p>
        </p:txBody>
      </p:sp>
      <p:sp>
        <p:nvSpPr>
          <p:cNvPr id="13" name="TextBox 12"/>
          <p:cNvSpPr txBox="1"/>
          <p:nvPr/>
        </p:nvSpPr>
        <p:spPr>
          <a:xfrm>
            <a:off x="7680960" y="3127248"/>
            <a:ext cx="3849624" cy="411480"/>
          </a:xfrm>
          <a:prstGeom prst="rect">
            <a:avLst/>
          </a:prstGeom>
          <a:noFill/>
        </p:spPr>
        <p:txBody>
          <a:bodyPr wrap="square" lIns="0" rIns="0" tIns="0" bIns="0" anchor="t">
            <a:spAutoFit/>
          </a:bodyPr>
          <a:lstStyle/>
          <a:p>
            <a:pPr algn="l">
              <a:lnSpc>
                <a:spcPct val="112000"/>
              </a:lnSpc>
              <a:spcBef>
                <a:spcPts val="0"/>
              </a:spcBef>
              <a:spcAft>
                <a:spcPts val="400"/>
              </a:spcAft>
            </a:pPr>
            <a:r>
              <a:rPr sz="2000" b="1" i="0">
                <a:solidFill>
                  <a:srgbClr val="004C97"/>
                </a:solidFill>
                <a:latin typeface="Open Sans"/>
                <a:ea typeface="Noto Sans CJK KR"/>
              </a:rPr>
              <a:t>확인할 것</a:t>
            </a:r>
          </a:p>
        </p:txBody>
      </p:sp>
      <p:sp>
        <p:nvSpPr>
          <p:cNvPr id="14" name="Rectangle 13"/>
          <p:cNvSpPr/>
          <p:nvPr/>
        </p:nvSpPr>
        <p:spPr>
          <a:xfrm>
            <a:off x="7680960" y="3730752"/>
            <a:ext cx="64008" cy="64008"/>
          </a:xfrm>
          <a:prstGeom prst="rect">
            <a:avLst/>
          </a:prstGeom>
          <a:solidFill>
            <a:srgbClr val="0E8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872984" y="3639312"/>
            <a:ext cx="3657600" cy="359785"/>
          </a:xfrm>
          <a:prstGeom prst="rect">
            <a:avLst/>
          </a:prstGeom>
          <a:noFill/>
        </p:spPr>
        <p:txBody>
          <a:bodyPr wrap="square" lIns="0" rIns="0" tIns="0" bIns="0" anchor="t">
            <a:spAutoFit/>
          </a:bodyPr>
          <a:lstStyle/>
          <a:p>
            <a:pPr algn="l">
              <a:lnSpc>
                <a:spcPct val="112000"/>
              </a:lnSpc>
              <a:spcBef>
                <a:spcPts val="0"/>
              </a:spcBef>
              <a:spcAft>
                <a:spcPts val="400"/>
              </a:spcAft>
            </a:pPr>
            <a:r>
              <a:rPr sz="1600" b="0" i="0">
                <a:solidFill>
                  <a:srgbClr val="4E4F51"/>
                </a:solidFill>
                <a:latin typeface="Open Sans"/>
                <a:ea typeface="Noto Sans CJK KR"/>
              </a:rPr>
              <a:t>4번 Account가 Verify</a:t>
            </a:r>
          </a:p>
        </p:txBody>
      </p:sp>
      <p:sp>
        <p:nvSpPr>
          <p:cNvPr id="16" name="Rectangle 15"/>
          <p:cNvSpPr/>
          <p:nvPr/>
        </p:nvSpPr>
        <p:spPr>
          <a:xfrm>
            <a:off x="7680960" y="4218553"/>
            <a:ext cx="64008" cy="64008"/>
          </a:xfrm>
          <a:prstGeom prst="rect">
            <a:avLst/>
          </a:prstGeom>
          <a:solidFill>
            <a:srgbClr val="0E8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872984" y="4127113"/>
            <a:ext cx="3657600" cy="673851"/>
          </a:xfrm>
          <a:prstGeom prst="rect">
            <a:avLst/>
          </a:prstGeom>
          <a:noFill/>
        </p:spPr>
        <p:txBody>
          <a:bodyPr wrap="square" lIns="0" rIns="0" tIns="0" bIns="0" anchor="t">
            <a:spAutoFit/>
          </a:bodyPr>
          <a:lstStyle/>
          <a:p>
            <a:pPr algn="l">
              <a:lnSpc>
                <a:spcPct val="112000"/>
              </a:lnSpc>
              <a:spcBef>
                <a:spcPts val="0"/>
              </a:spcBef>
              <a:spcAft>
                <a:spcPts val="400"/>
              </a:spcAft>
            </a:pPr>
            <a:r>
              <a:rPr sz="1600" b="0" i="0">
                <a:solidFill>
                  <a:srgbClr val="4E4F51"/>
                </a:solidFill>
                <a:latin typeface="Open Sans"/>
                <a:ea typeface="Noto Sans CJK KR"/>
              </a:rPr>
              <a:t>Password가 {CP[DWS_Password]} 참조</a:t>
            </a:r>
          </a:p>
        </p:txBody>
      </p:sp>
      <p:sp>
        <p:nvSpPr>
          <p:cNvPr id="18" name="Rectangle 17"/>
          <p:cNvSpPr/>
          <p:nvPr/>
        </p:nvSpPr>
        <p:spPr>
          <a:xfrm>
            <a:off x="7680960" y="5020421"/>
            <a:ext cx="64008" cy="64008"/>
          </a:xfrm>
          <a:prstGeom prst="rect">
            <a:avLst/>
          </a:prstGeom>
          <a:solidFill>
            <a:srgbClr val="0E8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872984" y="4928981"/>
            <a:ext cx="3657600" cy="359785"/>
          </a:xfrm>
          <a:prstGeom prst="rect">
            <a:avLst/>
          </a:prstGeom>
          <a:noFill/>
        </p:spPr>
        <p:txBody>
          <a:bodyPr wrap="square" lIns="0" rIns="0" tIns="0" bIns="0" anchor="t">
            <a:spAutoFit/>
          </a:bodyPr>
          <a:lstStyle/>
          <a:p>
            <a:pPr algn="l">
              <a:lnSpc>
                <a:spcPct val="112000"/>
              </a:lnSpc>
              <a:spcBef>
                <a:spcPts val="0"/>
              </a:spcBef>
              <a:spcAft>
                <a:spcPts val="400"/>
              </a:spcAft>
            </a:pPr>
            <a:r>
              <a:rPr sz="1600" b="0" i="0">
                <a:solidFill>
                  <a:srgbClr val="4E4F51"/>
                </a:solidFill>
                <a:latin typeface="Open Sans"/>
                <a:ea typeface="Noto Sans CJK KR"/>
              </a:rPr>
              <a:t>맞는 모듈을 못 찾은 스텝 없음</a:t>
            </a:r>
          </a:p>
        </p:txBody>
      </p:sp>
      <p:sp>
        <p:nvSpPr>
          <p:cNvPr id="20" name="TextBox 19"/>
          <p:cNvSpPr txBox="1"/>
          <p:nvPr/>
        </p:nvSpPr>
        <p:spPr>
          <a:xfrm>
            <a:off x="649224" y="5925312"/>
            <a:ext cx="10881360" cy="420624"/>
          </a:xfrm>
          <a:prstGeom prst="rect">
            <a:avLst/>
          </a:prstGeom>
          <a:noFill/>
        </p:spPr>
        <p:txBody>
          <a:bodyPr wrap="square" lIns="0" rIns="0" tIns="0" bIns="0" anchor="t">
            <a:spAutoFit/>
          </a:bodyPr>
          <a:lstStyle/>
          <a:p>
            <a:pPr algn="l">
              <a:lnSpc>
                <a:spcPct val="112000"/>
              </a:lnSpc>
              <a:spcBef>
                <a:spcPts val="0"/>
              </a:spcBef>
              <a:spcAft>
                <a:spcPts val="400"/>
              </a:spcAft>
            </a:pPr>
            <a:r>
              <a:rPr sz="1250" b="0" i="0">
                <a:solidFill>
                  <a:srgbClr val="4E4F51"/>
                </a:solidFill>
                <a:latin typeface="Open Sans"/>
                <a:ea typeface="Noto Sans CJK KR"/>
              </a:rPr>
              <a:t>모듈이 없다는 답이 오면 그 화면은 사람이 XScan으로 스캔한 뒤 같은 프롬프트로 다시 요청합니다.</a:t>
            </a:r>
          </a:p>
        </p:txBody>
      </p:sp>
      <p:sp>
        <p:nvSpPr>
          <p:cNvPr id="21" name="TextBox 20"/>
          <p:cNvSpPr txBox="1"/>
          <p:nvPr/>
        </p:nvSpPr>
        <p:spPr>
          <a:xfrm>
            <a:off x="9784080" y="6373368"/>
            <a:ext cx="1737360" cy="109728"/>
          </a:xfrm>
          <a:prstGeom prst="rect">
            <a:avLst/>
          </a:prstGeom>
          <a:noFill/>
        </p:spPr>
        <p:txBody>
          <a:bodyPr wrap="square" lIns="0" rIns="0" tIns="0" bIns="0" anchor="t">
            <a:spAutoFit/>
          </a:bodyPr>
          <a:lstStyle/>
          <a:p>
            <a:pPr algn="r">
              <a:lnSpc>
                <a:spcPct val="112000"/>
              </a:lnSpc>
              <a:spcBef>
                <a:spcPts val="0"/>
              </a:spcBef>
              <a:spcAft>
                <a:spcPts val="0"/>
              </a:spcAft>
            </a:pPr>
            <a:r>
              <a:rPr sz="750" b="0" i="0">
                <a:solidFill>
                  <a:srgbClr val="4E4F51"/>
                </a:solidFill>
                <a:latin typeface="Open Sans"/>
                <a:ea typeface="Noto Sans CJK KR"/>
              </a:rPr>
              <a:t>워크북 3장 Lab 3</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p:txBody>
          <a:bodyPr/>
          <a:lstStyle/>
          <a:p>
            <a:r>
              <a:rPr sz="3800" b="0" i="0">
                <a:solidFill>
                  <a:srgbClr val="004C97"/>
                </a:solidFill>
                <a:latin typeface="Open Sans"/>
                <a:ea typeface="Noto Sans CJK KR"/>
              </a:rPr>
              <a:t>휴식</a:t>
            </a:r>
          </a:p>
          <a:p>
            <a:r>
              <a:rPr sz="3800" b="0" i="0">
                <a:solidFill>
                  <a:srgbClr val="004C97"/>
                </a:solidFill>
                <a:latin typeface="Open Sans"/>
                <a:ea typeface="Noto Sans CJK KR"/>
              </a:rPr>
              <a:t>10분</a:t>
            </a:r>
          </a:p>
        </p:txBody>
      </p:sp>
      <p:sp>
        <p:nvSpPr>
          <p:cNvPr id="3" name="TextBox 2"/>
          <p:cNvSpPr txBox="1"/>
          <p:nvPr/>
        </p:nvSpPr>
        <p:spPr>
          <a:xfrm>
            <a:off x="658368" y="3831336"/>
            <a:ext cx="6995160" cy="1600200"/>
          </a:xfrm>
          <a:prstGeom prst="rect">
            <a:avLst/>
          </a:prstGeom>
          <a:noFill/>
        </p:spPr>
        <p:txBody>
          <a:bodyPr wrap="square" lIns="0" rIns="0" tIns="0" bIns="0" anchor="t">
            <a:spAutoFit/>
          </a:bodyPr>
          <a:lstStyle/>
          <a:p>
            <a:pPr algn="l">
              <a:lnSpc>
                <a:spcPct val="112000"/>
              </a:lnSpc>
              <a:spcBef>
                <a:spcPts val="0"/>
              </a:spcBef>
              <a:spcAft>
                <a:spcPts val="400"/>
              </a:spcAft>
            </a:pPr>
            <a:r>
              <a:rPr sz="2300" b="0" i="0">
                <a:solidFill>
                  <a:srgbClr val="4E4F51"/>
                </a:solidFill>
                <a:latin typeface="Open Sans"/>
                <a:ea typeface="Noto Sans CJK KR"/>
              </a:rPr>
              <a:t>다음: Lab 4 ScratchBook 검증 실행</a:t>
            </a:r>
          </a:p>
          <a:p>
            <a:pPr algn="l">
              <a:lnSpc>
                <a:spcPct val="112000"/>
              </a:lnSpc>
              <a:spcBef>
                <a:spcPts val="0"/>
              </a:spcBef>
              <a:spcAft>
                <a:spcPts val="400"/>
              </a:spcAft>
            </a:pPr>
            <a:r>
              <a:rPr sz="2300" b="0" i="0">
                <a:solidFill>
                  <a:srgbClr val="4E4F51"/>
                </a:solidFill>
                <a:latin typeface="Open Sans"/>
                <a:ea typeface="Noto Sans CJK KR"/>
              </a:rPr>
              <a:t>방금 만든 '로그인 성공_자동'을 실행합니다.</a:t>
            </a:r>
          </a:p>
        </p:txBody>
      </p:sp>
      <p:sp>
        <p:nvSpPr>
          <p:cNvPr id="4" name="TextBox 3"/>
          <p:cNvSpPr txBox="1"/>
          <p:nvPr/>
        </p:nvSpPr>
        <p:spPr>
          <a:xfrm>
            <a:off x="658368" y="5815584"/>
            <a:ext cx="6766560" cy="402336"/>
          </a:xfrm>
          <a:prstGeom prst="rect">
            <a:avLst/>
          </a:prstGeom>
          <a:noFill/>
        </p:spPr>
        <p:txBody>
          <a:bodyPr wrap="square" lIns="0" rIns="0" tIns="0" bIns="0" anchor="t">
            <a:spAutoFit/>
          </a:bodyPr>
          <a:lstStyle/>
          <a:p>
            <a:pPr algn="l">
              <a:lnSpc>
                <a:spcPct val="112000"/>
              </a:lnSpc>
              <a:spcBef>
                <a:spcPts val="0"/>
              </a:spcBef>
              <a:spcAft>
                <a:spcPts val="400"/>
              </a:spcAft>
            </a:pPr>
            <a:r>
              <a:rPr sz="1200" b="0" i="0">
                <a:solidFill>
                  <a:srgbClr val="4E4F51"/>
                </a:solidFill>
                <a:latin typeface="Open Sans"/>
                <a:ea typeface="Noto Sans CJK KR"/>
              </a:rPr>
              <a:t>Tosca Commander MCP 입문 · 실습 자료 v1.0</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100" b="0" i="0">
                <a:solidFill>
                  <a:srgbClr val="004C97"/>
                </a:solidFill>
                <a:latin typeface="Open Sans"/>
                <a:ea typeface="Noto Sans CJK KR"/>
              </a:rPr>
              <a:t>Lab 4 | ScratchBook 검증 실행과 수정</a:t>
            </a:r>
          </a:p>
        </p:txBody>
      </p:sp>
      <p:sp>
        <p:nvSpPr>
          <p:cNvPr id="3" name="TextBox 2"/>
          <p:cNvSpPr txBox="1"/>
          <p:nvPr/>
        </p:nvSpPr>
        <p:spPr>
          <a:xfrm>
            <a:off x="1828800" y="6510528"/>
            <a:ext cx="8046720" cy="210312"/>
          </a:xfrm>
          <a:prstGeom prst="rect">
            <a:avLst/>
          </a:prstGeom>
          <a:noFill/>
        </p:spPr>
        <p:txBody>
          <a:bodyPr wrap="square" lIns="0" rIns="0" tIns="0" bIns="0" anchor="t">
            <a:spAutoFit/>
          </a:bodyPr>
          <a:lstStyle/>
          <a:p>
            <a:pPr algn="l">
              <a:lnSpc>
                <a:spcPct val="112000"/>
              </a:lnSpc>
              <a:spcBef>
                <a:spcPts val="0"/>
              </a:spcBef>
              <a:spcAft>
                <a:spcPts val="0"/>
              </a:spcAft>
            </a:pPr>
            <a:r>
              <a:rPr sz="1000" b="0" i="0">
                <a:solidFill>
                  <a:srgbClr val="FFFFFF"/>
                </a:solidFill>
                <a:latin typeface="Open Sans"/>
                <a:ea typeface="Noto Sans CJK KR"/>
              </a:rPr>
              <a:t>Tosca Commander MCP 입문  |  AI 어시스턴트 실습</a:t>
            </a:r>
          </a:p>
        </p:txBody>
      </p:sp>
      <p:sp>
        <p:nvSpPr>
          <p:cNvPr id="4" name="TextBox 3"/>
          <p:cNvSpPr txBox="1"/>
          <p:nvPr/>
        </p:nvSpPr>
        <p:spPr>
          <a:xfrm>
            <a:off x="11503152" y="6510528"/>
            <a:ext cx="292608" cy="228600"/>
          </a:xfrm>
          <a:prstGeom prst="rect">
            <a:avLst/>
          </a:prstGeom>
          <a:noFill/>
        </p:spPr>
        <p:txBody>
          <a:bodyPr wrap="none" lIns="0" rIns="0" tIns="0" bIns="0">
            <a:spAutoFit/>
          </a:bodyPr>
          <a:lstStyle/>
          <a:p>
            <a:pPr algn="l"/>
            <a:fld id="{5C7A3F71-3D8E-4C1B-9A44-2E5B7D0F6A11}" type="slidenum">
              <a:rPr lang="ko-KR" sz="1100">
                <a:solidFill>
                  <a:srgbClr val="FFFFFF"/>
                </a:solidFill>
                <a:latin typeface="Open Sans"/>
                <a:ea typeface="Noto Sans CJK KR"/>
              </a:rPr>
              <a:t>29</a:t>
            </a:fld>
          </a:p>
        </p:txBody>
      </p:sp>
      <p:sp>
        <p:nvSpPr>
          <p:cNvPr id="5" name="Rectangle 4"/>
          <p:cNvSpPr/>
          <p:nvPr/>
        </p:nvSpPr>
        <p:spPr>
          <a:xfrm>
            <a:off x="649224" y="1298448"/>
            <a:ext cx="10881360" cy="685800"/>
          </a:xfrm>
          <a:prstGeom prst="rect">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32104" y="1298448"/>
            <a:ext cx="10469880" cy="685800"/>
          </a:xfrm>
          <a:prstGeom prst="rect">
            <a:avLst/>
          </a:prstGeom>
          <a:noFill/>
        </p:spPr>
        <p:txBody>
          <a:bodyPr wrap="square" lIns="0" rIns="0" tIns="0" bIns="0" anchor="ctr">
            <a:spAutoFit/>
          </a:bodyPr>
          <a:lstStyle/>
          <a:p>
            <a:pPr algn="l">
              <a:lnSpc>
                <a:spcPct val="112000"/>
              </a:lnSpc>
              <a:spcBef>
                <a:spcPts val="0"/>
              </a:spcBef>
              <a:spcAft>
                <a:spcPts val="0"/>
              </a:spcAft>
            </a:pPr>
            <a:r>
              <a:rPr sz="2100" b="1" i="0">
                <a:solidFill>
                  <a:srgbClr val="004C97"/>
                </a:solidFill>
                <a:latin typeface="Open Sans"/>
                <a:ea typeface="Noto Sans CJK KR"/>
              </a:rPr>
              <a:t>검증 실행 후, 일부러 낸 실패를 AI와 함께 분석하고 되돌립니다.</a:t>
            </a:r>
          </a:p>
        </p:txBody>
      </p:sp>
      <p:sp>
        <p:nvSpPr>
          <p:cNvPr id="7" name="TextBox 6"/>
          <p:cNvSpPr txBox="1"/>
          <p:nvPr/>
        </p:nvSpPr>
        <p:spPr>
          <a:xfrm>
            <a:off x="649224" y="2295144"/>
            <a:ext cx="6400800" cy="411480"/>
          </a:xfrm>
          <a:prstGeom prst="rect">
            <a:avLst/>
          </a:prstGeom>
          <a:noFill/>
        </p:spPr>
        <p:txBody>
          <a:bodyPr wrap="square" lIns="0" rIns="0" tIns="0" bIns="0" anchor="t">
            <a:spAutoFit/>
          </a:bodyPr>
          <a:lstStyle/>
          <a:p>
            <a:pPr algn="l">
              <a:lnSpc>
                <a:spcPct val="112000"/>
              </a:lnSpc>
              <a:spcBef>
                <a:spcPts val="0"/>
              </a:spcBef>
              <a:spcAft>
                <a:spcPts val="400"/>
              </a:spcAft>
            </a:pPr>
            <a:r>
              <a:rPr sz="2200" b="1" i="0">
                <a:solidFill>
                  <a:srgbClr val="004C97"/>
                </a:solidFill>
                <a:latin typeface="Open Sans"/>
                <a:ea typeface="Noto Sans CJK KR"/>
              </a:rPr>
              <a:t>진행 순서</a:t>
            </a:r>
          </a:p>
        </p:txBody>
      </p:sp>
      <p:sp>
        <p:nvSpPr>
          <p:cNvPr id="8" name="TextBox 7"/>
          <p:cNvSpPr txBox="1"/>
          <p:nvPr/>
        </p:nvSpPr>
        <p:spPr>
          <a:xfrm>
            <a:off x="649224" y="2825496"/>
            <a:ext cx="301752" cy="365760"/>
          </a:xfrm>
          <a:prstGeom prst="rect">
            <a:avLst/>
          </a:prstGeom>
          <a:noFill/>
        </p:spPr>
        <p:txBody>
          <a:bodyPr wrap="square" lIns="0" rIns="0" tIns="0" bIns="0" anchor="t">
            <a:spAutoFit/>
          </a:bodyPr>
          <a:lstStyle/>
          <a:p>
            <a:pPr algn="l">
              <a:lnSpc>
                <a:spcPct val="112000"/>
              </a:lnSpc>
              <a:spcBef>
                <a:spcPts val="0"/>
              </a:spcBef>
              <a:spcAft>
                <a:spcPts val="400"/>
              </a:spcAft>
            </a:pPr>
            <a:r>
              <a:rPr sz="2100" b="1" i="0">
                <a:solidFill>
                  <a:srgbClr val="0E88AE"/>
                </a:solidFill>
                <a:latin typeface="Open Sans"/>
                <a:ea typeface="Noto Sans CJK KR"/>
              </a:rPr>
              <a:t>1</a:t>
            </a:r>
          </a:p>
        </p:txBody>
      </p:sp>
      <p:sp>
        <p:nvSpPr>
          <p:cNvPr id="9" name="TextBox 8"/>
          <p:cNvSpPr txBox="1"/>
          <p:nvPr/>
        </p:nvSpPr>
        <p:spPr>
          <a:xfrm>
            <a:off x="1051560" y="2825496"/>
            <a:ext cx="6272783" cy="832103"/>
          </a:xfrm>
          <a:prstGeom prst="rect">
            <a:avLst/>
          </a:prstGeom>
          <a:noFill/>
        </p:spPr>
        <p:txBody>
          <a:bodyPr wrap="square" lIns="0" rIns="0" tIns="0" bIns="0" anchor="t">
            <a:spAutoFit/>
          </a:bodyPr>
          <a:lstStyle/>
          <a:p>
            <a:pPr algn="l">
              <a:lnSpc>
                <a:spcPct val="112000"/>
              </a:lnSpc>
              <a:spcBef>
                <a:spcPts val="0"/>
              </a:spcBef>
              <a:spcAft>
                <a:spcPts val="400"/>
              </a:spcAft>
            </a:pPr>
            <a:r>
              <a:rPr sz="1900" b="0" i="0">
                <a:solidFill>
                  <a:srgbClr val="4E4F51"/>
                </a:solidFill>
                <a:latin typeface="Open Sans"/>
                <a:ea typeface="Noto Sans CJK KR"/>
              </a:rPr>
              <a:t>4-1로 저장하고 검증 실행합니다. 모두 통과하면 됩니다.</a:t>
            </a:r>
          </a:p>
        </p:txBody>
      </p:sp>
      <p:sp>
        <p:nvSpPr>
          <p:cNvPr id="10" name="TextBox 9"/>
          <p:cNvSpPr txBox="1"/>
          <p:nvPr/>
        </p:nvSpPr>
        <p:spPr>
          <a:xfrm>
            <a:off x="649224" y="3694176"/>
            <a:ext cx="301752" cy="365760"/>
          </a:xfrm>
          <a:prstGeom prst="rect">
            <a:avLst/>
          </a:prstGeom>
          <a:noFill/>
        </p:spPr>
        <p:txBody>
          <a:bodyPr wrap="square" lIns="0" rIns="0" tIns="0" bIns="0" anchor="t">
            <a:spAutoFit/>
          </a:bodyPr>
          <a:lstStyle/>
          <a:p>
            <a:pPr algn="l">
              <a:lnSpc>
                <a:spcPct val="112000"/>
              </a:lnSpc>
              <a:spcBef>
                <a:spcPts val="0"/>
              </a:spcBef>
              <a:spcAft>
                <a:spcPts val="400"/>
              </a:spcAft>
            </a:pPr>
            <a:r>
              <a:rPr sz="2100" b="1" i="0">
                <a:solidFill>
                  <a:srgbClr val="0E88AE"/>
                </a:solidFill>
                <a:latin typeface="Open Sans"/>
                <a:ea typeface="Noto Sans CJK KR"/>
              </a:rPr>
              <a:t>2</a:t>
            </a:r>
          </a:p>
        </p:txBody>
      </p:sp>
      <p:sp>
        <p:nvSpPr>
          <p:cNvPr id="11" name="TextBox 10"/>
          <p:cNvSpPr txBox="1"/>
          <p:nvPr/>
        </p:nvSpPr>
        <p:spPr>
          <a:xfrm>
            <a:off x="1051560" y="3694176"/>
            <a:ext cx="6272783" cy="832103"/>
          </a:xfrm>
          <a:prstGeom prst="rect">
            <a:avLst/>
          </a:prstGeom>
          <a:noFill/>
        </p:spPr>
        <p:txBody>
          <a:bodyPr wrap="square" lIns="0" rIns="0" tIns="0" bIns="0" anchor="t">
            <a:spAutoFit/>
          </a:bodyPr>
          <a:lstStyle/>
          <a:p>
            <a:pPr algn="l">
              <a:lnSpc>
                <a:spcPct val="112000"/>
              </a:lnSpc>
              <a:spcBef>
                <a:spcPts val="0"/>
              </a:spcBef>
              <a:spcAft>
                <a:spcPts val="400"/>
              </a:spcAft>
            </a:pPr>
            <a:r>
              <a:rPr sz="1900" b="0" i="0">
                <a:solidFill>
                  <a:srgbClr val="4E4F51"/>
                </a:solidFill>
                <a:latin typeface="Open Sans"/>
                <a:ea typeface="Noto Sans CJK KR"/>
              </a:rPr>
              <a:t>4-2로 Verify 값을 틀리게 바꾸고 저장 후 다시 실행합니다.</a:t>
            </a:r>
          </a:p>
        </p:txBody>
      </p:sp>
      <p:sp>
        <p:nvSpPr>
          <p:cNvPr id="12" name="TextBox 11"/>
          <p:cNvSpPr txBox="1"/>
          <p:nvPr/>
        </p:nvSpPr>
        <p:spPr>
          <a:xfrm>
            <a:off x="649224" y="4562856"/>
            <a:ext cx="301752" cy="365760"/>
          </a:xfrm>
          <a:prstGeom prst="rect">
            <a:avLst/>
          </a:prstGeom>
          <a:noFill/>
        </p:spPr>
        <p:txBody>
          <a:bodyPr wrap="square" lIns="0" rIns="0" tIns="0" bIns="0" anchor="t">
            <a:spAutoFit/>
          </a:bodyPr>
          <a:lstStyle/>
          <a:p>
            <a:pPr algn="l">
              <a:lnSpc>
                <a:spcPct val="112000"/>
              </a:lnSpc>
              <a:spcBef>
                <a:spcPts val="0"/>
              </a:spcBef>
              <a:spcAft>
                <a:spcPts val="400"/>
              </a:spcAft>
            </a:pPr>
            <a:r>
              <a:rPr sz="2100" b="1" i="0">
                <a:solidFill>
                  <a:srgbClr val="0E88AE"/>
                </a:solidFill>
                <a:latin typeface="Open Sans"/>
                <a:ea typeface="Noto Sans CJK KR"/>
              </a:rPr>
              <a:t>3</a:t>
            </a:r>
          </a:p>
        </p:txBody>
      </p:sp>
      <p:sp>
        <p:nvSpPr>
          <p:cNvPr id="13" name="TextBox 12"/>
          <p:cNvSpPr txBox="1"/>
          <p:nvPr/>
        </p:nvSpPr>
        <p:spPr>
          <a:xfrm>
            <a:off x="1051560" y="4562856"/>
            <a:ext cx="6272783" cy="832103"/>
          </a:xfrm>
          <a:prstGeom prst="rect">
            <a:avLst/>
          </a:prstGeom>
          <a:noFill/>
        </p:spPr>
        <p:txBody>
          <a:bodyPr wrap="square" lIns="0" rIns="0" tIns="0" bIns="0" anchor="t">
            <a:spAutoFit/>
          </a:bodyPr>
          <a:lstStyle/>
          <a:p>
            <a:pPr algn="l">
              <a:lnSpc>
                <a:spcPct val="112000"/>
              </a:lnSpc>
              <a:spcBef>
                <a:spcPts val="0"/>
              </a:spcBef>
              <a:spcAft>
                <a:spcPts val="400"/>
              </a:spcAft>
            </a:pPr>
            <a:r>
              <a:rPr sz="1900" b="0" i="0">
                <a:solidFill>
                  <a:srgbClr val="4E4F51"/>
                </a:solidFill>
                <a:latin typeface="Open Sans"/>
                <a:ea typeface="Noto Sans CJK KR"/>
              </a:rPr>
              <a:t>4-3으로 원인만 듣고, 4-4로 되돌려 다시 실행합니다.</a:t>
            </a:r>
          </a:p>
        </p:txBody>
      </p:sp>
      <p:sp>
        <p:nvSpPr>
          <p:cNvPr id="14" name="Rectangle 13"/>
          <p:cNvSpPr/>
          <p:nvPr/>
        </p:nvSpPr>
        <p:spPr>
          <a:xfrm>
            <a:off x="7744968" y="2267712"/>
            <a:ext cx="3785615" cy="3108960"/>
          </a:xfrm>
          <a:prstGeom prst="rect">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955279" y="2478024"/>
            <a:ext cx="3383280" cy="402336"/>
          </a:xfrm>
          <a:prstGeom prst="rect">
            <a:avLst/>
          </a:prstGeom>
          <a:noFill/>
        </p:spPr>
        <p:txBody>
          <a:bodyPr wrap="square" lIns="0" rIns="0" tIns="0" bIns="0" anchor="t">
            <a:spAutoFit/>
          </a:bodyPr>
          <a:lstStyle/>
          <a:p>
            <a:pPr algn="l">
              <a:lnSpc>
                <a:spcPct val="112000"/>
              </a:lnSpc>
              <a:spcBef>
                <a:spcPts val="0"/>
              </a:spcBef>
              <a:spcAft>
                <a:spcPts val="400"/>
              </a:spcAft>
            </a:pPr>
            <a:r>
              <a:rPr sz="2200" b="1" i="0">
                <a:solidFill>
                  <a:srgbClr val="004C97"/>
                </a:solidFill>
                <a:latin typeface="Open Sans"/>
                <a:ea typeface="Noto Sans CJK KR"/>
              </a:rPr>
              <a:t>완료 확인</a:t>
            </a:r>
          </a:p>
        </p:txBody>
      </p:sp>
      <p:sp>
        <p:nvSpPr>
          <p:cNvPr id="16" name="TextBox 15"/>
          <p:cNvSpPr txBox="1"/>
          <p:nvPr/>
        </p:nvSpPr>
        <p:spPr>
          <a:xfrm>
            <a:off x="7964424" y="3017520"/>
            <a:ext cx="3364992" cy="322539"/>
          </a:xfrm>
          <a:prstGeom prst="rect">
            <a:avLst/>
          </a:prstGeom>
          <a:noFill/>
        </p:spPr>
        <p:txBody>
          <a:bodyPr wrap="square" lIns="0" rIns="0" tIns="0" bIns="0" anchor="t">
            <a:spAutoFit/>
          </a:bodyPr>
          <a:lstStyle/>
          <a:p>
            <a:pPr algn="l">
              <a:lnSpc>
                <a:spcPct val="112000"/>
              </a:lnSpc>
              <a:spcBef>
                <a:spcPts val="0"/>
              </a:spcBef>
              <a:spcAft>
                <a:spcPts val="400"/>
              </a:spcAft>
            </a:pPr>
            <a:r>
              <a:rPr sz="1550" b="0" i="0">
                <a:solidFill>
                  <a:srgbClr val="4E4F51"/>
                </a:solidFill>
                <a:latin typeface="Open Sans"/>
                <a:ea typeface="Noto Sans CJK KR"/>
              </a:rPr>
              <a:t>□ 4-1 실행이 모두 통과했습니다</a:t>
            </a:r>
          </a:p>
        </p:txBody>
      </p:sp>
      <p:sp>
        <p:nvSpPr>
          <p:cNvPr id="17" name="TextBox 16"/>
          <p:cNvSpPr txBox="1"/>
          <p:nvPr/>
        </p:nvSpPr>
        <p:spPr>
          <a:xfrm>
            <a:off x="7964424" y="3431499"/>
            <a:ext cx="3364992" cy="626790"/>
          </a:xfrm>
          <a:prstGeom prst="rect">
            <a:avLst/>
          </a:prstGeom>
          <a:noFill/>
        </p:spPr>
        <p:txBody>
          <a:bodyPr wrap="square" lIns="0" rIns="0" tIns="0" bIns="0" anchor="t">
            <a:spAutoFit/>
          </a:bodyPr>
          <a:lstStyle/>
          <a:p>
            <a:pPr algn="l">
              <a:lnSpc>
                <a:spcPct val="112000"/>
              </a:lnSpc>
              <a:spcBef>
                <a:spcPts val="0"/>
              </a:spcBef>
              <a:spcAft>
                <a:spcPts val="400"/>
              </a:spcAft>
            </a:pPr>
            <a:r>
              <a:rPr sz="1550" b="0" i="0">
                <a:solidFill>
                  <a:srgbClr val="4E4F51"/>
                </a:solidFill>
                <a:latin typeface="Open Sans"/>
                <a:ea typeface="Noto Sans CJK KR"/>
              </a:rPr>
              <a:t>□ 4-2 실행에서 Account 검증 스텝이 실패했습니다</a:t>
            </a:r>
          </a:p>
        </p:txBody>
      </p:sp>
      <p:sp>
        <p:nvSpPr>
          <p:cNvPr id="18" name="TextBox 17"/>
          <p:cNvSpPr txBox="1"/>
          <p:nvPr/>
        </p:nvSpPr>
        <p:spPr>
          <a:xfrm>
            <a:off x="7964424" y="4149730"/>
            <a:ext cx="3364992" cy="626790"/>
          </a:xfrm>
          <a:prstGeom prst="rect">
            <a:avLst/>
          </a:prstGeom>
          <a:noFill/>
        </p:spPr>
        <p:txBody>
          <a:bodyPr wrap="square" lIns="0" rIns="0" tIns="0" bIns="0" anchor="t">
            <a:spAutoFit/>
          </a:bodyPr>
          <a:lstStyle/>
          <a:p>
            <a:pPr algn="l">
              <a:lnSpc>
                <a:spcPct val="112000"/>
              </a:lnSpc>
              <a:spcBef>
                <a:spcPts val="0"/>
              </a:spcBef>
              <a:spcAft>
                <a:spcPts val="400"/>
              </a:spcAft>
            </a:pPr>
            <a:r>
              <a:rPr sz="1550" b="0" i="0">
                <a:solidFill>
                  <a:srgbClr val="4E4F51"/>
                </a:solidFill>
                <a:latin typeface="Open Sans"/>
                <a:ea typeface="Noto Sans CJK KR"/>
              </a:rPr>
              <a:t>□ AI가 원인을 기대값(테스트 데이터) 문제로 설명했습니다</a:t>
            </a:r>
          </a:p>
        </p:txBody>
      </p:sp>
      <p:sp>
        <p:nvSpPr>
          <p:cNvPr id="19" name="TextBox 18"/>
          <p:cNvSpPr txBox="1"/>
          <p:nvPr/>
        </p:nvSpPr>
        <p:spPr>
          <a:xfrm>
            <a:off x="7964424" y="4867960"/>
            <a:ext cx="3364992" cy="322539"/>
          </a:xfrm>
          <a:prstGeom prst="rect">
            <a:avLst/>
          </a:prstGeom>
          <a:noFill/>
        </p:spPr>
        <p:txBody>
          <a:bodyPr wrap="square" lIns="0" rIns="0" tIns="0" bIns="0" anchor="t">
            <a:spAutoFit/>
          </a:bodyPr>
          <a:lstStyle/>
          <a:p>
            <a:pPr algn="l">
              <a:lnSpc>
                <a:spcPct val="112000"/>
              </a:lnSpc>
              <a:spcBef>
                <a:spcPts val="0"/>
              </a:spcBef>
              <a:spcAft>
                <a:spcPts val="400"/>
              </a:spcAft>
            </a:pPr>
            <a:r>
              <a:rPr sz="1550" b="0" i="0">
                <a:solidFill>
                  <a:srgbClr val="4E4F51"/>
                </a:solidFill>
                <a:latin typeface="Open Sans"/>
                <a:ea typeface="Noto Sans CJK KR"/>
              </a:rPr>
              <a:t>□ 4-4 실행이 다시 통과했습니다</a:t>
            </a:r>
          </a:p>
        </p:txBody>
      </p:sp>
      <p:sp>
        <p:nvSpPr>
          <p:cNvPr id="20" name="TextBox 19"/>
          <p:cNvSpPr txBox="1"/>
          <p:nvPr/>
        </p:nvSpPr>
        <p:spPr>
          <a:xfrm>
            <a:off x="649224" y="5504688"/>
            <a:ext cx="10698480" cy="292608"/>
          </a:xfrm>
          <a:prstGeom prst="rect">
            <a:avLst/>
          </a:prstGeom>
          <a:noFill/>
        </p:spPr>
        <p:txBody>
          <a:bodyPr wrap="square" lIns="0" rIns="0" tIns="0" bIns="0" anchor="t">
            <a:spAutoFit/>
          </a:bodyPr>
          <a:lstStyle/>
          <a:p>
            <a:pPr algn="l">
              <a:lnSpc>
                <a:spcPct val="112000"/>
              </a:lnSpc>
              <a:spcBef>
                <a:spcPts val="0"/>
              </a:spcBef>
              <a:spcAft>
                <a:spcPts val="400"/>
              </a:spcAft>
            </a:pPr>
            <a:r>
              <a:rPr sz="1400" b="1" i="0">
                <a:solidFill>
                  <a:srgbClr val="0E88AE"/>
                </a:solidFill>
                <a:latin typeface="Open Sans"/>
                <a:ea typeface="Noto Sans CJK KR"/>
              </a:rPr>
              <a:t>01:45–02:05 / 직접 실습 20분</a:t>
            </a:r>
          </a:p>
        </p:txBody>
      </p:sp>
      <p:sp>
        <p:nvSpPr>
          <p:cNvPr id="21" name="TextBox 20"/>
          <p:cNvSpPr txBox="1"/>
          <p:nvPr/>
        </p:nvSpPr>
        <p:spPr>
          <a:xfrm>
            <a:off x="9784080" y="6373368"/>
            <a:ext cx="1737360" cy="109728"/>
          </a:xfrm>
          <a:prstGeom prst="rect">
            <a:avLst/>
          </a:prstGeom>
          <a:noFill/>
        </p:spPr>
        <p:txBody>
          <a:bodyPr wrap="square" lIns="0" rIns="0" tIns="0" bIns="0" anchor="t">
            <a:spAutoFit/>
          </a:bodyPr>
          <a:lstStyle/>
          <a:p>
            <a:pPr algn="r">
              <a:lnSpc>
                <a:spcPct val="112000"/>
              </a:lnSpc>
              <a:spcBef>
                <a:spcPts val="0"/>
              </a:spcBef>
              <a:spcAft>
                <a:spcPts val="0"/>
              </a:spcAft>
            </a:pPr>
            <a:r>
              <a:rPr sz="750" b="0" i="0">
                <a:solidFill>
                  <a:srgbClr val="4E4F51"/>
                </a:solidFill>
                <a:latin typeface="Open Sans"/>
                <a:ea typeface="Noto Sans CJK KR"/>
              </a:rPr>
              <a:t>워크북 3장 Lab 4</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900" b="0" i="0">
                <a:solidFill>
                  <a:srgbClr val="004C97"/>
                </a:solidFill>
                <a:latin typeface="Open Sans"/>
                <a:ea typeface="Noto Sans CJK KR"/>
              </a:rPr>
              <a:t>Lab 4 | 통과 → 일부러 실패 → 원인 → 다시 통과</a:t>
            </a:r>
          </a:p>
        </p:txBody>
      </p:sp>
      <p:sp>
        <p:nvSpPr>
          <p:cNvPr id="3" name="TextBox 2"/>
          <p:cNvSpPr txBox="1"/>
          <p:nvPr/>
        </p:nvSpPr>
        <p:spPr>
          <a:xfrm>
            <a:off x="1828800" y="6510528"/>
            <a:ext cx="8046720" cy="210312"/>
          </a:xfrm>
          <a:prstGeom prst="rect">
            <a:avLst/>
          </a:prstGeom>
          <a:noFill/>
        </p:spPr>
        <p:txBody>
          <a:bodyPr wrap="square" lIns="0" rIns="0" tIns="0" bIns="0" anchor="t">
            <a:spAutoFit/>
          </a:bodyPr>
          <a:lstStyle/>
          <a:p>
            <a:pPr algn="l">
              <a:lnSpc>
                <a:spcPct val="112000"/>
              </a:lnSpc>
              <a:spcBef>
                <a:spcPts val="0"/>
              </a:spcBef>
              <a:spcAft>
                <a:spcPts val="0"/>
              </a:spcAft>
            </a:pPr>
            <a:r>
              <a:rPr sz="1000" b="0" i="0">
                <a:solidFill>
                  <a:srgbClr val="FFFFFF"/>
                </a:solidFill>
                <a:latin typeface="Open Sans"/>
                <a:ea typeface="Noto Sans CJK KR"/>
              </a:rPr>
              <a:t>Tosca Commander MCP 입문  |  AI 어시스턴트 실습</a:t>
            </a:r>
          </a:p>
        </p:txBody>
      </p:sp>
      <p:sp>
        <p:nvSpPr>
          <p:cNvPr id="4" name="TextBox 3"/>
          <p:cNvSpPr txBox="1"/>
          <p:nvPr/>
        </p:nvSpPr>
        <p:spPr>
          <a:xfrm>
            <a:off x="11503152" y="6510528"/>
            <a:ext cx="292608" cy="228600"/>
          </a:xfrm>
          <a:prstGeom prst="rect">
            <a:avLst/>
          </a:prstGeom>
          <a:noFill/>
        </p:spPr>
        <p:txBody>
          <a:bodyPr wrap="none" lIns="0" rIns="0" tIns="0" bIns="0">
            <a:spAutoFit/>
          </a:bodyPr>
          <a:lstStyle/>
          <a:p>
            <a:pPr algn="l"/>
            <a:fld id="{5C7A3F71-3D8E-4C1B-9A44-2E5B7D0F6A11}" type="slidenum">
              <a:rPr lang="ko-KR" sz="1100">
                <a:solidFill>
                  <a:srgbClr val="FFFFFF"/>
                </a:solidFill>
                <a:latin typeface="Open Sans"/>
                <a:ea typeface="Noto Sans CJK KR"/>
              </a:rPr>
              <a:t>30</a:t>
            </a:fld>
          </a:p>
        </p:txBody>
      </p:sp>
      <p:sp>
        <p:nvSpPr>
          <p:cNvPr id="5" name="Rectangle 4"/>
          <p:cNvSpPr/>
          <p:nvPr/>
        </p:nvSpPr>
        <p:spPr>
          <a:xfrm>
            <a:off x="649224" y="1298448"/>
            <a:ext cx="5358384" cy="2121408"/>
          </a:xfrm>
          <a:prstGeom prst="rect">
            <a:avLst/>
          </a:prstGeom>
          <a:solidFill>
            <a:srgbClr val="F1F5F9"/>
          </a:solidFill>
          <a:ln w="10160">
            <a:solidFill>
              <a:srgbClr val="DCE5E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0392" y="1444751"/>
            <a:ext cx="4956048" cy="274320"/>
          </a:xfrm>
          <a:prstGeom prst="rect">
            <a:avLst/>
          </a:prstGeom>
          <a:noFill/>
        </p:spPr>
        <p:txBody>
          <a:bodyPr wrap="square" lIns="0" rIns="0" tIns="0" bIns="0" anchor="t">
            <a:spAutoFit/>
          </a:bodyPr>
          <a:lstStyle/>
          <a:p>
            <a:pPr algn="l">
              <a:lnSpc>
                <a:spcPct val="112000"/>
              </a:lnSpc>
              <a:spcBef>
                <a:spcPts val="0"/>
              </a:spcBef>
              <a:spcAft>
                <a:spcPts val="0"/>
              </a:spcAft>
            </a:pPr>
            <a:r>
              <a:rPr sz="1300" b="1" i="0">
                <a:solidFill>
                  <a:srgbClr val="0E88AE"/>
                </a:solidFill>
                <a:latin typeface="Open Sans"/>
                <a:ea typeface="Noto Sans CJK KR"/>
              </a:rPr>
              <a:t>프롬프트 4-1</a:t>
            </a:r>
          </a:p>
        </p:txBody>
      </p:sp>
      <p:sp>
        <p:nvSpPr>
          <p:cNvPr id="7" name="TextBox 6"/>
          <p:cNvSpPr txBox="1"/>
          <p:nvPr/>
        </p:nvSpPr>
        <p:spPr>
          <a:xfrm>
            <a:off x="850392" y="1801368"/>
            <a:ext cx="4956048" cy="1499615"/>
          </a:xfrm>
          <a:prstGeom prst="rect">
            <a:avLst/>
          </a:prstGeom>
          <a:noFill/>
        </p:spPr>
        <p:txBody>
          <a:bodyPr wrap="square" lIns="0" rIns="0" tIns="0" bIns="0" anchor="t">
            <a:spAutoFit/>
          </a:bodyPr>
          <a:lstStyle/>
          <a:p>
            <a:pPr algn="l">
              <a:lnSpc>
                <a:spcPct val="108000"/>
              </a:lnSpc>
              <a:spcBef>
                <a:spcPts val="0"/>
              </a:spcBef>
              <a:spcAft>
                <a:spcPts val="200"/>
              </a:spcAft>
            </a:pPr>
            <a:r>
              <a:rPr sz="1600" b="0" i="0">
                <a:solidFill>
                  <a:srgbClr val="4E4F51"/>
                </a:solidFill>
                <a:latin typeface="Open Sans"/>
                <a:ea typeface="Noto Sans CJK KR"/>
              </a:rPr>
              <a:t>워크스페이스를 저장한 다음 '로그인 성공_자동' 테스트케이스를 ScratchBook에서 검증 실행해줘. 끝나면 스텝별 통과/실패를 표로 보여줘.</a:t>
            </a:r>
          </a:p>
        </p:txBody>
      </p:sp>
      <p:sp>
        <p:nvSpPr>
          <p:cNvPr id="8" name="Rectangle 7"/>
          <p:cNvSpPr/>
          <p:nvPr/>
        </p:nvSpPr>
        <p:spPr>
          <a:xfrm>
            <a:off x="4224528" y="1426464"/>
            <a:ext cx="1600200" cy="329184"/>
          </a:xfrm>
          <a:prstGeom prst="rect">
            <a:avLst/>
          </a:prstGeom>
          <a:solidFill>
            <a:srgbClr val="0E8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224528" y="1426464"/>
            <a:ext cx="1600200" cy="329184"/>
          </a:xfrm>
          <a:prstGeom prst="rect">
            <a:avLst/>
          </a:prstGeom>
          <a:noFill/>
        </p:spPr>
        <p:txBody>
          <a:bodyPr wrap="square" lIns="0" rIns="0" tIns="0" bIns="0" anchor="ctr">
            <a:spAutoFit/>
          </a:bodyPr>
          <a:lstStyle/>
          <a:p>
            <a:pPr algn="ctr">
              <a:lnSpc>
                <a:spcPct val="112000"/>
              </a:lnSpc>
              <a:spcBef>
                <a:spcPts val="0"/>
              </a:spcBef>
              <a:spcAft>
                <a:spcPts val="0"/>
              </a:spcAft>
            </a:pPr>
            <a:r>
              <a:rPr sz="1300" b="1" i="0">
                <a:solidFill>
                  <a:srgbClr val="FFFFFF"/>
                </a:solidFill>
                <a:latin typeface="Open Sans"/>
                <a:ea typeface="Noto Sans CJK KR"/>
              </a:rPr>
              <a:t>통과</a:t>
            </a:r>
          </a:p>
        </p:txBody>
      </p:sp>
      <p:sp>
        <p:nvSpPr>
          <p:cNvPr id="10" name="Rectangle 9"/>
          <p:cNvSpPr/>
          <p:nvPr/>
        </p:nvSpPr>
        <p:spPr>
          <a:xfrm>
            <a:off x="6172200" y="1298448"/>
            <a:ext cx="5358384" cy="2121408"/>
          </a:xfrm>
          <a:prstGeom prst="rect">
            <a:avLst/>
          </a:prstGeom>
          <a:solidFill>
            <a:srgbClr val="F1F5F9"/>
          </a:solidFill>
          <a:ln w="10160">
            <a:solidFill>
              <a:srgbClr val="DCE5E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373368" y="1444751"/>
            <a:ext cx="4956048" cy="274320"/>
          </a:xfrm>
          <a:prstGeom prst="rect">
            <a:avLst/>
          </a:prstGeom>
          <a:noFill/>
        </p:spPr>
        <p:txBody>
          <a:bodyPr wrap="square" lIns="0" rIns="0" tIns="0" bIns="0" anchor="t">
            <a:spAutoFit/>
          </a:bodyPr>
          <a:lstStyle/>
          <a:p>
            <a:pPr algn="l">
              <a:lnSpc>
                <a:spcPct val="112000"/>
              </a:lnSpc>
              <a:spcBef>
                <a:spcPts val="0"/>
              </a:spcBef>
              <a:spcAft>
                <a:spcPts val="0"/>
              </a:spcAft>
            </a:pPr>
            <a:r>
              <a:rPr sz="1300" b="1" i="0">
                <a:solidFill>
                  <a:srgbClr val="0E88AE"/>
                </a:solidFill>
                <a:latin typeface="Open Sans"/>
                <a:ea typeface="Noto Sans CJK KR"/>
              </a:rPr>
              <a:t>프롬프트 4-2</a:t>
            </a:r>
          </a:p>
        </p:txBody>
      </p:sp>
      <p:sp>
        <p:nvSpPr>
          <p:cNvPr id="12" name="TextBox 11"/>
          <p:cNvSpPr txBox="1"/>
          <p:nvPr/>
        </p:nvSpPr>
        <p:spPr>
          <a:xfrm>
            <a:off x="6373368" y="1801368"/>
            <a:ext cx="4956048" cy="1499615"/>
          </a:xfrm>
          <a:prstGeom prst="rect">
            <a:avLst/>
          </a:prstGeom>
          <a:noFill/>
        </p:spPr>
        <p:txBody>
          <a:bodyPr wrap="square" lIns="0" rIns="0" tIns="0" bIns="0" anchor="t">
            <a:spAutoFit/>
          </a:bodyPr>
          <a:lstStyle/>
          <a:p>
            <a:pPr algn="l">
              <a:lnSpc>
                <a:spcPct val="108000"/>
              </a:lnSpc>
              <a:spcBef>
                <a:spcPts val="0"/>
              </a:spcBef>
              <a:spcAft>
                <a:spcPts val="200"/>
              </a:spcAft>
            </a:pPr>
            <a:r>
              <a:rPr sz="1600" b="0" i="0">
                <a:solidFill>
                  <a:srgbClr val="4E4F51"/>
                </a:solidFill>
                <a:latin typeface="Open Sans"/>
                <a:ea typeface="Noto Sans CJK KR"/>
              </a:rPr>
              <a:t>같은 테스트케이스에서 Account의 Verify 값을 wrong@example.com 으로 바꾸고, 저장한 다음 다시 검증 실행해줘.</a:t>
            </a:r>
          </a:p>
        </p:txBody>
      </p:sp>
      <p:sp>
        <p:nvSpPr>
          <p:cNvPr id="13" name="Rectangle 12"/>
          <p:cNvSpPr/>
          <p:nvPr/>
        </p:nvSpPr>
        <p:spPr>
          <a:xfrm>
            <a:off x="9747504" y="1426464"/>
            <a:ext cx="1600200" cy="329184"/>
          </a:xfrm>
          <a:prstGeom prst="rect">
            <a:avLst/>
          </a:prstGeom>
          <a:solidFill>
            <a:srgbClr val="E87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747504" y="1426464"/>
            <a:ext cx="1600200" cy="329184"/>
          </a:xfrm>
          <a:prstGeom prst="rect">
            <a:avLst/>
          </a:prstGeom>
          <a:noFill/>
        </p:spPr>
        <p:txBody>
          <a:bodyPr wrap="square" lIns="0" rIns="0" tIns="0" bIns="0" anchor="ctr">
            <a:spAutoFit/>
          </a:bodyPr>
          <a:lstStyle/>
          <a:p>
            <a:pPr algn="ctr">
              <a:lnSpc>
                <a:spcPct val="112000"/>
              </a:lnSpc>
              <a:spcBef>
                <a:spcPts val="0"/>
              </a:spcBef>
              <a:spcAft>
                <a:spcPts val="0"/>
              </a:spcAft>
            </a:pPr>
            <a:r>
              <a:rPr sz="1300" b="1" i="0">
                <a:solidFill>
                  <a:srgbClr val="FFFFFF"/>
                </a:solidFill>
                <a:latin typeface="Open Sans"/>
                <a:ea typeface="Noto Sans CJK KR"/>
              </a:rPr>
              <a:t>실패</a:t>
            </a:r>
          </a:p>
        </p:txBody>
      </p:sp>
      <p:sp>
        <p:nvSpPr>
          <p:cNvPr id="15" name="Rectangle 14"/>
          <p:cNvSpPr/>
          <p:nvPr/>
        </p:nvSpPr>
        <p:spPr>
          <a:xfrm>
            <a:off x="649224" y="3584448"/>
            <a:ext cx="5358384" cy="2121408"/>
          </a:xfrm>
          <a:prstGeom prst="rect">
            <a:avLst/>
          </a:prstGeom>
          <a:solidFill>
            <a:srgbClr val="F1F5F9"/>
          </a:solidFill>
          <a:ln w="10160">
            <a:solidFill>
              <a:srgbClr val="DCE5E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50392" y="3730752"/>
            <a:ext cx="4956048" cy="274320"/>
          </a:xfrm>
          <a:prstGeom prst="rect">
            <a:avLst/>
          </a:prstGeom>
          <a:noFill/>
        </p:spPr>
        <p:txBody>
          <a:bodyPr wrap="square" lIns="0" rIns="0" tIns="0" bIns="0" anchor="t">
            <a:spAutoFit/>
          </a:bodyPr>
          <a:lstStyle/>
          <a:p>
            <a:pPr algn="l">
              <a:lnSpc>
                <a:spcPct val="112000"/>
              </a:lnSpc>
              <a:spcBef>
                <a:spcPts val="0"/>
              </a:spcBef>
              <a:spcAft>
                <a:spcPts val="0"/>
              </a:spcAft>
            </a:pPr>
            <a:r>
              <a:rPr sz="1300" b="1" i="0">
                <a:solidFill>
                  <a:srgbClr val="0E88AE"/>
                </a:solidFill>
                <a:latin typeface="Open Sans"/>
                <a:ea typeface="Noto Sans CJK KR"/>
              </a:rPr>
              <a:t>프롬프트 4-3</a:t>
            </a:r>
          </a:p>
        </p:txBody>
      </p:sp>
      <p:sp>
        <p:nvSpPr>
          <p:cNvPr id="17" name="TextBox 16"/>
          <p:cNvSpPr txBox="1"/>
          <p:nvPr/>
        </p:nvSpPr>
        <p:spPr>
          <a:xfrm>
            <a:off x="850392" y="4087368"/>
            <a:ext cx="4956048" cy="1499615"/>
          </a:xfrm>
          <a:prstGeom prst="rect">
            <a:avLst/>
          </a:prstGeom>
          <a:noFill/>
        </p:spPr>
        <p:txBody>
          <a:bodyPr wrap="square" lIns="0" rIns="0" tIns="0" bIns="0" anchor="t">
            <a:spAutoFit/>
          </a:bodyPr>
          <a:lstStyle/>
          <a:p>
            <a:pPr algn="l">
              <a:lnSpc>
                <a:spcPct val="108000"/>
              </a:lnSpc>
              <a:spcBef>
                <a:spcPts val="0"/>
              </a:spcBef>
              <a:spcAft>
                <a:spcPts val="200"/>
              </a:spcAft>
            </a:pPr>
            <a:r>
              <a:rPr sz="1600" b="0" i="0">
                <a:solidFill>
                  <a:srgbClr val="4E4F51"/>
                </a:solidFill>
                <a:latin typeface="Open Sans"/>
                <a:ea typeface="Noto Sans CJK KR"/>
              </a:rPr>
              <a:t>실패한 스텝과 메시지를 알려줘. 원인이 테스트 데이터 문제인지 애플리케이션 문제인지 근거와 함께 설명해줘. 아직 고치지는 마.</a:t>
            </a:r>
          </a:p>
        </p:txBody>
      </p:sp>
      <p:sp>
        <p:nvSpPr>
          <p:cNvPr id="18" name="Rectangle 17"/>
          <p:cNvSpPr/>
          <p:nvPr/>
        </p:nvSpPr>
        <p:spPr>
          <a:xfrm>
            <a:off x="4224528" y="3712463"/>
            <a:ext cx="1600200" cy="329184"/>
          </a:xfrm>
          <a:prstGeom prst="rect">
            <a:avLst/>
          </a:prstGeom>
          <a:solidFill>
            <a:srgbClr val="D2D7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224528" y="3712463"/>
            <a:ext cx="1600200" cy="329184"/>
          </a:xfrm>
          <a:prstGeom prst="rect">
            <a:avLst/>
          </a:prstGeom>
          <a:noFill/>
        </p:spPr>
        <p:txBody>
          <a:bodyPr wrap="square" lIns="0" rIns="0" tIns="0" bIns="0" anchor="ctr">
            <a:spAutoFit/>
          </a:bodyPr>
          <a:lstStyle/>
          <a:p>
            <a:pPr algn="ctr">
              <a:lnSpc>
                <a:spcPct val="112000"/>
              </a:lnSpc>
              <a:spcBef>
                <a:spcPts val="0"/>
              </a:spcBef>
              <a:spcAft>
                <a:spcPts val="0"/>
              </a:spcAft>
            </a:pPr>
            <a:r>
              <a:rPr sz="1300" b="1" i="0">
                <a:solidFill>
                  <a:srgbClr val="4E4F51"/>
                </a:solidFill>
                <a:latin typeface="Open Sans"/>
                <a:ea typeface="Noto Sans CJK KR"/>
              </a:rPr>
              <a:t>기대값 불일치</a:t>
            </a:r>
          </a:p>
        </p:txBody>
      </p:sp>
      <p:sp>
        <p:nvSpPr>
          <p:cNvPr id="20" name="Rectangle 19"/>
          <p:cNvSpPr/>
          <p:nvPr/>
        </p:nvSpPr>
        <p:spPr>
          <a:xfrm>
            <a:off x="6172200" y="3584448"/>
            <a:ext cx="5358384" cy="2121408"/>
          </a:xfrm>
          <a:prstGeom prst="rect">
            <a:avLst/>
          </a:prstGeom>
          <a:solidFill>
            <a:srgbClr val="F1F5F9"/>
          </a:solidFill>
          <a:ln w="10160">
            <a:solidFill>
              <a:srgbClr val="DCE5E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373368" y="3730752"/>
            <a:ext cx="4956048" cy="274320"/>
          </a:xfrm>
          <a:prstGeom prst="rect">
            <a:avLst/>
          </a:prstGeom>
          <a:noFill/>
        </p:spPr>
        <p:txBody>
          <a:bodyPr wrap="square" lIns="0" rIns="0" tIns="0" bIns="0" anchor="t">
            <a:spAutoFit/>
          </a:bodyPr>
          <a:lstStyle/>
          <a:p>
            <a:pPr algn="l">
              <a:lnSpc>
                <a:spcPct val="112000"/>
              </a:lnSpc>
              <a:spcBef>
                <a:spcPts val="0"/>
              </a:spcBef>
              <a:spcAft>
                <a:spcPts val="0"/>
              </a:spcAft>
            </a:pPr>
            <a:r>
              <a:rPr sz="1300" b="1" i="0">
                <a:solidFill>
                  <a:srgbClr val="0E88AE"/>
                </a:solidFill>
                <a:latin typeface="Open Sans"/>
                <a:ea typeface="Noto Sans CJK KR"/>
              </a:rPr>
              <a:t>프롬프트 4-4</a:t>
            </a:r>
          </a:p>
        </p:txBody>
      </p:sp>
      <p:sp>
        <p:nvSpPr>
          <p:cNvPr id="22" name="TextBox 21"/>
          <p:cNvSpPr txBox="1"/>
          <p:nvPr/>
        </p:nvSpPr>
        <p:spPr>
          <a:xfrm>
            <a:off x="6373368" y="4087368"/>
            <a:ext cx="4956048" cy="1499615"/>
          </a:xfrm>
          <a:prstGeom prst="rect">
            <a:avLst/>
          </a:prstGeom>
          <a:noFill/>
        </p:spPr>
        <p:txBody>
          <a:bodyPr wrap="square" lIns="0" rIns="0" tIns="0" bIns="0" anchor="t">
            <a:spAutoFit/>
          </a:bodyPr>
          <a:lstStyle/>
          <a:p>
            <a:pPr algn="l">
              <a:lnSpc>
                <a:spcPct val="108000"/>
              </a:lnSpc>
              <a:spcBef>
                <a:spcPts val="0"/>
              </a:spcBef>
              <a:spcAft>
                <a:spcPts val="200"/>
              </a:spcAft>
            </a:pPr>
            <a:r>
              <a:rPr sz="1600" b="0" i="0">
                <a:solidFill>
                  <a:srgbClr val="4E4F51"/>
                </a:solidFill>
                <a:latin typeface="Open Sans"/>
                <a:ea typeface="Noto Sans CJK KR"/>
              </a:rPr>
              <a:t>Verify 값을 원래 </a:t>
            </a:r>
            <a:r>
              <a:rPr sz="1600" b="1" i="0">
                <a:solidFill>
                  <a:srgbClr val="004C97"/>
                </a:solidFill>
                <a:latin typeface="Open Sans"/>
                <a:ea typeface="Noto Sans CJK KR"/>
              </a:rPr>
              <a:t>[실습 이메일]</a:t>
            </a:r>
            <a:r>
              <a:rPr sz="1600" b="0" i="0">
                <a:solidFill>
                  <a:srgbClr val="4E4F51"/>
                </a:solidFill>
                <a:latin typeface="Open Sans"/>
                <a:ea typeface="Noto Sans CJK KR"/>
              </a:rPr>
              <a:t>로 되돌리고, 저장한 다음 다시 검증 실행해줘. 통과하면 결과 표를 보여줘.</a:t>
            </a:r>
          </a:p>
        </p:txBody>
      </p:sp>
      <p:sp>
        <p:nvSpPr>
          <p:cNvPr id="23" name="Rectangle 22"/>
          <p:cNvSpPr/>
          <p:nvPr/>
        </p:nvSpPr>
        <p:spPr>
          <a:xfrm>
            <a:off x="9747504" y="3712463"/>
            <a:ext cx="1600200" cy="329184"/>
          </a:xfrm>
          <a:prstGeom prst="rect">
            <a:avLst/>
          </a:prstGeom>
          <a:solidFill>
            <a:srgbClr val="0E8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747504" y="3712463"/>
            <a:ext cx="1600200" cy="329184"/>
          </a:xfrm>
          <a:prstGeom prst="rect">
            <a:avLst/>
          </a:prstGeom>
          <a:noFill/>
        </p:spPr>
        <p:txBody>
          <a:bodyPr wrap="square" lIns="0" rIns="0" tIns="0" bIns="0" anchor="ctr">
            <a:spAutoFit/>
          </a:bodyPr>
          <a:lstStyle/>
          <a:p>
            <a:pPr algn="ctr">
              <a:lnSpc>
                <a:spcPct val="112000"/>
              </a:lnSpc>
              <a:spcBef>
                <a:spcPts val="0"/>
              </a:spcBef>
              <a:spcAft>
                <a:spcPts val="0"/>
              </a:spcAft>
            </a:pPr>
            <a:r>
              <a:rPr sz="1300" b="1" i="0">
                <a:solidFill>
                  <a:srgbClr val="FFFFFF"/>
                </a:solidFill>
                <a:latin typeface="Open Sans"/>
                <a:ea typeface="Noto Sans CJK KR"/>
              </a:rPr>
              <a:t>통과</a:t>
            </a:r>
          </a:p>
        </p:txBody>
      </p:sp>
      <p:sp>
        <p:nvSpPr>
          <p:cNvPr id="25" name="TextBox 24"/>
          <p:cNvSpPr txBox="1"/>
          <p:nvPr/>
        </p:nvSpPr>
        <p:spPr>
          <a:xfrm>
            <a:off x="649224" y="5925312"/>
            <a:ext cx="10881360" cy="420624"/>
          </a:xfrm>
          <a:prstGeom prst="rect">
            <a:avLst/>
          </a:prstGeom>
          <a:noFill/>
        </p:spPr>
        <p:txBody>
          <a:bodyPr wrap="square" lIns="0" rIns="0" tIns="0" bIns="0" anchor="t">
            <a:spAutoFit/>
          </a:bodyPr>
          <a:lstStyle/>
          <a:p>
            <a:pPr algn="l">
              <a:lnSpc>
                <a:spcPct val="112000"/>
              </a:lnSpc>
              <a:spcBef>
                <a:spcPts val="0"/>
              </a:spcBef>
              <a:spcAft>
                <a:spcPts val="400"/>
              </a:spcAft>
            </a:pPr>
            <a:r>
              <a:rPr sz="1250" b="0" i="0">
                <a:solidFill>
                  <a:srgbClr val="4E4F51"/>
                </a:solidFill>
                <a:latin typeface="Open Sans"/>
                <a:ea typeface="Noto Sans CJK KR"/>
              </a:rPr>
              <a:t>실행 중에는 마우스와 키보드를 건드리지 않습니다. 실행은 한 번에 하나, 응답이 끊겨도 다시 실행하지 말고 결과만 다시 묻습니다.</a:t>
            </a:r>
          </a:p>
        </p:txBody>
      </p:sp>
      <p:sp>
        <p:nvSpPr>
          <p:cNvPr id="26" name="TextBox 25"/>
          <p:cNvSpPr txBox="1"/>
          <p:nvPr/>
        </p:nvSpPr>
        <p:spPr>
          <a:xfrm>
            <a:off x="9784080" y="6373368"/>
            <a:ext cx="1737360" cy="109728"/>
          </a:xfrm>
          <a:prstGeom prst="rect">
            <a:avLst/>
          </a:prstGeom>
          <a:noFill/>
        </p:spPr>
        <p:txBody>
          <a:bodyPr wrap="square" lIns="0" rIns="0" tIns="0" bIns="0" anchor="t">
            <a:spAutoFit/>
          </a:bodyPr>
          <a:lstStyle/>
          <a:p>
            <a:pPr algn="r">
              <a:lnSpc>
                <a:spcPct val="112000"/>
              </a:lnSpc>
              <a:spcBef>
                <a:spcPts val="0"/>
              </a:spcBef>
              <a:spcAft>
                <a:spcPts val="0"/>
              </a:spcAft>
            </a:pPr>
            <a:r>
              <a:rPr sz="750" b="0" i="0">
                <a:solidFill>
                  <a:srgbClr val="4E4F51"/>
                </a:solidFill>
                <a:latin typeface="Open Sans"/>
                <a:ea typeface="Noto Sans CJK KR"/>
              </a:rPr>
              <a:t>워크북 3장 Lab 4</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100" b="0" i="0">
                <a:solidFill>
                  <a:srgbClr val="004C97"/>
                </a:solidFill>
                <a:latin typeface="Open Sans"/>
                <a:ea typeface="Noto Sans CJK KR"/>
              </a:rPr>
              <a:t>Lab 5 | 저장과 정리</a:t>
            </a:r>
          </a:p>
        </p:txBody>
      </p:sp>
      <p:sp>
        <p:nvSpPr>
          <p:cNvPr id="3" name="TextBox 2"/>
          <p:cNvSpPr txBox="1"/>
          <p:nvPr/>
        </p:nvSpPr>
        <p:spPr>
          <a:xfrm>
            <a:off x="1828800" y="6510528"/>
            <a:ext cx="8046720" cy="210312"/>
          </a:xfrm>
          <a:prstGeom prst="rect">
            <a:avLst/>
          </a:prstGeom>
          <a:noFill/>
        </p:spPr>
        <p:txBody>
          <a:bodyPr wrap="square" lIns="0" rIns="0" tIns="0" bIns="0" anchor="t">
            <a:spAutoFit/>
          </a:bodyPr>
          <a:lstStyle/>
          <a:p>
            <a:pPr algn="l">
              <a:lnSpc>
                <a:spcPct val="112000"/>
              </a:lnSpc>
              <a:spcBef>
                <a:spcPts val="0"/>
              </a:spcBef>
              <a:spcAft>
                <a:spcPts val="0"/>
              </a:spcAft>
            </a:pPr>
            <a:r>
              <a:rPr sz="1000" b="0" i="0">
                <a:solidFill>
                  <a:srgbClr val="FFFFFF"/>
                </a:solidFill>
                <a:latin typeface="Open Sans"/>
                <a:ea typeface="Noto Sans CJK KR"/>
              </a:rPr>
              <a:t>Tosca Commander MCP 입문  |  AI 어시스턴트 실습</a:t>
            </a:r>
          </a:p>
        </p:txBody>
      </p:sp>
      <p:sp>
        <p:nvSpPr>
          <p:cNvPr id="4" name="TextBox 3"/>
          <p:cNvSpPr txBox="1"/>
          <p:nvPr/>
        </p:nvSpPr>
        <p:spPr>
          <a:xfrm>
            <a:off x="11503152" y="6510528"/>
            <a:ext cx="292608" cy="228600"/>
          </a:xfrm>
          <a:prstGeom prst="rect">
            <a:avLst/>
          </a:prstGeom>
          <a:noFill/>
        </p:spPr>
        <p:txBody>
          <a:bodyPr wrap="none" lIns="0" rIns="0" tIns="0" bIns="0">
            <a:spAutoFit/>
          </a:bodyPr>
          <a:lstStyle/>
          <a:p>
            <a:pPr algn="l"/>
            <a:fld id="{5C7A3F71-3D8E-4C1B-9A44-2E5B7D0F6A11}" type="slidenum">
              <a:rPr lang="ko-KR" sz="1100">
                <a:solidFill>
                  <a:srgbClr val="FFFFFF"/>
                </a:solidFill>
                <a:latin typeface="Open Sans"/>
                <a:ea typeface="Noto Sans CJK KR"/>
              </a:rPr>
              <a:t>31</a:t>
            </a:fld>
          </a:p>
        </p:txBody>
      </p:sp>
      <p:sp>
        <p:nvSpPr>
          <p:cNvPr id="5" name="Rectangle 4"/>
          <p:cNvSpPr/>
          <p:nvPr/>
        </p:nvSpPr>
        <p:spPr>
          <a:xfrm>
            <a:off x="649224" y="1298448"/>
            <a:ext cx="10881360" cy="685800"/>
          </a:xfrm>
          <a:prstGeom prst="rect">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32104" y="1298448"/>
            <a:ext cx="10469880" cy="685800"/>
          </a:xfrm>
          <a:prstGeom prst="rect">
            <a:avLst/>
          </a:prstGeom>
          <a:noFill/>
        </p:spPr>
        <p:txBody>
          <a:bodyPr wrap="square" lIns="0" rIns="0" tIns="0" bIns="0" anchor="ctr">
            <a:spAutoFit/>
          </a:bodyPr>
          <a:lstStyle/>
          <a:p>
            <a:pPr algn="l">
              <a:lnSpc>
                <a:spcPct val="112000"/>
              </a:lnSpc>
              <a:spcBef>
                <a:spcPts val="0"/>
              </a:spcBef>
              <a:spcAft>
                <a:spcPts val="0"/>
              </a:spcAft>
            </a:pPr>
            <a:r>
              <a:rPr sz="2100" b="1" i="0">
                <a:solidFill>
                  <a:srgbClr val="004C97"/>
                </a:solidFill>
                <a:latin typeface="Open Sans"/>
                <a:ea typeface="Noto Sans CJK KR"/>
              </a:rPr>
              <a:t>결과를 저장하고, 멀티 유저에서 더 필요한 일을 확인합니다.</a:t>
            </a:r>
          </a:p>
        </p:txBody>
      </p:sp>
      <p:sp>
        <p:nvSpPr>
          <p:cNvPr id="7" name="TextBox 6"/>
          <p:cNvSpPr txBox="1"/>
          <p:nvPr/>
        </p:nvSpPr>
        <p:spPr>
          <a:xfrm>
            <a:off x="649224" y="2295144"/>
            <a:ext cx="6400800" cy="411480"/>
          </a:xfrm>
          <a:prstGeom prst="rect">
            <a:avLst/>
          </a:prstGeom>
          <a:noFill/>
        </p:spPr>
        <p:txBody>
          <a:bodyPr wrap="square" lIns="0" rIns="0" tIns="0" bIns="0" anchor="t">
            <a:spAutoFit/>
          </a:bodyPr>
          <a:lstStyle/>
          <a:p>
            <a:pPr algn="l">
              <a:lnSpc>
                <a:spcPct val="112000"/>
              </a:lnSpc>
              <a:spcBef>
                <a:spcPts val="0"/>
              </a:spcBef>
              <a:spcAft>
                <a:spcPts val="400"/>
              </a:spcAft>
            </a:pPr>
            <a:r>
              <a:rPr sz="2200" b="1" i="0">
                <a:solidFill>
                  <a:srgbClr val="004C97"/>
                </a:solidFill>
                <a:latin typeface="Open Sans"/>
                <a:ea typeface="Noto Sans CJK KR"/>
              </a:rPr>
              <a:t>진행 순서</a:t>
            </a:r>
          </a:p>
        </p:txBody>
      </p:sp>
      <p:sp>
        <p:nvSpPr>
          <p:cNvPr id="8" name="TextBox 7"/>
          <p:cNvSpPr txBox="1"/>
          <p:nvPr/>
        </p:nvSpPr>
        <p:spPr>
          <a:xfrm>
            <a:off x="649224" y="2825496"/>
            <a:ext cx="301752" cy="365760"/>
          </a:xfrm>
          <a:prstGeom prst="rect">
            <a:avLst/>
          </a:prstGeom>
          <a:noFill/>
        </p:spPr>
        <p:txBody>
          <a:bodyPr wrap="square" lIns="0" rIns="0" tIns="0" bIns="0" anchor="t">
            <a:spAutoFit/>
          </a:bodyPr>
          <a:lstStyle/>
          <a:p>
            <a:pPr algn="l">
              <a:lnSpc>
                <a:spcPct val="112000"/>
              </a:lnSpc>
              <a:spcBef>
                <a:spcPts val="0"/>
              </a:spcBef>
              <a:spcAft>
                <a:spcPts val="400"/>
              </a:spcAft>
            </a:pPr>
            <a:r>
              <a:rPr sz="2100" b="1" i="0">
                <a:solidFill>
                  <a:srgbClr val="0E88AE"/>
                </a:solidFill>
                <a:latin typeface="Open Sans"/>
                <a:ea typeface="Noto Sans CJK KR"/>
              </a:rPr>
              <a:t>1</a:t>
            </a:r>
          </a:p>
        </p:txBody>
      </p:sp>
      <p:sp>
        <p:nvSpPr>
          <p:cNvPr id="9" name="TextBox 8"/>
          <p:cNvSpPr txBox="1"/>
          <p:nvPr/>
        </p:nvSpPr>
        <p:spPr>
          <a:xfrm>
            <a:off x="1051560" y="2825496"/>
            <a:ext cx="6272783" cy="832103"/>
          </a:xfrm>
          <a:prstGeom prst="rect">
            <a:avLst/>
          </a:prstGeom>
          <a:noFill/>
        </p:spPr>
        <p:txBody>
          <a:bodyPr wrap="square" lIns="0" rIns="0" tIns="0" bIns="0" anchor="t">
            <a:spAutoFit/>
          </a:bodyPr>
          <a:lstStyle/>
          <a:p>
            <a:pPr algn="l">
              <a:lnSpc>
                <a:spcPct val="112000"/>
              </a:lnSpc>
              <a:spcBef>
                <a:spcPts val="0"/>
              </a:spcBef>
              <a:spcAft>
                <a:spcPts val="400"/>
              </a:spcAft>
            </a:pPr>
            <a:r>
              <a:rPr sz="1900" b="0" i="0">
                <a:solidFill>
                  <a:srgbClr val="4E4F51"/>
                </a:solidFill>
                <a:latin typeface="Open Sans"/>
                <a:ea typeface="Noto Sans CJK KR"/>
              </a:rPr>
              <a:t>5-1로 오늘 바꾼 객체를 정리하고 저장합니다.</a:t>
            </a:r>
          </a:p>
        </p:txBody>
      </p:sp>
      <p:sp>
        <p:nvSpPr>
          <p:cNvPr id="10" name="TextBox 9"/>
          <p:cNvSpPr txBox="1"/>
          <p:nvPr/>
        </p:nvSpPr>
        <p:spPr>
          <a:xfrm>
            <a:off x="649224" y="3694176"/>
            <a:ext cx="301752" cy="365760"/>
          </a:xfrm>
          <a:prstGeom prst="rect">
            <a:avLst/>
          </a:prstGeom>
          <a:noFill/>
        </p:spPr>
        <p:txBody>
          <a:bodyPr wrap="square" lIns="0" rIns="0" tIns="0" bIns="0" anchor="t">
            <a:spAutoFit/>
          </a:bodyPr>
          <a:lstStyle/>
          <a:p>
            <a:pPr algn="l">
              <a:lnSpc>
                <a:spcPct val="112000"/>
              </a:lnSpc>
              <a:spcBef>
                <a:spcPts val="0"/>
              </a:spcBef>
              <a:spcAft>
                <a:spcPts val="400"/>
              </a:spcAft>
            </a:pPr>
            <a:r>
              <a:rPr sz="2100" b="1" i="0">
                <a:solidFill>
                  <a:srgbClr val="0E88AE"/>
                </a:solidFill>
                <a:latin typeface="Open Sans"/>
                <a:ea typeface="Noto Sans CJK KR"/>
              </a:rPr>
              <a:t>2</a:t>
            </a:r>
          </a:p>
        </p:txBody>
      </p:sp>
      <p:sp>
        <p:nvSpPr>
          <p:cNvPr id="11" name="TextBox 10"/>
          <p:cNvSpPr txBox="1"/>
          <p:nvPr/>
        </p:nvSpPr>
        <p:spPr>
          <a:xfrm>
            <a:off x="1051560" y="3694176"/>
            <a:ext cx="6272783" cy="832103"/>
          </a:xfrm>
          <a:prstGeom prst="rect">
            <a:avLst/>
          </a:prstGeom>
          <a:noFill/>
        </p:spPr>
        <p:txBody>
          <a:bodyPr wrap="square" lIns="0" rIns="0" tIns="0" bIns="0" anchor="t">
            <a:spAutoFit/>
          </a:bodyPr>
          <a:lstStyle/>
          <a:p>
            <a:pPr algn="l">
              <a:lnSpc>
                <a:spcPct val="112000"/>
              </a:lnSpc>
              <a:spcBef>
                <a:spcPts val="0"/>
              </a:spcBef>
              <a:spcAft>
                <a:spcPts val="400"/>
              </a:spcAft>
            </a:pPr>
            <a:r>
              <a:rPr sz="1900" b="0" i="0">
                <a:solidFill>
                  <a:srgbClr val="4E4F51"/>
                </a:solidFill>
                <a:latin typeface="Open Sans"/>
                <a:ea typeface="Noto Sans CJK KR"/>
              </a:rPr>
              <a:t>멀티 유저라면 5-2로 체크인까지 합니다. 오늘은 읽기만 합니다.</a:t>
            </a:r>
          </a:p>
        </p:txBody>
      </p:sp>
      <p:sp>
        <p:nvSpPr>
          <p:cNvPr id="12" name="TextBox 11"/>
          <p:cNvSpPr txBox="1"/>
          <p:nvPr/>
        </p:nvSpPr>
        <p:spPr>
          <a:xfrm>
            <a:off x="649224" y="4562856"/>
            <a:ext cx="301752" cy="365760"/>
          </a:xfrm>
          <a:prstGeom prst="rect">
            <a:avLst/>
          </a:prstGeom>
          <a:noFill/>
        </p:spPr>
        <p:txBody>
          <a:bodyPr wrap="square" lIns="0" rIns="0" tIns="0" bIns="0" anchor="t">
            <a:spAutoFit/>
          </a:bodyPr>
          <a:lstStyle/>
          <a:p>
            <a:pPr algn="l">
              <a:lnSpc>
                <a:spcPct val="112000"/>
              </a:lnSpc>
              <a:spcBef>
                <a:spcPts val="0"/>
              </a:spcBef>
              <a:spcAft>
                <a:spcPts val="400"/>
              </a:spcAft>
            </a:pPr>
            <a:r>
              <a:rPr sz="2100" b="1" i="0">
                <a:solidFill>
                  <a:srgbClr val="0E88AE"/>
                </a:solidFill>
                <a:latin typeface="Open Sans"/>
                <a:ea typeface="Noto Sans CJK KR"/>
              </a:rPr>
              <a:t>3</a:t>
            </a:r>
          </a:p>
        </p:txBody>
      </p:sp>
      <p:sp>
        <p:nvSpPr>
          <p:cNvPr id="13" name="TextBox 12"/>
          <p:cNvSpPr txBox="1"/>
          <p:nvPr/>
        </p:nvSpPr>
        <p:spPr>
          <a:xfrm>
            <a:off x="1051560" y="4562856"/>
            <a:ext cx="6272783" cy="832103"/>
          </a:xfrm>
          <a:prstGeom prst="rect">
            <a:avLst/>
          </a:prstGeom>
          <a:noFill/>
        </p:spPr>
        <p:txBody>
          <a:bodyPr wrap="square" lIns="0" rIns="0" tIns="0" bIns="0" anchor="t">
            <a:spAutoFit/>
          </a:bodyPr>
          <a:lstStyle/>
          <a:p>
            <a:pPr algn="l">
              <a:lnSpc>
                <a:spcPct val="112000"/>
              </a:lnSpc>
              <a:spcBef>
                <a:spcPts val="0"/>
              </a:spcBef>
              <a:spcAft>
                <a:spcPts val="400"/>
              </a:spcAft>
            </a:pPr>
            <a:r>
              <a:rPr sz="1900" b="0" i="0">
                <a:solidFill>
                  <a:srgbClr val="4E4F51"/>
                </a:solidFill>
                <a:latin typeface="Open Sans"/>
                <a:ea typeface="Noto Sans CJK KR"/>
              </a:rPr>
              <a:t>Commander를 다시 열어 결과가 남았는지 확인합니다.</a:t>
            </a:r>
          </a:p>
        </p:txBody>
      </p:sp>
      <p:sp>
        <p:nvSpPr>
          <p:cNvPr id="14" name="Rectangle 13"/>
          <p:cNvSpPr/>
          <p:nvPr/>
        </p:nvSpPr>
        <p:spPr>
          <a:xfrm>
            <a:off x="7744968" y="2267712"/>
            <a:ext cx="3785615" cy="3108960"/>
          </a:xfrm>
          <a:prstGeom prst="rect">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955279" y="2478024"/>
            <a:ext cx="3383280" cy="402336"/>
          </a:xfrm>
          <a:prstGeom prst="rect">
            <a:avLst/>
          </a:prstGeom>
          <a:noFill/>
        </p:spPr>
        <p:txBody>
          <a:bodyPr wrap="square" lIns="0" rIns="0" tIns="0" bIns="0" anchor="t">
            <a:spAutoFit/>
          </a:bodyPr>
          <a:lstStyle/>
          <a:p>
            <a:pPr algn="l">
              <a:lnSpc>
                <a:spcPct val="112000"/>
              </a:lnSpc>
              <a:spcBef>
                <a:spcPts val="0"/>
              </a:spcBef>
              <a:spcAft>
                <a:spcPts val="400"/>
              </a:spcAft>
            </a:pPr>
            <a:r>
              <a:rPr sz="2200" b="1" i="0">
                <a:solidFill>
                  <a:srgbClr val="004C97"/>
                </a:solidFill>
                <a:latin typeface="Open Sans"/>
                <a:ea typeface="Noto Sans CJK KR"/>
              </a:rPr>
              <a:t>완료 확인</a:t>
            </a:r>
          </a:p>
        </p:txBody>
      </p:sp>
      <p:sp>
        <p:nvSpPr>
          <p:cNvPr id="16" name="TextBox 15"/>
          <p:cNvSpPr txBox="1"/>
          <p:nvPr/>
        </p:nvSpPr>
        <p:spPr>
          <a:xfrm>
            <a:off x="7964424" y="3017520"/>
            <a:ext cx="3364992" cy="332353"/>
          </a:xfrm>
          <a:prstGeom prst="rect">
            <a:avLst/>
          </a:prstGeom>
          <a:noFill/>
        </p:spPr>
        <p:txBody>
          <a:bodyPr wrap="square" lIns="0" rIns="0" tIns="0" bIns="0" anchor="t">
            <a:spAutoFit/>
          </a:bodyPr>
          <a:lstStyle/>
          <a:p>
            <a:pPr algn="l">
              <a:lnSpc>
                <a:spcPct val="112000"/>
              </a:lnSpc>
              <a:spcBef>
                <a:spcPts val="0"/>
              </a:spcBef>
              <a:spcAft>
                <a:spcPts val="400"/>
              </a:spcAft>
            </a:pPr>
            <a:r>
              <a:rPr sz="1600" b="0" i="0">
                <a:solidFill>
                  <a:srgbClr val="4E4F51"/>
                </a:solidFill>
                <a:latin typeface="Open Sans"/>
                <a:ea typeface="Noto Sans CJK KR"/>
              </a:rPr>
              <a:t>□ 저장 완료 응답을 받았습니다</a:t>
            </a:r>
          </a:p>
        </p:txBody>
      </p:sp>
      <p:sp>
        <p:nvSpPr>
          <p:cNvPr id="17" name="TextBox 16"/>
          <p:cNvSpPr txBox="1"/>
          <p:nvPr/>
        </p:nvSpPr>
        <p:spPr>
          <a:xfrm>
            <a:off x="7964424" y="3441313"/>
            <a:ext cx="3364992" cy="646419"/>
          </a:xfrm>
          <a:prstGeom prst="rect">
            <a:avLst/>
          </a:prstGeom>
          <a:noFill/>
        </p:spPr>
        <p:txBody>
          <a:bodyPr wrap="square" lIns="0" rIns="0" tIns="0" bIns="0" anchor="t">
            <a:spAutoFit/>
          </a:bodyPr>
          <a:lstStyle/>
          <a:p>
            <a:pPr algn="l">
              <a:lnSpc>
                <a:spcPct val="112000"/>
              </a:lnSpc>
              <a:spcBef>
                <a:spcPts val="0"/>
              </a:spcBef>
              <a:spcAft>
                <a:spcPts val="400"/>
              </a:spcAft>
            </a:pPr>
            <a:r>
              <a:rPr sz="1600" b="0" i="0">
                <a:solidFill>
                  <a:srgbClr val="4E4F51"/>
                </a:solidFill>
                <a:latin typeface="Open Sans"/>
                <a:ea typeface="Noto Sans CJK KR"/>
              </a:rPr>
              <a:t>□ 정리된 표에 Lab 2, Lab 3에서 만든 테스트케이스가 있습니다</a:t>
            </a:r>
          </a:p>
        </p:txBody>
      </p:sp>
      <p:sp>
        <p:nvSpPr>
          <p:cNvPr id="18" name="TextBox 17"/>
          <p:cNvSpPr txBox="1"/>
          <p:nvPr/>
        </p:nvSpPr>
        <p:spPr>
          <a:xfrm>
            <a:off x="7964424" y="4179173"/>
            <a:ext cx="3364992" cy="646419"/>
          </a:xfrm>
          <a:prstGeom prst="rect">
            <a:avLst/>
          </a:prstGeom>
          <a:noFill/>
        </p:spPr>
        <p:txBody>
          <a:bodyPr wrap="square" lIns="0" rIns="0" tIns="0" bIns="0" anchor="t">
            <a:spAutoFit/>
          </a:bodyPr>
          <a:lstStyle/>
          <a:p>
            <a:pPr algn="l">
              <a:lnSpc>
                <a:spcPct val="112000"/>
              </a:lnSpc>
              <a:spcBef>
                <a:spcPts val="0"/>
              </a:spcBef>
              <a:spcAft>
                <a:spcPts val="400"/>
              </a:spcAft>
            </a:pPr>
            <a:r>
              <a:rPr sz="1600" b="0" i="0">
                <a:solidFill>
                  <a:srgbClr val="4E4F51"/>
                </a:solidFill>
                <a:latin typeface="Open Sans"/>
                <a:ea typeface="Noto Sans CJK KR"/>
              </a:rPr>
              <a:t>□ Commander를 닫았다가 다시 열어도 테스트케이스가 남아 있습니다</a:t>
            </a:r>
          </a:p>
        </p:txBody>
      </p:sp>
      <p:sp>
        <p:nvSpPr>
          <p:cNvPr id="19" name="TextBox 18"/>
          <p:cNvSpPr txBox="1"/>
          <p:nvPr/>
        </p:nvSpPr>
        <p:spPr>
          <a:xfrm>
            <a:off x="649224" y="5504688"/>
            <a:ext cx="10698480" cy="292608"/>
          </a:xfrm>
          <a:prstGeom prst="rect">
            <a:avLst/>
          </a:prstGeom>
          <a:noFill/>
        </p:spPr>
        <p:txBody>
          <a:bodyPr wrap="square" lIns="0" rIns="0" tIns="0" bIns="0" anchor="t">
            <a:spAutoFit/>
          </a:bodyPr>
          <a:lstStyle/>
          <a:p>
            <a:pPr algn="l">
              <a:lnSpc>
                <a:spcPct val="112000"/>
              </a:lnSpc>
              <a:spcBef>
                <a:spcPts val="0"/>
              </a:spcBef>
              <a:spcAft>
                <a:spcPts val="400"/>
              </a:spcAft>
            </a:pPr>
            <a:r>
              <a:rPr sz="1400" b="1" i="0">
                <a:solidFill>
                  <a:srgbClr val="0E88AE"/>
                </a:solidFill>
                <a:latin typeface="Open Sans"/>
                <a:ea typeface="Noto Sans CJK KR"/>
              </a:rPr>
              <a:t>02:05–02:15 / 직접 실습 10분</a:t>
            </a:r>
          </a:p>
        </p:txBody>
      </p:sp>
      <p:sp>
        <p:nvSpPr>
          <p:cNvPr id="20" name="TextBox 19"/>
          <p:cNvSpPr txBox="1"/>
          <p:nvPr/>
        </p:nvSpPr>
        <p:spPr>
          <a:xfrm>
            <a:off x="9784080" y="6373368"/>
            <a:ext cx="1737360" cy="109728"/>
          </a:xfrm>
          <a:prstGeom prst="rect">
            <a:avLst/>
          </a:prstGeom>
          <a:noFill/>
        </p:spPr>
        <p:txBody>
          <a:bodyPr wrap="square" lIns="0" rIns="0" tIns="0" bIns="0" anchor="t">
            <a:spAutoFit/>
          </a:bodyPr>
          <a:lstStyle/>
          <a:p>
            <a:pPr algn="r">
              <a:lnSpc>
                <a:spcPct val="112000"/>
              </a:lnSpc>
              <a:spcBef>
                <a:spcPts val="0"/>
              </a:spcBef>
              <a:spcAft>
                <a:spcPts val="0"/>
              </a:spcAft>
            </a:pPr>
            <a:r>
              <a:rPr sz="750" b="0" i="0">
                <a:solidFill>
                  <a:srgbClr val="4E4F51"/>
                </a:solidFill>
                <a:latin typeface="Open Sans"/>
                <a:ea typeface="Noto Sans CJK KR"/>
              </a:rPr>
              <a:t>워크북 3장 Lab 5</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6" name="Title 5"/>
          <p:cNvSpPr>
            <a:spLocks noGrp="1"/>
          </p:cNvSpPr>
          <p:nvPr>
            <p:ph type="title"/>
          </p:nvPr>
        </p:nvSpPr>
        <p:spPr/>
        <p:txBody>
          <a:bodyPr/>
          <a:lstStyle/>
          <a:p>
            <a:r>
              <a:rPr sz="3100" b="0" i="0">
                <a:solidFill>
                  <a:srgbClr val="004C97"/>
                </a:solidFill>
                <a:latin typeface="Open Sans"/>
                <a:ea typeface="Noto Sans CJK KR"/>
              </a:rPr>
              <a:t>Lab 5 | 저장과 체크인</a:t>
            </a:r>
          </a:p>
        </p:txBody>
      </p:sp>
      <p:sp>
        <p:nvSpPr>
          <p:cNvPr id="7" name="TextBox 6"/>
          <p:cNvSpPr txBox="1"/>
          <p:nvPr/>
        </p:nvSpPr>
        <p:spPr>
          <a:xfrm>
            <a:off x="1828800" y="6510528"/>
            <a:ext cx="8046720" cy="210312"/>
          </a:xfrm>
          <a:prstGeom prst="rect">
            <a:avLst/>
          </a:prstGeom>
          <a:noFill/>
        </p:spPr>
        <p:txBody>
          <a:bodyPr wrap="square" lIns="0" rIns="0" tIns="0" bIns="0" anchor="t">
            <a:spAutoFit/>
          </a:bodyPr>
          <a:lstStyle/>
          <a:p>
            <a:pPr algn="l">
              <a:lnSpc>
                <a:spcPct val="112000"/>
              </a:lnSpc>
              <a:spcBef>
                <a:spcPts val="0"/>
              </a:spcBef>
              <a:spcAft>
                <a:spcPts val="0"/>
              </a:spcAft>
            </a:pPr>
            <a:r>
              <a:rPr sz="1000" b="0" i="0">
                <a:solidFill>
                  <a:srgbClr val="FFFFFF"/>
                </a:solidFill>
                <a:latin typeface="Open Sans"/>
                <a:ea typeface="Noto Sans CJK KR"/>
              </a:rPr>
              <a:t>Tosca Commander MCP 입문  |  AI 어시스턴트 실습</a:t>
            </a:r>
          </a:p>
        </p:txBody>
      </p:sp>
      <p:sp>
        <p:nvSpPr>
          <p:cNvPr id="8" name="TextBox 7"/>
          <p:cNvSpPr txBox="1"/>
          <p:nvPr/>
        </p:nvSpPr>
        <p:spPr>
          <a:xfrm>
            <a:off x="11503152" y="6510528"/>
            <a:ext cx="292608" cy="228600"/>
          </a:xfrm>
          <a:prstGeom prst="rect">
            <a:avLst/>
          </a:prstGeom>
          <a:noFill/>
        </p:spPr>
        <p:txBody>
          <a:bodyPr wrap="none" lIns="0" rIns="0" tIns="0" bIns="0">
            <a:spAutoFit/>
          </a:bodyPr>
          <a:lstStyle/>
          <a:p>
            <a:pPr algn="l"/>
            <a:fld id="{5C7A3F71-3D8E-4C1B-9A44-2E5B7D0F6A11}" type="slidenum">
              <a:rPr lang="ko-KR" sz="1100">
                <a:solidFill>
                  <a:srgbClr val="FFFFFF"/>
                </a:solidFill>
                <a:latin typeface="Open Sans"/>
                <a:ea typeface="Noto Sans CJK KR"/>
              </a:rPr>
              <a:t>32</a:t>
            </a:fld>
          </a:p>
        </p:txBody>
      </p:sp>
      <p:sp>
        <p:nvSpPr>
          <p:cNvPr id="9" name="Rectangle 8"/>
          <p:cNvSpPr/>
          <p:nvPr/>
        </p:nvSpPr>
        <p:spPr>
          <a:xfrm>
            <a:off x="649224" y="1298448"/>
            <a:ext cx="5257800" cy="1463040"/>
          </a:xfrm>
          <a:prstGeom prst="rect">
            <a:avLst/>
          </a:prstGeom>
          <a:solidFill>
            <a:srgbClr val="F1F5F9"/>
          </a:solidFill>
          <a:ln w="10160">
            <a:solidFill>
              <a:srgbClr val="DCE5E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50392" y="1444751"/>
            <a:ext cx="4855464" cy="274320"/>
          </a:xfrm>
          <a:prstGeom prst="rect">
            <a:avLst/>
          </a:prstGeom>
          <a:noFill/>
        </p:spPr>
        <p:txBody>
          <a:bodyPr wrap="square" lIns="0" rIns="0" tIns="0" bIns="0" anchor="t">
            <a:spAutoFit/>
          </a:bodyPr>
          <a:lstStyle/>
          <a:p>
            <a:pPr algn="l">
              <a:lnSpc>
                <a:spcPct val="112000"/>
              </a:lnSpc>
              <a:spcBef>
                <a:spcPts val="0"/>
              </a:spcBef>
              <a:spcAft>
                <a:spcPts val="0"/>
              </a:spcAft>
            </a:pPr>
            <a:r>
              <a:rPr sz="1300" b="1" i="0">
                <a:solidFill>
                  <a:srgbClr val="0E88AE"/>
                </a:solidFill>
                <a:latin typeface="Open Sans"/>
                <a:ea typeface="Noto Sans CJK KR"/>
              </a:rPr>
              <a:t>프롬프트 5-1</a:t>
            </a:r>
          </a:p>
        </p:txBody>
      </p:sp>
      <p:sp>
        <p:nvSpPr>
          <p:cNvPr id="11" name="TextBox 10"/>
          <p:cNvSpPr txBox="1"/>
          <p:nvPr/>
        </p:nvSpPr>
        <p:spPr>
          <a:xfrm>
            <a:off x="850392" y="1801368"/>
            <a:ext cx="4855464" cy="841248"/>
          </a:xfrm>
          <a:prstGeom prst="rect">
            <a:avLst/>
          </a:prstGeom>
          <a:noFill/>
        </p:spPr>
        <p:txBody>
          <a:bodyPr wrap="square" lIns="0" rIns="0" tIns="0" bIns="0" anchor="t">
            <a:spAutoFit/>
          </a:bodyPr>
          <a:lstStyle/>
          <a:p>
            <a:pPr algn="l">
              <a:lnSpc>
                <a:spcPct val="108000"/>
              </a:lnSpc>
              <a:spcBef>
                <a:spcPts val="0"/>
              </a:spcBef>
              <a:spcAft>
                <a:spcPts val="200"/>
              </a:spcAft>
            </a:pPr>
            <a:r>
              <a:rPr sz="1550" b="0" i="0">
                <a:solidFill>
                  <a:srgbClr val="4E4F51"/>
                </a:solidFill>
                <a:latin typeface="Open Sans"/>
                <a:ea typeface="Noto Sans CJK KR"/>
              </a:rPr>
              <a:t>오늘 만들거나 바꾼 객체를 경로와 함께 표로 정리하고, 워크스페이스를 저장해줘.</a:t>
            </a:r>
          </a:p>
        </p:txBody>
      </p:sp>
      <p:sp>
        <p:nvSpPr>
          <p:cNvPr id="12" name="Rectangle 11"/>
          <p:cNvSpPr/>
          <p:nvPr/>
        </p:nvSpPr>
        <p:spPr>
          <a:xfrm>
            <a:off x="649224" y="2926080"/>
            <a:ext cx="5257800" cy="2697480"/>
          </a:xfrm>
          <a:prstGeom prst="rect">
            <a:avLst/>
          </a:prstGeom>
          <a:solidFill>
            <a:srgbClr val="F1F5F9"/>
          </a:solidFill>
          <a:ln w="10160">
            <a:solidFill>
              <a:srgbClr val="DCE5E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50392" y="3072384"/>
            <a:ext cx="4855464" cy="274320"/>
          </a:xfrm>
          <a:prstGeom prst="rect">
            <a:avLst/>
          </a:prstGeom>
          <a:noFill/>
        </p:spPr>
        <p:txBody>
          <a:bodyPr wrap="square" lIns="0" rIns="0" tIns="0" bIns="0" anchor="t">
            <a:spAutoFit/>
          </a:bodyPr>
          <a:lstStyle/>
          <a:p>
            <a:pPr algn="l">
              <a:lnSpc>
                <a:spcPct val="112000"/>
              </a:lnSpc>
              <a:spcBef>
                <a:spcPts val="0"/>
              </a:spcBef>
              <a:spcAft>
                <a:spcPts val="0"/>
              </a:spcAft>
            </a:pPr>
            <a:r>
              <a:rPr sz="1300" b="1" i="0">
                <a:solidFill>
                  <a:srgbClr val="0E88AE"/>
                </a:solidFill>
                <a:latin typeface="Open Sans"/>
                <a:ea typeface="Noto Sans CJK KR"/>
              </a:rPr>
              <a:t>프롬프트 5-2 (멀티 유저일 때)</a:t>
            </a:r>
          </a:p>
        </p:txBody>
      </p:sp>
      <p:sp>
        <p:nvSpPr>
          <p:cNvPr id="14" name="TextBox 13"/>
          <p:cNvSpPr txBox="1"/>
          <p:nvPr/>
        </p:nvSpPr>
        <p:spPr>
          <a:xfrm>
            <a:off x="850392" y="3429000"/>
            <a:ext cx="4855464" cy="2075688"/>
          </a:xfrm>
          <a:prstGeom prst="rect">
            <a:avLst/>
          </a:prstGeom>
          <a:noFill/>
        </p:spPr>
        <p:txBody>
          <a:bodyPr wrap="square" lIns="0" rIns="0" tIns="0" bIns="0" anchor="t">
            <a:spAutoFit/>
          </a:bodyPr>
          <a:lstStyle/>
          <a:p>
            <a:pPr algn="l">
              <a:lnSpc>
                <a:spcPct val="108000"/>
              </a:lnSpc>
              <a:spcBef>
                <a:spcPts val="0"/>
              </a:spcBef>
              <a:spcAft>
                <a:spcPts val="200"/>
              </a:spcAft>
            </a:pPr>
            <a:r>
              <a:rPr sz="1500" b="0" i="0">
                <a:solidFill>
                  <a:srgbClr val="4E4F51"/>
                </a:solidFill>
                <a:latin typeface="Open Sans"/>
                <a:ea typeface="Noto Sans CJK KR"/>
              </a:rPr>
              <a:t>이번 대화에서 체크아웃하거나 바꾼 객체 목록을 먼저 보여줘. 체크인은 내가 체크아웃한 객체 전부에 적용되니까, 내가 목록을 확인하면 저장하고 체크인해줘. 체크인 코멘트는 'MCP 실습: 로그인 테스트 추가'로 남겨줘.</a:t>
            </a:r>
          </a:p>
        </p:txBody>
      </p:sp>
      <p:sp>
        <p:nvSpPr>
          <p:cNvPr id="15" name="TextBox 14"/>
          <p:cNvSpPr txBox="1"/>
          <p:nvPr/>
        </p:nvSpPr>
        <p:spPr>
          <a:xfrm>
            <a:off x="6190488" y="1307592"/>
            <a:ext cx="5340096" cy="502920"/>
          </a:xfrm>
          <a:prstGeom prst="rect">
            <a:avLst/>
          </a:prstGeom>
          <a:noFill/>
        </p:spPr>
        <p:txBody>
          <a:bodyPr wrap="square" lIns="0" rIns="0" tIns="0" bIns="0" anchor="t">
            <a:spAutoFit/>
          </a:bodyPr>
          <a:lstStyle/>
          <a:p>
            <a:pPr algn="l">
              <a:lnSpc>
                <a:spcPct val="112000"/>
              </a:lnSpc>
              <a:spcBef>
                <a:spcPts val="0"/>
              </a:spcBef>
              <a:spcAft>
                <a:spcPts val="400"/>
              </a:spcAft>
            </a:pPr>
            <a:r>
              <a:rPr sz="2200" b="1" i="0">
                <a:solidFill>
                  <a:srgbClr val="004C97"/>
                </a:solidFill>
                <a:latin typeface="Open Sans"/>
                <a:ea typeface="Noto Sans CJK KR"/>
              </a:rPr>
              <a:t>시작과 끝에 하는 일</a:t>
            </a:r>
          </a:p>
        </p:txBody>
      </p:sp>
      <p:graphicFrame>
        <p:nvGraphicFramePr>
          <p:cNvPr id="16" name="Table 15"/>
          <p:cNvGraphicFramePr>
            <a:graphicFrameLocks noGrp="1"/>
          </p:cNvGraphicFramePr>
          <p:nvPr/>
        </p:nvGraphicFramePr>
        <p:xfrm>
          <a:off x="6190488" y="1920240"/>
          <a:ext cx="5340096" cy="1709470"/>
        </p:xfrm>
        <a:graphic>
          <a:graphicData uri="http://schemas.openxmlformats.org/drawingml/2006/table">
            <a:tbl>
              <a:tblPr firstRow="1" bandRow="1">
                <a:tableStyleId>{5C22544A-7EE6-4342-B048-85BDC9FD1C3A}</a:tableStyleId>
              </a:tblPr>
              <a:tblGrid>
                <a:gridCol w="1463040"/>
                <a:gridCol w="3877056"/>
              </a:tblGrid>
              <a:tr h="457200">
                <a:tc>
                  <a:txBody>
                    <a:bodyPr wrap="square"/>
                    <a:lstStyle/>
                    <a:p>
                      <a:pPr>
                        <a:lnSpc>
                          <a:spcPct val="106000"/>
                        </a:lnSpc>
                        <a:spcAft>
                          <a:spcPts val="0"/>
                        </a:spcAft>
                      </a:pPr>
                      <a:r>
                        <a:rPr sz="1550" b="1" i="0">
                          <a:solidFill>
                            <a:srgbClr val="FFFFFF"/>
                          </a:solidFill>
                          <a:latin typeface="Open Sans"/>
                          <a:ea typeface="Noto Sans CJK KR"/>
                        </a:rPr>
                        <a:t>구분</a:t>
                      </a:r>
                    </a:p>
                  </a:txBody>
                  <a:tcPr marL="109728" marR="91440" marT="54864" marB="45720" anchor="ctr">
                    <a:solidFill>
                      <a:srgbClr val="004C97"/>
                    </a:solidFill>
                  </a:tcPr>
                </a:tc>
                <a:tc>
                  <a:txBody>
                    <a:bodyPr wrap="square"/>
                    <a:lstStyle/>
                    <a:p>
                      <a:pPr>
                        <a:lnSpc>
                          <a:spcPct val="106000"/>
                        </a:lnSpc>
                        <a:spcAft>
                          <a:spcPts val="0"/>
                        </a:spcAft>
                      </a:pPr>
                      <a:r>
                        <a:rPr sz="1550" b="1" i="0">
                          <a:solidFill>
                            <a:srgbClr val="FFFFFF"/>
                          </a:solidFill>
                          <a:latin typeface="Open Sans"/>
                          <a:ea typeface="Noto Sans CJK KR"/>
                        </a:rPr>
                        <a:t>할 일</a:t>
                      </a:r>
                    </a:p>
                  </a:txBody>
                  <a:tcPr marL="109728" marR="91440" marT="54864" marB="45720" anchor="ctr">
                    <a:solidFill>
                      <a:srgbClr val="004C97"/>
                    </a:solidFill>
                  </a:tcPr>
                </a:tc>
              </a:tr>
              <a:tr h="566928">
                <a:tc>
                  <a:txBody>
                    <a:bodyPr wrap="square"/>
                    <a:lstStyle/>
                    <a:p>
                      <a:pPr>
                        <a:lnSpc>
                          <a:spcPct val="106000"/>
                        </a:lnSpc>
                        <a:spcAft>
                          <a:spcPts val="0"/>
                        </a:spcAft>
                      </a:pPr>
                      <a:r>
                        <a:rPr sz="1500" b="1" i="0">
                          <a:solidFill>
                            <a:srgbClr val="4E4F51"/>
                          </a:solidFill>
                          <a:latin typeface="Open Sans"/>
                          <a:ea typeface="Noto Sans CJK KR"/>
                        </a:rPr>
                        <a:t>싱글 유저</a:t>
                      </a:r>
                    </a:p>
                  </a:txBody>
                  <a:tcPr marL="109728" marR="91440" marT="54864" marB="45720" anchor="ctr">
                    <a:solidFill>
                      <a:srgbClr val="F1F5F9"/>
                    </a:solidFill>
                  </a:tcPr>
                </a:tc>
                <a:tc>
                  <a:txBody>
                    <a:bodyPr wrap="square"/>
                    <a:lstStyle/>
                    <a:p>
                      <a:pPr>
                        <a:lnSpc>
                          <a:spcPct val="106000"/>
                        </a:lnSpc>
                        <a:spcAft>
                          <a:spcPts val="0"/>
                        </a:spcAft>
                      </a:pPr>
                      <a:r>
                        <a:rPr sz="1500" b="0" i="0">
                          <a:solidFill>
                            <a:srgbClr val="4E4F51"/>
                          </a:solidFill>
                          <a:latin typeface="Open Sans"/>
                          <a:ea typeface="Noto Sans CJK KR"/>
                        </a:rPr>
                        <a:t>끝: save_workspace</a:t>
                      </a:r>
                    </a:p>
                  </a:txBody>
                  <a:tcPr marL="109728" marR="91440" marT="54864" marB="45720" anchor="ctr">
                    <a:solidFill>
                      <a:srgbClr val="F1F5F9"/>
                    </a:solidFill>
                  </a:tcPr>
                </a:tc>
              </a:tr>
              <a:tr h="685342">
                <a:tc>
                  <a:txBody>
                    <a:bodyPr wrap="square"/>
                    <a:lstStyle/>
                    <a:p>
                      <a:pPr>
                        <a:lnSpc>
                          <a:spcPct val="106000"/>
                        </a:lnSpc>
                        <a:spcAft>
                          <a:spcPts val="0"/>
                        </a:spcAft>
                      </a:pPr>
                      <a:r>
                        <a:rPr sz="1500" b="1" i="0">
                          <a:solidFill>
                            <a:srgbClr val="4E4F51"/>
                          </a:solidFill>
                          <a:latin typeface="Open Sans"/>
                          <a:ea typeface="Noto Sans CJK KR"/>
                        </a:rPr>
                        <a:t>멀티 유저</a:t>
                      </a:r>
                    </a:p>
                  </a:txBody>
                  <a:tcPr marL="109728" marR="91440" marT="54864" marB="45720" anchor="ctr">
                    <a:solidFill>
                      <a:srgbClr val="FFFFFF"/>
                    </a:solidFill>
                  </a:tcPr>
                </a:tc>
                <a:tc>
                  <a:txBody>
                    <a:bodyPr wrap="square"/>
                    <a:lstStyle/>
                    <a:p>
                      <a:pPr>
                        <a:lnSpc>
                          <a:spcPct val="106000"/>
                        </a:lnSpc>
                        <a:spcAft>
                          <a:spcPts val="0"/>
                        </a:spcAft>
                      </a:pPr>
                      <a:r>
                        <a:rPr sz="1500" b="0" i="0">
                          <a:solidFill>
                            <a:srgbClr val="4E4F51"/>
                          </a:solidFill>
                          <a:latin typeface="Open Sans"/>
                          <a:ea typeface="Noto Sans CJK KR"/>
                        </a:rPr>
                        <a:t>시작: update_all → Checkout</a:t>
                      </a:r>
                    </a:p>
                    <a:p>
                      <a:pPr>
                        <a:lnSpc>
                          <a:spcPct val="106000"/>
                        </a:lnSpc>
                        <a:spcAft>
                          <a:spcPts val="0"/>
                        </a:spcAft>
                      </a:pPr>
                      <a:r>
                        <a:rPr sz="1500" b="0" i="0">
                          <a:solidFill>
                            <a:srgbClr val="4E4F51"/>
                          </a:solidFill>
                          <a:latin typeface="Open Sans"/>
                          <a:ea typeface="Noto Sans CJK KR"/>
                        </a:rPr>
                        <a:t>끝: save_workspace → check_in_all</a:t>
                      </a:r>
                    </a:p>
                  </a:txBody>
                  <a:tcPr marL="109728" marR="91440" marT="54864" marB="45720" anchor="ctr">
                    <a:solidFill>
                      <a:srgbClr val="FFFFFF"/>
                    </a:solidFill>
                  </a:tcPr>
                </a:tc>
              </a:tr>
            </a:tbl>
          </a:graphicData>
        </a:graphic>
      </p:graphicFrame>
      <p:sp>
        <p:nvSpPr>
          <p:cNvPr id="17" name="TextBox 16"/>
          <p:cNvSpPr txBox="1"/>
          <p:nvPr/>
        </p:nvSpPr>
        <p:spPr>
          <a:xfrm>
            <a:off x="6190488" y="3931920"/>
            <a:ext cx="5340096" cy="1645920"/>
          </a:xfrm>
          <a:prstGeom prst="rect">
            <a:avLst/>
          </a:prstGeom>
          <a:noFill/>
        </p:spPr>
        <p:txBody>
          <a:bodyPr wrap="square" lIns="0" rIns="0" tIns="0" bIns="0" anchor="t">
            <a:spAutoFit/>
          </a:bodyPr>
          <a:lstStyle/>
          <a:p>
            <a:pPr algn="l">
              <a:lnSpc>
                <a:spcPct val="112000"/>
              </a:lnSpc>
              <a:spcBef>
                <a:spcPts val="0"/>
              </a:spcBef>
              <a:spcAft>
                <a:spcPts val="400"/>
              </a:spcAft>
            </a:pPr>
            <a:r>
              <a:rPr sz="1600" b="0" i="0">
                <a:solidFill>
                  <a:srgbClr val="4E4F51"/>
                </a:solidFill>
                <a:latin typeface="Open Sans"/>
                <a:ea typeface="Noto Sans CJK KR"/>
              </a:rPr>
              <a:t>check_in_all은 내가 체크아웃한 객체를 전부 체크인합니다. create_test_cases로 만든 테스트케이스는 만들 때 이미 저장·체크인됩니다.</a:t>
            </a:r>
          </a:p>
        </p:txBody>
      </p:sp>
      <p:sp>
        <p:nvSpPr>
          <p:cNvPr id="18" name="TextBox 17"/>
          <p:cNvSpPr txBox="1"/>
          <p:nvPr/>
        </p:nvSpPr>
        <p:spPr>
          <a:xfrm>
            <a:off x="9784080" y="6373368"/>
            <a:ext cx="1737360" cy="109728"/>
          </a:xfrm>
          <a:prstGeom prst="rect">
            <a:avLst/>
          </a:prstGeom>
          <a:noFill/>
        </p:spPr>
        <p:txBody>
          <a:bodyPr wrap="square" lIns="0" rIns="0" tIns="0" bIns="0" anchor="t">
            <a:spAutoFit/>
          </a:bodyPr>
          <a:lstStyle/>
          <a:p>
            <a:pPr algn="r">
              <a:lnSpc>
                <a:spcPct val="112000"/>
              </a:lnSpc>
              <a:spcBef>
                <a:spcPts val="0"/>
              </a:spcBef>
              <a:spcAft>
                <a:spcPts val="0"/>
              </a:spcAft>
            </a:pPr>
            <a:r>
              <a:rPr sz="750" b="0" i="0">
                <a:solidFill>
                  <a:srgbClr val="4E4F51"/>
                </a:solidFill>
                <a:latin typeface="Open Sans"/>
                <a:ea typeface="Noto Sans CJK KR"/>
              </a:rPr>
              <a:t>워크북 3장 Lab 5</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100" b="0" i="0">
                <a:solidFill>
                  <a:srgbClr val="004C97"/>
                </a:solidFill>
                <a:latin typeface="Open Sans"/>
                <a:ea typeface="Noto Sans CJK KR"/>
              </a:rPr>
              <a:t>실습 중에 막혔을 때</a:t>
            </a:r>
          </a:p>
        </p:txBody>
      </p:sp>
      <p:sp>
        <p:nvSpPr>
          <p:cNvPr id="3" name="TextBox 2"/>
          <p:cNvSpPr txBox="1"/>
          <p:nvPr/>
        </p:nvSpPr>
        <p:spPr>
          <a:xfrm>
            <a:off x="1828800" y="6510528"/>
            <a:ext cx="8046720" cy="210312"/>
          </a:xfrm>
          <a:prstGeom prst="rect">
            <a:avLst/>
          </a:prstGeom>
          <a:noFill/>
        </p:spPr>
        <p:txBody>
          <a:bodyPr wrap="square" lIns="0" rIns="0" tIns="0" bIns="0" anchor="t">
            <a:spAutoFit/>
          </a:bodyPr>
          <a:lstStyle/>
          <a:p>
            <a:pPr algn="l">
              <a:lnSpc>
                <a:spcPct val="112000"/>
              </a:lnSpc>
              <a:spcBef>
                <a:spcPts val="0"/>
              </a:spcBef>
              <a:spcAft>
                <a:spcPts val="0"/>
              </a:spcAft>
            </a:pPr>
            <a:r>
              <a:rPr sz="1000" b="0" i="0">
                <a:solidFill>
                  <a:srgbClr val="FFFFFF"/>
                </a:solidFill>
                <a:latin typeface="Open Sans"/>
                <a:ea typeface="Noto Sans CJK KR"/>
              </a:rPr>
              <a:t>Tosca Commander MCP 입문  |  AI 어시스턴트 실습</a:t>
            </a:r>
          </a:p>
        </p:txBody>
      </p:sp>
      <p:sp>
        <p:nvSpPr>
          <p:cNvPr id="4" name="TextBox 3"/>
          <p:cNvSpPr txBox="1"/>
          <p:nvPr/>
        </p:nvSpPr>
        <p:spPr>
          <a:xfrm>
            <a:off x="11503152" y="6510528"/>
            <a:ext cx="292608" cy="228600"/>
          </a:xfrm>
          <a:prstGeom prst="rect">
            <a:avLst/>
          </a:prstGeom>
          <a:noFill/>
        </p:spPr>
        <p:txBody>
          <a:bodyPr wrap="none" lIns="0" rIns="0" tIns="0" bIns="0">
            <a:spAutoFit/>
          </a:bodyPr>
          <a:lstStyle/>
          <a:p>
            <a:pPr algn="l"/>
            <a:fld id="{5C7A3F71-3D8E-4C1B-9A44-2E5B7D0F6A11}" type="slidenum">
              <a:rPr lang="ko-KR" sz="1100">
                <a:solidFill>
                  <a:srgbClr val="FFFFFF"/>
                </a:solidFill>
                <a:latin typeface="Open Sans"/>
                <a:ea typeface="Noto Sans CJK KR"/>
              </a:rPr>
              <a:t>33</a:t>
            </a:fld>
          </a:p>
        </p:txBody>
      </p:sp>
      <p:graphicFrame>
        <p:nvGraphicFramePr>
          <p:cNvPr id="5" name="Table 4"/>
          <p:cNvGraphicFramePr>
            <a:graphicFrameLocks noGrp="1"/>
          </p:cNvGraphicFramePr>
          <p:nvPr/>
        </p:nvGraphicFramePr>
        <p:xfrm>
          <a:off x="649224" y="1298448"/>
          <a:ext cx="10881360" cy="4258116"/>
        </p:xfrm>
        <a:graphic>
          <a:graphicData uri="http://schemas.openxmlformats.org/drawingml/2006/table">
            <a:tbl>
              <a:tblPr firstRow="1" bandRow="1">
                <a:tableStyleId>{5C22544A-7EE6-4342-B048-85BDC9FD1C3A}</a:tableStyleId>
              </a:tblPr>
              <a:tblGrid>
                <a:gridCol w="3017520"/>
                <a:gridCol w="7863840"/>
              </a:tblGrid>
              <a:tr h="457200">
                <a:tc>
                  <a:txBody>
                    <a:bodyPr wrap="square"/>
                    <a:lstStyle/>
                    <a:p>
                      <a:pPr>
                        <a:lnSpc>
                          <a:spcPct val="106000"/>
                        </a:lnSpc>
                        <a:spcAft>
                          <a:spcPts val="0"/>
                        </a:spcAft>
                      </a:pPr>
                      <a:r>
                        <a:rPr sz="1550" b="1" i="0">
                          <a:solidFill>
                            <a:srgbClr val="FFFFFF"/>
                          </a:solidFill>
                          <a:latin typeface="Open Sans"/>
                          <a:ea typeface="Noto Sans CJK KR"/>
                        </a:rPr>
                        <a:t>증상</a:t>
                      </a:r>
                    </a:p>
                  </a:txBody>
                  <a:tcPr marL="109728" marR="91440" marT="54864" marB="45720" anchor="ctr">
                    <a:solidFill>
                      <a:srgbClr val="004C97"/>
                    </a:solidFill>
                  </a:tcPr>
                </a:tc>
                <a:tc>
                  <a:txBody>
                    <a:bodyPr wrap="square"/>
                    <a:lstStyle/>
                    <a:p>
                      <a:pPr>
                        <a:lnSpc>
                          <a:spcPct val="106000"/>
                        </a:lnSpc>
                        <a:spcAft>
                          <a:spcPts val="0"/>
                        </a:spcAft>
                      </a:pPr>
                      <a:r>
                        <a:rPr sz="1550" b="1" i="0">
                          <a:solidFill>
                            <a:srgbClr val="FFFFFF"/>
                          </a:solidFill>
                          <a:latin typeface="Open Sans"/>
                          <a:ea typeface="Noto Sans CJK KR"/>
                        </a:rPr>
                        <a:t>이렇게 합니다</a:t>
                      </a:r>
                    </a:p>
                  </a:txBody>
                  <a:tcPr marL="109728" marR="91440" marT="54864" marB="45720" anchor="ctr">
                    <a:solidFill>
                      <a:srgbClr val="004C97"/>
                    </a:solidFill>
                  </a:tcPr>
                </a:tc>
              </a:tr>
              <a:tr h="666765">
                <a:tc>
                  <a:txBody>
                    <a:bodyPr wrap="square"/>
                    <a:lstStyle/>
                    <a:p>
                      <a:pPr>
                        <a:lnSpc>
                          <a:spcPct val="106000"/>
                        </a:lnSpc>
                        <a:spcAft>
                          <a:spcPts val="0"/>
                        </a:spcAft>
                      </a:pPr>
                      <a:r>
                        <a:rPr sz="1450" b="1" i="0">
                          <a:solidFill>
                            <a:srgbClr val="4E4F51"/>
                          </a:solidFill>
                          <a:latin typeface="Open Sans"/>
                          <a:ea typeface="Noto Sans CJK KR"/>
                        </a:rPr>
                        <a:t>연결 거부, 서버 응답 없음</a:t>
                      </a:r>
                    </a:p>
                  </a:txBody>
                  <a:tcPr marL="109728" marR="91440" marT="54864" marB="45720" anchor="ctr">
                    <a:solidFill>
                      <a:srgbClr val="F1F5F9"/>
                    </a:solidFill>
                  </a:tcPr>
                </a:tc>
                <a:tc>
                  <a:txBody>
                    <a:bodyPr wrap="square"/>
                    <a:lstStyle/>
                    <a:p>
                      <a:pPr>
                        <a:lnSpc>
                          <a:spcPct val="106000"/>
                        </a:lnSpc>
                        <a:spcAft>
                          <a:spcPts val="0"/>
                        </a:spcAft>
                      </a:pPr>
                      <a:r>
                        <a:rPr sz="1450" b="0" i="0">
                          <a:solidFill>
                            <a:srgbClr val="4E4F51"/>
                          </a:solidFill>
                          <a:latin typeface="Open Sans"/>
                          <a:ea typeface="Noto Sans CJK KR"/>
                        </a:rPr>
                        <a:t>Commander 실행 → 워크스페이스 열기 → 포트 46248 확인 (디버그 빌드는 8080, 직접 바꿨다면 그 값)</a:t>
                      </a:r>
                    </a:p>
                  </a:txBody>
                  <a:tcPr marL="109728" marR="91440" marT="54864" marB="45720" anchor="ctr">
                    <a:solidFill>
                      <a:srgbClr val="F1F5F9"/>
                    </a:solidFill>
                  </a:tcPr>
                </a:tc>
              </a:tr>
              <a:tr h="666765">
                <a:tc>
                  <a:txBody>
                    <a:bodyPr wrap="square"/>
                    <a:lstStyle/>
                    <a:p>
                      <a:pPr>
                        <a:lnSpc>
                          <a:spcPct val="106000"/>
                        </a:lnSpc>
                        <a:spcAft>
                          <a:spcPts val="0"/>
                        </a:spcAft>
                      </a:pPr>
                      <a:r>
                        <a:rPr sz="1450" b="1" i="0">
                          <a:solidFill>
                            <a:srgbClr val="4E4F51"/>
                          </a:solidFill>
                          <a:latin typeface="Open Sans"/>
                          <a:ea typeface="Noto Sans CJK KR"/>
                        </a:rPr>
                        <a:t>"Unknown task ..." 응답</a:t>
                      </a:r>
                    </a:p>
                  </a:txBody>
                  <a:tcPr marL="109728" marR="91440" marT="54864" marB="45720" anchor="ctr">
                    <a:solidFill>
                      <a:srgbClr val="FFFFFF"/>
                    </a:solidFill>
                  </a:tcPr>
                </a:tc>
                <a:tc>
                  <a:txBody>
                    <a:bodyPr wrap="square"/>
                    <a:lstStyle/>
                    <a:p>
                      <a:pPr>
                        <a:lnSpc>
                          <a:spcPct val="106000"/>
                        </a:lnSpc>
                        <a:spcAft>
                          <a:spcPts val="0"/>
                        </a:spcAft>
                      </a:pPr>
                      <a:r>
                        <a:rPr sz="1450" b="0" i="0">
                          <a:solidFill>
                            <a:srgbClr val="4E4F51"/>
                          </a:solidFill>
                          <a:latin typeface="Open Sans"/>
                          <a:ea typeface="Noto Sans CJK KR"/>
                        </a:rPr>
                        <a:t>"작업 목록을 다시 보고 정확한 이름으로 실행해줘". 멀티 유저라면 대상을 먼저 Checkout (자식 생성·삭제는 상위 폴더)</a:t>
                      </a:r>
                    </a:p>
                  </a:txBody>
                  <a:tcPr marL="109728" marR="91440" marT="54864" marB="45720" anchor="ctr">
                    <a:solidFill>
                      <a:srgbClr val="FFFFFF"/>
                    </a:solidFill>
                  </a:tcPr>
                </a:tc>
              </a:tr>
              <a:tr h="566928">
                <a:tc>
                  <a:txBody>
                    <a:bodyPr wrap="square"/>
                    <a:lstStyle/>
                    <a:p>
                      <a:pPr>
                        <a:lnSpc>
                          <a:spcPct val="106000"/>
                        </a:lnSpc>
                        <a:spcAft>
                          <a:spcPts val="0"/>
                        </a:spcAft>
                      </a:pPr>
                      <a:r>
                        <a:rPr sz="1450" b="1" i="0">
                          <a:solidFill>
                            <a:srgbClr val="4E4F51"/>
                          </a:solidFill>
                          <a:latin typeface="Open Sans"/>
                          <a:ea typeface="Noto Sans CJK KR"/>
                        </a:rPr>
                        <a:t>모듈을 못 찾음</a:t>
                      </a:r>
                    </a:p>
                  </a:txBody>
                  <a:tcPr marL="109728" marR="91440" marT="54864" marB="45720" anchor="ctr">
                    <a:solidFill>
                      <a:srgbClr val="F1F5F9"/>
                    </a:solidFill>
                  </a:tcPr>
                </a:tc>
                <a:tc>
                  <a:txBody>
                    <a:bodyPr wrap="square"/>
                    <a:lstStyle/>
                    <a:p>
                      <a:pPr>
                        <a:lnSpc>
                          <a:spcPct val="106000"/>
                        </a:lnSpc>
                        <a:spcAft>
                          <a:spcPts val="0"/>
                        </a:spcAft>
                      </a:pPr>
                      <a:r>
                        <a:rPr sz="1450" b="0" i="0">
                          <a:solidFill>
                            <a:srgbClr val="4E4F51"/>
                          </a:solidFill>
                          <a:latin typeface="Open Sans"/>
                          <a:ea typeface="Noto Sans CJK KR"/>
                        </a:rPr>
                        <a:t>모듈 폴더 경로를 알려 준다. 없으면 XScan으로 스캔 후 재요청</a:t>
                      </a:r>
                    </a:p>
                  </a:txBody>
                  <a:tcPr marL="109728" marR="91440" marT="54864" marB="45720" anchor="ctr">
                    <a:solidFill>
                      <a:srgbClr val="F1F5F9"/>
                    </a:solidFill>
                  </a:tcPr>
                </a:tc>
              </a:tr>
              <a:tr h="666765">
                <a:tc>
                  <a:txBody>
                    <a:bodyPr wrap="square"/>
                    <a:lstStyle/>
                    <a:p>
                      <a:pPr>
                        <a:lnSpc>
                          <a:spcPct val="106000"/>
                        </a:lnSpc>
                        <a:spcAft>
                          <a:spcPts val="0"/>
                        </a:spcAft>
                      </a:pPr>
                      <a:r>
                        <a:rPr sz="1450" b="1" i="0">
                          <a:solidFill>
                            <a:srgbClr val="4E4F51"/>
                          </a:solidFill>
                          <a:latin typeface="Open Sans"/>
                          <a:ea typeface="Noto Sans CJK KR"/>
                        </a:rPr>
                        <a:t>Commander가 대화상자를 띄우고 멈춤</a:t>
                      </a:r>
                    </a:p>
                  </a:txBody>
                  <a:tcPr marL="109728" marR="91440" marT="54864" marB="45720" anchor="ctr">
                    <a:solidFill>
                      <a:srgbClr val="FFFFFF"/>
                    </a:solidFill>
                  </a:tcPr>
                </a:tc>
                <a:tc>
                  <a:txBody>
                    <a:bodyPr wrap="square"/>
                    <a:lstStyle/>
                    <a:p>
                      <a:pPr>
                        <a:lnSpc>
                          <a:spcPct val="106000"/>
                        </a:lnSpc>
                        <a:spcAft>
                          <a:spcPts val="0"/>
                        </a:spcAft>
                      </a:pPr>
                      <a:r>
                        <a:rPr sz="1450" b="0" i="0">
                          <a:solidFill>
                            <a:srgbClr val="4E4F51"/>
                          </a:solidFill>
                          <a:latin typeface="Open Sans"/>
                          <a:ea typeface="Noto Sans CJK KR"/>
                        </a:rPr>
                        <a:t>대화상자 닫기 → "속성 변경(set_attribute)으로 해줘". 스킬팩 설치로 예방</a:t>
                      </a:r>
                    </a:p>
                  </a:txBody>
                  <a:tcPr marL="109728" marR="91440" marT="54864" marB="45720" anchor="ctr">
                    <a:solidFill>
                      <a:srgbClr val="FFFFFF"/>
                    </a:solidFill>
                  </a:tcPr>
                </a:tc>
              </a:tr>
              <a:tr h="566928">
                <a:tc>
                  <a:txBody>
                    <a:bodyPr wrap="square"/>
                    <a:lstStyle/>
                    <a:p>
                      <a:pPr>
                        <a:lnSpc>
                          <a:spcPct val="106000"/>
                        </a:lnSpc>
                        <a:spcAft>
                          <a:spcPts val="0"/>
                        </a:spcAft>
                      </a:pPr>
                      <a:r>
                        <a:rPr sz="1450" b="1" i="0">
                          <a:solidFill>
                            <a:srgbClr val="4E4F51"/>
                          </a:solidFill>
                          <a:latin typeface="Open Sans"/>
                          <a:ea typeface="Noto Sans CJK KR"/>
                        </a:rPr>
                        <a:t>실행 결과가 안 돌아옴, 시간 초과</a:t>
                      </a:r>
                    </a:p>
                  </a:txBody>
                  <a:tcPr marL="109728" marR="91440" marT="54864" marB="45720" anchor="ctr">
                    <a:solidFill>
                      <a:srgbClr val="F1F5F9"/>
                    </a:solidFill>
                  </a:tcPr>
                </a:tc>
                <a:tc>
                  <a:txBody>
                    <a:bodyPr wrap="square"/>
                    <a:lstStyle/>
                    <a:p>
                      <a:pPr>
                        <a:lnSpc>
                          <a:spcPct val="106000"/>
                        </a:lnSpc>
                        <a:spcAft>
                          <a:spcPts val="0"/>
                        </a:spcAft>
                      </a:pPr>
                      <a:r>
                        <a:rPr sz="1450" b="0" i="0">
                          <a:solidFill>
                            <a:srgbClr val="4E4F51"/>
                          </a:solidFill>
                          <a:latin typeface="Open Sans"/>
                          <a:ea typeface="Noto Sans CJK KR"/>
                        </a:rPr>
                        <a:t>재실행하지 말고 "마지막 실행 결과를 확인해줘"</a:t>
                      </a:r>
                    </a:p>
                  </a:txBody>
                  <a:tcPr marL="109728" marR="91440" marT="54864" marB="45720" anchor="ctr">
                    <a:solidFill>
                      <a:srgbClr val="F1F5F9"/>
                    </a:solidFill>
                  </a:tcPr>
                </a:tc>
              </a:tr>
              <a:tr h="666765">
                <a:tc>
                  <a:txBody>
                    <a:bodyPr wrap="square"/>
                    <a:lstStyle/>
                    <a:p>
                      <a:pPr>
                        <a:lnSpc>
                          <a:spcPct val="106000"/>
                        </a:lnSpc>
                        <a:spcAft>
                          <a:spcPts val="0"/>
                        </a:spcAft>
                      </a:pPr>
                      <a:r>
                        <a:rPr sz="1450" b="1" i="0">
                          <a:solidFill>
                            <a:srgbClr val="4E4F51"/>
                          </a:solidFill>
                          <a:latin typeface="Open Sans"/>
                          <a:ea typeface="Noto Sans CJK KR"/>
                        </a:rPr>
                        <a:t>바꾼 내용이 사라짐, 실행에 안 들어감</a:t>
                      </a:r>
                    </a:p>
                  </a:txBody>
                  <a:tcPr marL="109728" marR="91440" marT="54864" marB="45720" anchor="ctr">
                    <a:solidFill>
                      <a:srgbClr val="FFFFFF"/>
                    </a:solidFill>
                  </a:tcPr>
                </a:tc>
                <a:tc>
                  <a:txBody>
                    <a:bodyPr wrap="square"/>
                    <a:lstStyle/>
                    <a:p>
                      <a:pPr>
                        <a:lnSpc>
                          <a:spcPct val="106000"/>
                        </a:lnSpc>
                        <a:spcAft>
                          <a:spcPts val="0"/>
                        </a:spcAft>
                      </a:pPr>
                      <a:r>
                        <a:rPr sz="1450" b="0" i="0">
                          <a:solidFill>
                            <a:srgbClr val="4E4F51"/>
                          </a:solidFill>
                          <a:latin typeface="Open Sans"/>
                          <a:ea typeface="Noto Sans CJK KR"/>
                        </a:rPr>
                        <a:t>값을 바꾸면 실행 전과 작업 끝에 저장 요청 (save_workspace)</a:t>
                      </a:r>
                    </a:p>
                  </a:txBody>
                  <a:tcPr marL="109728" marR="91440" marT="54864" marB="45720" anchor="ctr">
                    <a:solidFill>
                      <a:srgbClr val="FFFFFF"/>
                    </a:solidFill>
                  </a:tcPr>
                </a:tc>
              </a:tr>
            </a:tbl>
          </a:graphicData>
        </a:graphic>
      </p:graphicFrame>
      <p:sp>
        <p:nvSpPr>
          <p:cNvPr id="6" name="TextBox 5"/>
          <p:cNvSpPr txBox="1"/>
          <p:nvPr/>
        </p:nvSpPr>
        <p:spPr>
          <a:xfrm>
            <a:off x="649224" y="5925312"/>
            <a:ext cx="10881360" cy="420624"/>
          </a:xfrm>
          <a:prstGeom prst="rect">
            <a:avLst/>
          </a:prstGeom>
          <a:noFill/>
        </p:spPr>
        <p:txBody>
          <a:bodyPr wrap="square" lIns="0" rIns="0" tIns="0" bIns="0" anchor="t">
            <a:spAutoFit/>
          </a:bodyPr>
          <a:lstStyle/>
          <a:p>
            <a:pPr algn="l">
              <a:lnSpc>
                <a:spcPct val="112000"/>
              </a:lnSpc>
              <a:spcBef>
                <a:spcPts val="0"/>
              </a:spcBef>
              <a:spcAft>
                <a:spcPts val="400"/>
              </a:spcAft>
            </a:pPr>
            <a:r>
              <a:rPr sz="1250" b="0" i="0">
                <a:solidFill>
                  <a:srgbClr val="4E4F51"/>
                </a:solidFill>
                <a:latin typeface="Open Sans"/>
                <a:ea typeface="Noto Sans CJK KR"/>
              </a:rPr>
              <a:t>그래도 안 되면 AI 응답을 그대로 복사해 강사에게 보여 주세요. 증상 8가지 전체는 워크북 부록 B에 있습니다.</a:t>
            </a:r>
          </a:p>
        </p:txBody>
      </p:sp>
      <p:sp>
        <p:nvSpPr>
          <p:cNvPr id="7" name="TextBox 6"/>
          <p:cNvSpPr txBox="1"/>
          <p:nvPr/>
        </p:nvSpPr>
        <p:spPr>
          <a:xfrm>
            <a:off x="9784080" y="6373368"/>
            <a:ext cx="1737360" cy="109728"/>
          </a:xfrm>
          <a:prstGeom prst="rect">
            <a:avLst/>
          </a:prstGeom>
          <a:noFill/>
        </p:spPr>
        <p:txBody>
          <a:bodyPr wrap="square" lIns="0" rIns="0" tIns="0" bIns="0" anchor="t">
            <a:spAutoFit/>
          </a:bodyPr>
          <a:lstStyle/>
          <a:p>
            <a:pPr algn="r">
              <a:lnSpc>
                <a:spcPct val="112000"/>
              </a:lnSpc>
              <a:spcBef>
                <a:spcPts val="0"/>
              </a:spcBef>
              <a:spcAft>
                <a:spcPts val="0"/>
              </a:spcAft>
            </a:pPr>
            <a:r>
              <a:rPr sz="750" b="0" i="0">
                <a:solidFill>
                  <a:srgbClr val="4E4F51"/>
                </a:solidFill>
                <a:latin typeface="Open Sans"/>
                <a:ea typeface="Noto Sans CJK KR"/>
              </a:rPr>
              <a:t>워크북 부록 B</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p:txBody>
          <a:bodyPr/>
          <a:lstStyle/>
          <a:p>
            <a:r>
              <a:rPr sz="3800" b="0" i="0">
                <a:solidFill>
                  <a:srgbClr val="004C97"/>
                </a:solidFill>
                <a:latin typeface="Open Sans"/>
                <a:ea typeface="Noto Sans CJK KR"/>
              </a:rPr>
              <a:t>03</a:t>
            </a:r>
          </a:p>
          <a:p>
            <a:r>
              <a:rPr sz="3800" b="0" i="0">
                <a:solidFill>
                  <a:srgbClr val="004C97"/>
                </a:solidFill>
                <a:latin typeface="Open Sans"/>
                <a:ea typeface="Noto Sans CJK KR"/>
              </a:rPr>
              <a:t>활용사례와 프롬프트 작성법</a:t>
            </a:r>
          </a:p>
        </p:txBody>
      </p:sp>
      <p:sp>
        <p:nvSpPr>
          <p:cNvPr id="3" name="TextBox 2"/>
          <p:cNvSpPr txBox="1"/>
          <p:nvPr/>
        </p:nvSpPr>
        <p:spPr>
          <a:xfrm>
            <a:off x="658368" y="3831336"/>
            <a:ext cx="6995160" cy="1600200"/>
          </a:xfrm>
          <a:prstGeom prst="rect">
            <a:avLst/>
          </a:prstGeom>
          <a:noFill/>
        </p:spPr>
        <p:txBody>
          <a:bodyPr wrap="square" lIns="0" rIns="0" tIns="0" bIns="0" anchor="t">
            <a:spAutoFit/>
          </a:bodyPr>
          <a:lstStyle/>
          <a:p>
            <a:pPr algn="l">
              <a:lnSpc>
                <a:spcPct val="112000"/>
              </a:lnSpc>
              <a:spcBef>
                <a:spcPts val="0"/>
              </a:spcBef>
              <a:spcAft>
                <a:spcPts val="400"/>
              </a:spcAft>
            </a:pPr>
            <a:r>
              <a:rPr sz="2300" b="0" i="0">
                <a:solidFill>
                  <a:srgbClr val="4E4F51"/>
                </a:solidFill>
                <a:latin typeface="Open Sans"/>
                <a:ea typeface="Noto Sans CJK KR"/>
              </a:rPr>
              <a:t>업무에 써 볼 만한 여섯 가지와</a:t>
            </a:r>
          </a:p>
          <a:p>
            <a:pPr algn="l">
              <a:lnSpc>
                <a:spcPct val="112000"/>
              </a:lnSpc>
              <a:spcBef>
                <a:spcPts val="0"/>
              </a:spcBef>
              <a:spcAft>
                <a:spcPts val="400"/>
              </a:spcAft>
            </a:pPr>
            <a:r>
              <a:rPr sz="2300" b="0" i="0">
                <a:solidFill>
                  <a:srgbClr val="4E4F51"/>
                </a:solidFill>
                <a:latin typeface="Open Sans"/>
                <a:ea typeface="Noto Sans CJK KR"/>
              </a:rPr>
              <a:t>원하는 결과가 나오는 프롬프트 쓰는 법</a:t>
            </a:r>
          </a:p>
        </p:txBody>
      </p:sp>
      <p:sp>
        <p:nvSpPr>
          <p:cNvPr id="4" name="TextBox 3"/>
          <p:cNvSpPr txBox="1"/>
          <p:nvPr/>
        </p:nvSpPr>
        <p:spPr>
          <a:xfrm>
            <a:off x="658368" y="5815584"/>
            <a:ext cx="6766560" cy="402336"/>
          </a:xfrm>
          <a:prstGeom prst="rect">
            <a:avLst/>
          </a:prstGeom>
          <a:noFill/>
        </p:spPr>
        <p:txBody>
          <a:bodyPr wrap="square" lIns="0" rIns="0" tIns="0" bIns="0" anchor="t">
            <a:spAutoFit/>
          </a:bodyPr>
          <a:lstStyle/>
          <a:p>
            <a:pPr algn="l">
              <a:lnSpc>
                <a:spcPct val="112000"/>
              </a:lnSpc>
              <a:spcBef>
                <a:spcPts val="0"/>
              </a:spcBef>
              <a:spcAft>
                <a:spcPts val="400"/>
              </a:spcAft>
            </a:pPr>
            <a:r>
              <a:rPr sz="1200" b="0" i="0">
                <a:solidFill>
                  <a:srgbClr val="4E4F51"/>
                </a:solidFill>
                <a:latin typeface="Open Sans"/>
                <a:ea typeface="Noto Sans CJK KR"/>
              </a:rPr>
              <a:t>Tosca Commander MCP 입문 · 실습 자료 v1.0</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100" b="0" i="0">
                <a:solidFill>
                  <a:srgbClr val="004C97"/>
                </a:solidFill>
                <a:latin typeface="Open Sans"/>
                <a:ea typeface="Noto Sans CJK KR"/>
              </a:rPr>
              <a:t>업무에 써 볼 만한 여섯 가지</a:t>
            </a:r>
          </a:p>
        </p:txBody>
      </p:sp>
      <p:sp>
        <p:nvSpPr>
          <p:cNvPr id="3" name="TextBox 2"/>
          <p:cNvSpPr txBox="1"/>
          <p:nvPr/>
        </p:nvSpPr>
        <p:spPr>
          <a:xfrm>
            <a:off x="1828800" y="6510528"/>
            <a:ext cx="8046720" cy="210312"/>
          </a:xfrm>
          <a:prstGeom prst="rect">
            <a:avLst/>
          </a:prstGeom>
          <a:noFill/>
        </p:spPr>
        <p:txBody>
          <a:bodyPr wrap="square" lIns="0" rIns="0" tIns="0" bIns="0" anchor="t">
            <a:spAutoFit/>
          </a:bodyPr>
          <a:lstStyle/>
          <a:p>
            <a:pPr algn="l">
              <a:lnSpc>
                <a:spcPct val="112000"/>
              </a:lnSpc>
              <a:spcBef>
                <a:spcPts val="0"/>
              </a:spcBef>
              <a:spcAft>
                <a:spcPts val="0"/>
              </a:spcAft>
            </a:pPr>
            <a:r>
              <a:rPr sz="1000" b="0" i="0">
                <a:solidFill>
                  <a:srgbClr val="FFFFFF"/>
                </a:solidFill>
                <a:latin typeface="Open Sans"/>
                <a:ea typeface="Noto Sans CJK KR"/>
              </a:rPr>
              <a:t>Tosca Commander MCP 입문  |  AI 어시스턴트 실습</a:t>
            </a:r>
          </a:p>
        </p:txBody>
      </p:sp>
      <p:sp>
        <p:nvSpPr>
          <p:cNvPr id="4" name="TextBox 3"/>
          <p:cNvSpPr txBox="1"/>
          <p:nvPr/>
        </p:nvSpPr>
        <p:spPr>
          <a:xfrm>
            <a:off x="11503152" y="6510528"/>
            <a:ext cx="292608" cy="228600"/>
          </a:xfrm>
          <a:prstGeom prst="rect">
            <a:avLst/>
          </a:prstGeom>
          <a:noFill/>
        </p:spPr>
        <p:txBody>
          <a:bodyPr wrap="none" lIns="0" rIns="0" tIns="0" bIns="0">
            <a:spAutoFit/>
          </a:bodyPr>
          <a:lstStyle/>
          <a:p>
            <a:pPr algn="l"/>
            <a:fld id="{5C7A3F71-3D8E-4C1B-9A44-2E5B7D0F6A11}" type="slidenum">
              <a:rPr lang="ko-KR" sz="1100">
                <a:solidFill>
                  <a:srgbClr val="FFFFFF"/>
                </a:solidFill>
                <a:latin typeface="Open Sans"/>
                <a:ea typeface="Noto Sans CJK KR"/>
              </a:rPr>
              <a:t>35</a:t>
            </a:fld>
          </a:p>
        </p:txBody>
      </p:sp>
      <p:graphicFrame>
        <p:nvGraphicFramePr>
          <p:cNvPr id="5" name="Table 4"/>
          <p:cNvGraphicFramePr>
            <a:graphicFrameLocks noGrp="1"/>
          </p:cNvGraphicFramePr>
          <p:nvPr/>
        </p:nvGraphicFramePr>
        <p:xfrm>
          <a:off x="649224" y="1298448"/>
          <a:ext cx="10881360" cy="4297680"/>
        </p:xfrm>
        <a:graphic>
          <a:graphicData uri="http://schemas.openxmlformats.org/drawingml/2006/table">
            <a:tbl>
              <a:tblPr firstRow="1" bandRow="1">
                <a:tableStyleId>{5C22544A-7EE6-4342-B048-85BDC9FD1C3A}</a:tableStyleId>
              </a:tblPr>
              <a:tblGrid>
                <a:gridCol w="2240280"/>
                <a:gridCol w="4800600"/>
                <a:gridCol w="2697480"/>
                <a:gridCol w="1143000"/>
              </a:tblGrid>
              <a:tr h="457200">
                <a:tc>
                  <a:txBody>
                    <a:bodyPr wrap="square"/>
                    <a:lstStyle/>
                    <a:p>
                      <a:pPr>
                        <a:lnSpc>
                          <a:spcPct val="106000"/>
                        </a:lnSpc>
                        <a:spcAft>
                          <a:spcPts val="0"/>
                        </a:spcAft>
                      </a:pPr>
                      <a:r>
                        <a:rPr sz="1500" b="1" i="0">
                          <a:solidFill>
                            <a:srgbClr val="FFFFFF"/>
                          </a:solidFill>
                          <a:latin typeface="Open Sans"/>
                          <a:ea typeface="Noto Sans CJK KR"/>
                        </a:rPr>
                        <a:t>활용사례</a:t>
                      </a:r>
                    </a:p>
                  </a:txBody>
                  <a:tcPr marL="109728" marR="91440" marT="54864" marB="45720" anchor="ctr">
                    <a:solidFill>
                      <a:srgbClr val="004C97"/>
                    </a:solidFill>
                  </a:tcPr>
                </a:tc>
                <a:tc>
                  <a:txBody>
                    <a:bodyPr wrap="square"/>
                    <a:lstStyle/>
                    <a:p>
                      <a:pPr>
                        <a:lnSpc>
                          <a:spcPct val="106000"/>
                        </a:lnSpc>
                        <a:spcAft>
                          <a:spcPts val="0"/>
                        </a:spcAft>
                      </a:pPr>
                      <a:r>
                        <a:rPr sz="1500" b="1" i="0">
                          <a:solidFill>
                            <a:srgbClr val="FFFFFF"/>
                          </a:solidFill>
                          <a:latin typeface="Open Sans"/>
                          <a:ea typeface="Noto Sans CJK KR"/>
                        </a:rPr>
                        <a:t>이렇게 씁니다</a:t>
                      </a:r>
                    </a:p>
                  </a:txBody>
                  <a:tcPr marL="109728" marR="91440" marT="54864" marB="45720" anchor="ctr">
                    <a:solidFill>
                      <a:srgbClr val="004C97"/>
                    </a:solidFill>
                  </a:tcPr>
                </a:tc>
                <a:tc>
                  <a:txBody>
                    <a:bodyPr wrap="square"/>
                    <a:lstStyle/>
                    <a:p>
                      <a:pPr>
                        <a:lnSpc>
                          <a:spcPct val="106000"/>
                        </a:lnSpc>
                        <a:spcAft>
                          <a:spcPts val="0"/>
                        </a:spcAft>
                      </a:pPr>
                      <a:r>
                        <a:rPr sz="1500" b="1" i="0">
                          <a:solidFill>
                            <a:srgbClr val="FFFFFF"/>
                          </a:solidFill>
                          <a:latin typeface="Open Sans"/>
                          <a:ea typeface="Noto Sans CJK KR"/>
                        </a:rPr>
                        <a:t>사람이 확인할 것</a:t>
                      </a:r>
                    </a:p>
                  </a:txBody>
                  <a:tcPr marL="109728" marR="91440" marT="54864" marB="45720" anchor="ctr">
                    <a:solidFill>
                      <a:srgbClr val="004C97"/>
                    </a:solidFill>
                  </a:tcPr>
                </a:tc>
                <a:tc>
                  <a:txBody>
                    <a:bodyPr wrap="square"/>
                    <a:lstStyle/>
                    <a:p>
                      <a:pPr>
                        <a:lnSpc>
                          <a:spcPct val="106000"/>
                        </a:lnSpc>
                        <a:spcAft>
                          <a:spcPts val="0"/>
                        </a:spcAft>
                      </a:pPr>
                      <a:r>
                        <a:rPr sz="1500" b="1" i="0">
                          <a:solidFill>
                            <a:srgbClr val="FFFFFF"/>
                          </a:solidFill>
                          <a:latin typeface="Open Sans"/>
                          <a:ea typeface="Noto Sans CJK KR"/>
                        </a:rPr>
                        <a:t>템플릿</a:t>
                      </a:r>
                    </a:p>
                  </a:txBody>
                  <a:tcPr marL="109728" marR="91440" marT="54864" marB="45720" anchor="ctr">
                    <a:solidFill>
                      <a:srgbClr val="004C97"/>
                    </a:solidFill>
                  </a:tcPr>
                </a:tc>
              </a:tr>
              <a:tr h="640080">
                <a:tc>
                  <a:txBody>
                    <a:bodyPr wrap="square"/>
                    <a:lstStyle/>
                    <a:p>
                      <a:pPr>
                        <a:lnSpc>
                          <a:spcPct val="106000"/>
                        </a:lnSpc>
                        <a:spcAft>
                          <a:spcPts val="0"/>
                        </a:spcAft>
                      </a:pPr>
                      <a:r>
                        <a:rPr sz="1350" b="1" i="0">
                          <a:solidFill>
                            <a:srgbClr val="4E4F51"/>
                          </a:solidFill>
                          <a:latin typeface="Open Sans"/>
                          <a:ea typeface="Noto Sans CJK KR"/>
                        </a:rPr>
                        <a:t>수동 테스트 문서 옮기기</a:t>
                      </a:r>
                    </a:p>
                  </a:txBody>
                  <a:tcPr marL="109728" marR="91440" marT="54864" marB="45720" anchor="ctr">
                    <a:solidFill>
                      <a:srgbClr val="F1F5F9"/>
                    </a:solidFill>
                  </a:tcPr>
                </a:tc>
                <a:tc>
                  <a:txBody>
                    <a:bodyPr wrap="square"/>
                    <a:lstStyle/>
                    <a:p>
                      <a:pPr>
                        <a:lnSpc>
                          <a:spcPct val="106000"/>
                        </a:lnSpc>
                        <a:spcAft>
                          <a:spcPts val="0"/>
                        </a:spcAft>
                      </a:pPr>
                      <a:r>
                        <a:rPr sz="1350" b="0" i="0">
                          <a:solidFill>
                            <a:srgbClr val="4E4F51"/>
                          </a:solidFill>
                          <a:latin typeface="Open Sans"/>
                          <a:ea typeface="Noto Sans CJK KR"/>
                        </a:rPr>
                        <a:t>엑셀이나 워드로 관리하던 수동 테스트 절차를 Tosca 수동 테스트케이스로 등록합니다.</a:t>
                      </a:r>
                    </a:p>
                  </a:txBody>
                  <a:tcPr marL="109728" marR="91440" marT="54864" marB="45720" anchor="ctr">
                    <a:solidFill>
                      <a:srgbClr val="F1F5F9"/>
                    </a:solidFill>
                  </a:tcPr>
                </a:tc>
                <a:tc>
                  <a:txBody>
                    <a:bodyPr wrap="square"/>
                    <a:lstStyle/>
                    <a:p>
                      <a:pPr>
                        <a:lnSpc>
                          <a:spcPct val="106000"/>
                        </a:lnSpc>
                        <a:spcAft>
                          <a:spcPts val="0"/>
                        </a:spcAft>
                      </a:pPr>
                      <a:r>
                        <a:rPr sz="1350" b="0" i="0">
                          <a:solidFill>
                            <a:srgbClr val="4E4F51"/>
                          </a:solidFill>
                          <a:latin typeface="Open Sans"/>
                          <a:ea typeface="Noto Sans CJK KR"/>
                        </a:rPr>
                        <a:t>스텝 누락, 기대 결과 문구</a:t>
                      </a:r>
                    </a:p>
                  </a:txBody>
                  <a:tcPr marL="109728" marR="91440" marT="54864" marB="45720" anchor="ctr">
                    <a:solidFill>
                      <a:srgbClr val="F1F5F9"/>
                    </a:solidFill>
                  </a:tcPr>
                </a:tc>
                <a:tc>
                  <a:txBody>
                    <a:bodyPr wrap="square"/>
                    <a:lstStyle/>
                    <a:p>
                      <a:pPr>
                        <a:lnSpc>
                          <a:spcPct val="106000"/>
                        </a:lnSpc>
                        <a:spcAft>
                          <a:spcPts val="0"/>
                        </a:spcAft>
                      </a:pPr>
                      <a:r>
                        <a:rPr sz="1350" b="0" i="0">
                          <a:solidFill>
                            <a:srgbClr val="4E4F51"/>
                          </a:solidFill>
                          <a:latin typeface="Open Sans"/>
                          <a:ea typeface="Noto Sans CJK KR"/>
                        </a:rPr>
                        <a:t>T05</a:t>
                      </a:r>
                    </a:p>
                  </a:txBody>
                  <a:tcPr marL="109728" marR="91440" marT="54864" marB="45720" anchor="ctr">
                    <a:solidFill>
                      <a:srgbClr val="F1F5F9"/>
                    </a:solidFill>
                  </a:tcPr>
                </a:tc>
              </a:tr>
              <a:tr h="640080">
                <a:tc>
                  <a:txBody>
                    <a:bodyPr wrap="square"/>
                    <a:lstStyle/>
                    <a:p>
                      <a:pPr>
                        <a:lnSpc>
                          <a:spcPct val="106000"/>
                        </a:lnSpc>
                        <a:spcAft>
                          <a:spcPts val="0"/>
                        </a:spcAft>
                      </a:pPr>
                      <a:r>
                        <a:rPr sz="1350" b="1" i="0">
                          <a:solidFill>
                            <a:srgbClr val="4E4F51"/>
                          </a:solidFill>
                          <a:latin typeface="Open Sans"/>
                          <a:ea typeface="Noto Sans CJK KR"/>
                        </a:rPr>
                        <a:t>자동화 초안 만들기</a:t>
                      </a:r>
                    </a:p>
                  </a:txBody>
                  <a:tcPr marL="109728" marR="91440" marT="54864" marB="45720" anchor="ctr">
                    <a:solidFill>
                      <a:srgbClr val="FFFFFF"/>
                    </a:solidFill>
                  </a:tcPr>
                </a:tc>
                <a:tc>
                  <a:txBody>
                    <a:bodyPr wrap="square"/>
                    <a:lstStyle/>
                    <a:p>
                      <a:pPr>
                        <a:lnSpc>
                          <a:spcPct val="106000"/>
                        </a:lnSpc>
                        <a:spcAft>
                          <a:spcPts val="0"/>
                        </a:spcAft>
                      </a:pPr>
                      <a:r>
                        <a:rPr sz="1350" b="0" i="0">
                          <a:solidFill>
                            <a:srgbClr val="4E4F51"/>
                          </a:solidFill>
                          <a:latin typeface="Open Sans"/>
                          <a:ea typeface="Noto Sans CJK KR"/>
                        </a:rPr>
                        <a:t>시나리오 문장과 기존 모듈로 자동 테스트케이스 초안을 만들고 ScratchBook에서 바로 돌려 봅니다.</a:t>
                      </a:r>
                    </a:p>
                  </a:txBody>
                  <a:tcPr marL="109728" marR="91440" marT="54864" marB="45720" anchor="ctr">
                    <a:solidFill>
                      <a:srgbClr val="FFFFFF"/>
                    </a:solidFill>
                  </a:tcPr>
                </a:tc>
                <a:tc>
                  <a:txBody>
                    <a:bodyPr wrap="square"/>
                    <a:lstStyle/>
                    <a:p>
                      <a:pPr>
                        <a:lnSpc>
                          <a:spcPct val="106000"/>
                        </a:lnSpc>
                        <a:spcAft>
                          <a:spcPts val="0"/>
                        </a:spcAft>
                      </a:pPr>
                      <a:r>
                        <a:rPr sz="1350" b="0" i="0">
                          <a:solidFill>
                            <a:srgbClr val="4E4F51"/>
                          </a:solidFill>
                          <a:latin typeface="Open Sans"/>
                          <a:ea typeface="Noto Sans CJK KR"/>
                        </a:rPr>
                        <a:t>모듈 매칭, ActionMode, 테스트 데이터</a:t>
                      </a:r>
                    </a:p>
                  </a:txBody>
                  <a:tcPr marL="109728" marR="91440" marT="54864" marB="45720" anchor="ctr">
                    <a:solidFill>
                      <a:srgbClr val="FFFFFF"/>
                    </a:solidFill>
                  </a:tcPr>
                </a:tc>
                <a:tc>
                  <a:txBody>
                    <a:bodyPr wrap="square"/>
                    <a:lstStyle/>
                    <a:p>
                      <a:pPr>
                        <a:lnSpc>
                          <a:spcPct val="106000"/>
                        </a:lnSpc>
                        <a:spcAft>
                          <a:spcPts val="0"/>
                        </a:spcAft>
                      </a:pPr>
                      <a:r>
                        <a:rPr sz="1350" b="0" i="0">
                          <a:solidFill>
                            <a:srgbClr val="4E4F51"/>
                          </a:solidFill>
                          <a:latin typeface="Open Sans"/>
                          <a:ea typeface="Noto Sans CJK KR"/>
                        </a:rPr>
                        <a:t>T06</a:t>
                      </a:r>
                    </a:p>
                  </a:txBody>
                  <a:tcPr marL="109728" marR="91440" marT="54864" marB="45720" anchor="ctr">
                    <a:solidFill>
                      <a:srgbClr val="FFFFFF"/>
                    </a:solidFill>
                  </a:tcPr>
                </a:tc>
              </a:tr>
              <a:tr h="640080">
                <a:tc>
                  <a:txBody>
                    <a:bodyPr wrap="square"/>
                    <a:lstStyle/>
                    <a:p>
                      <a:pPr>
                        <a:lnSpc>
                          <a:spcPct val="106000"/>
                        </a:lnSpc>
                        <a:spcAft>
                          <a:spcPts val="0"/>
                        </a:spcAft>
                      </a:pPr>
                      <a:r>
                        <a:rPr sz="1350" b="1" i="0">
                          <a:solidFill>
                            <a:srgbClr val="4E4F51"/>
                          </a:solidFill>
                          <a:latin typeface="Open Sans"/>
                          <a:ea typeface="Noto Sans CJK KR"/>
                        </a:rPr>
                        <a:t>테스트케이스 읽어 주기</a:t>
                      </a:r>
                    </a:p>
                  </a:txBody>
                  <a:tcPr marL="109728" marR="91440" marT="54864" marB="45720" anchor="ctr">
                    <a:solidFill>
                      <a:srgbClr val="F1F5F9"/>
                    </a:solidFill>
                  </a:tcPr>
                </a:tc>
                <a:tc>
                  <a:txBody>
                    <a:bodyPr wrap="square"/>
                    <a:lstStyle/>
                    <a:p>
                      <a:pPr>
                        <a:lnSpc>
                          <a:spcPct val="106000"/>
                        </a:lnSpc>
                        <a:spcAft>
                          <a:spcPts val="0"/>
                        </a:spcAft>
                      </a:pPr>
                      <a:r>
                        <a:rPr sz="1350" b="0" i="0">
                          <a:solidFill>
                            <a:srgbClr val="4E4F51"/>
                          </a:solidFill>
                          <a:latin typeface="Open Sans"/>
                          <a:ea typeface="Noto Sans CJK KR"/>
                        </a:rPr>
                        <a:t>다른 사람이 만든 테스트케이스의 목적, 스텝, 데이터를 문장으로 요약해 인수인계 자료로 씁니다.</a:t>
                      </a:r>
                    </a:p>
                  </a:txBody>
                  <a:tcPr marL="109728" marR="91440" marT="54864" marB="45720" anchor="ctr">
                    <a:solidFill>
                      <a:srgbClr val="F1F5F9"/>
                    </a:solidFill>
                  </a:tcPr>
                </a:tc>
                <a:tc>
                  <a:txBody>
                    <a:bodyPr wrap="square"/>
                    <a:lstStyle/>
                    <a:p>
                      <a:pPr>
                        <a:lnSpc>
                          <a:spcPct val="106000"/>
                        </a:lnSpc>
                        <a:spcAft>
                          <a:spcPts val="0"/>
                        </a:spcAft>
                      </a:pPr>
                      <a:r>
                        <a:rPr sz="1350" b="0" i="0">
                          <a:solidFill>
                            <a:srgbClr val="4E4F51"/>
                          </a:solidFill>
                          <a:latin typeface="Open Sans"/>
                          <a:ea typeface="Noto Sans CJK KR"/>
                        </a:rPr>
                        <a:t>업무 의미가 맞는지</a:t>
                      </a:r>
                    </a:p>
                  </a:txBody>
                  <a:tcPr marL="109728" marR="91440" marT="54864" marB="45720" anchor="ctr">
                    <a:solidFill>
                      <a:srgbClr val="F1F5F9"/>
                    </a:solidFill>
                  </a:tcPr>
                </a:tc>
                <a:tc>
                  <a:txBody>
                    <a:bodyPr wrap="square"/>
                    <a:lstStyle/>
                    <a:p>
                      <a:pPr>
                        <a:lnSpc>
                          <a:spcPct val="106000"/>
                        </a:lnSpc>
                        <a:spcAft>
                          <a:spcPts val="0"/>
                        </a:spcAft>
                      </a:pPr>
                      <a:r>
                        <a:rPr sz="1350" b="0" i="0">
                          <a:solidFill>
                            <a:srgbClr val="4E4F51"/>
                          </a:solidFill>
                          <a:latin typeface="Open Sans"/>
                          <a:ea typeface="Noto Sans CJK KR"/>
                        </a:rPr>
                        <a:t>T07</a:t>
                      </a:r>
                    </a:p>
                  </a:txBody>
                  <a:tcPr marL="109728" marR="91440" marT="54864" marB="45720" anchor="ctr">
                    <a:solidFill>
                      <a:srgbClr val="F1F5F9"/>
                    </a:solidFill>
                  </a:tcPr>
                </a:tc>
              </a:tr>
              <a:tr h="640080">
                <a:tc>
                  <a:txBody>
                    <a:bodyPr wrap="square"/>
                    <a:lstStyle/>
                    <a:p>
                      <a:pPr>
                        <a:lnSpc>
                          <a:spcPct val="106000"/>
                        </a:lnSpc>
                        <a:spcAft>
                          <a:spcPts val="0"/>
                        </a:spcAft>
                      </a:pPr>
                      <a:r>
                        <a:rPr sz="1350" b="1" i="0">
                          <a:solidFill>
                            <a:srgbClr val="4E4F51"/>
                          </a:solidFill>
                          <a:latin typeface="Open Sans"/>
                          <a:ea typeface="Noto Sans CJK KR"/>
                        </a:rPr>
                        <a:t>실패 원인 분석</a:t>
                      </a:r>
                    </a:p>
                  </a:txBody>
                  <a:tcPr marL="109728" marR="91440" marT="54864" marB="45720" anchor="ctr">
                    <a:solidFill>
                      <a:srgbClr val="FFFFFF"/>
                    </a:solidFill>
                  </a:tcPr>
                </a:tc>
                <a:tc>
                  <a:txBody>
                    <a:bodyPr wrap="square"/>
                    <a:lstStyle/>
                    <a:p>
                      <a:pPr>
                        <a:lnSpc>
                          <a:spcPct val="106000"/>
                        </a:lnSpc>
                        <a:spcAft>
                          <a:spcPts val="0"/>
                        </a:spcAft>
                      </a:pPr>
                      <a:r>
                        <a:rPr sz="1350" b="0" i="0">
                          <a:solidFill>
                            <a:srgbClr val="4E4F51"/>
                          </a:solidFill>
                          <a:latin typeface="Open Sans"/>
                          <a:ea typeface="Noto Sans CJK KR"/>
                        </a:rPr>
                        <a:t>실패한 실행을 읽어 원인을 분류하고, 두 실행을 비교하거나 자주 흔들리는 테스트를 찾습니다.</a:t>
                      </a:r>
                    </a:p>
                  </a:txBody>
                  <a:tcPr marL="109728" marR="91440" marT="54864" marB="45720" anchor="ctr">
                    <a:solidFill>
                      <a:srgbClr val="FFFFFF"/>
                    </a:solidFill>
                  </a:tcPr>
                </a:tc>
                <a:tc>
                  <a:txBody>
                    <a:bodyPr wrap="square"/>
                    <a:lstStyle/>
                    <a:p>
                      <a:pPr>
                        <a:lnSpc>
                          <a:spcPct val="106000"/>
                        </a:lnSpc>
                        <a:spcAft>
                          <a:spcPts val="0"/>
                        </a:spcAft>
                      </a:pPr>
                      <a:r>
                        <a:rPr sz="1350" b="0" i="0">
                          <a:solidFill>
                            <a:srgbClr val="4E4F51"/>
                          </a:solidFill>
                          <a:latin typeface="Open Sans"/>
                          <a:ea typeface="Noto Sans CJK KR"/>
                        </a:rPr>
                        <a:t>결함 등록 여부, 확신도 낮은 항목</a:t>
                      </a:r>
                    </a:p>
                  </a:txBody>
                  <a:tcPr marL="109728" marR="91440" marT="54864" marB="45720" anchor="ctr">
                    <a:solidFill>
                      <a:srgbClr val="FFFFFF"/>
                    </a:solidFill>
                  </a:tcPr>
                </a:tc>
                <a:tc>
                  <a:txBody>
                    <a:bodyPr wrap="square"/>
                    <a:lstStyle/>
                    <a:p>
                      <a:pPr>
                        <a:lnSpc>
                          <a:spcPct val="106000"/>
                        </a:lnSpc>
                        <a:spcAft>
                          <a:spcPts val="0"/>
                        </a:spcAft>
                      </a:pPr>
                      <a:r>
                        <a:rPr sz="1350" b="0" i="0">
                          <a:solidFill>
                            <a:srgbClr val="4E4F51"/>
                          </a:solidFill>
                          <a:latin typeface="Open Sans"/>
                          <a:ea typeface="Noto Sans CJK KR"/>
                        </a:rPr>
                        <a:t>T10 · T12 · T13</a:t>
                      </a:r>
                    </a:p>
                  </a:txBody>
                  <a:tcPr marL="109728" marR="91440" marT="54864" marB="45720" anchor="ctr">
                    <a:solidFill>
                      <a:srgbClr val="FFFFFF"/>
                    </a:solidFill>
                  </a:tcPr>
                </a:tc>
              </a:tr>
              <a:tr h="640080">
                <a:tc>
                  <a:txBody>
                    <a:bodyPr wrap="square"/>
                    <a:lstStyle/>
                    <a:p>
                      <a:pPr>
                        <a:lnSpc>
                          <a:spcPct val="106000"/>
                        </a:lnSpc>
                        <a:spcAft>
                          <a:spcPts val="0"/>
                        </a:spcAft>
                      </a:pPr>
                      <a:r>
                        <a:rPr sz="1350" b="1" i="0">
                          <a:solidFill>
                            <a:srgbClr val="4E4F51"/>
                          </a:solidFill>
                          <a:latin typeface="Open Sans"/>
                          <a:ea typeface="Noto Sans CJK KR"/>
                        </a:rPr>
                        <a:t>반복 편집</a:t>
                      </a:r>
                    </a:p>
                  </a:txBody>
                  <a:tcPr marL="109728" marR="91440" marT="54864" marB="45720" anchor="ctr">
                    <a:solidFill>
                      <a:srgbClr val="F1F5F9"/>
                    </a:solidFill>
                  </a:tcPr>
                </a:tc>
                <a:tc>
                  <a:txBody>
                    <a:bodyPr wrap="square"/>
                    <a:lstStyle/>
                    <a:p>
                      <a:pPr>
                        <a:lnSpc>
                          <a:spcPct val="106000"/>
                        </a:lnSpc>
                        <a:spcAft>
                          <a:spcPts val="0"/>
                        </a:spcAft>
                      </a:pPr>
                      <a:r>
                        <a:rPr sz="1350" b="0" i="0">
                          <a:solidFill>
                            <a:srgbClr val="4E4F51"/>
                          </a:solidFill>
                          <a:latin typeface="Open Sans"/>
                          <a:ea typeface="Noto Sans CJK KR"/>
                        </a:rPr>
                        <a:t>여러 테스트케이스의 상태값 변경, TCP 설정, 스텝 추가처럼 손이 많이 가는 편집을 맡깁니다.</a:t>
                      </a:r>
                    </a:p>
                  </a:txBody>
                  <a:tcPr marL="109728" marR="91440" marT="54864" marB="45720" anchor="ctr">
                    <a:solidFill>
                      <a:srgbClr val="F1F5F9"/>
                    </a:solidFill>
                  </a:tcPr>
                </a:tc>
                <a:tc>
                  <a:txBody>
                    <a:bodyPr wrap="square"/>
                    <a:lstStyle/>
                    <a:p>
                      <a:pPr>
                        <a:lnSpc>
                          <a:spcPct val="106000"/>
                        </a:lnSpc>
                        <a:spcAft>
                          <a:spcPts val="0"/>
                        </a:spcAft>
                      </a:pPr>
                      <a:r>
                        <a:rPr sz="1350" b="0" i="0">
                          <a:solidFill>
                            <a:srgbClr val="4E4F51"/>
                          </a:solidFill>
                          <a:latin typeface="Open Sans"/>
                          <a:ea typeface="Noto Sans CJK KR"/>
                        </a:rPr>
                        <a:t>대상 범위, 체크인 전 변경 목록</a:t>
                      </a:r>
                    </a:p>
                  </a:txBody>
                  <a:tcPr marL="109728" marR="91440" marT="54864" marB="45720" anchor="ctr">
                    <a:solidFill>
                      <a:srgbClr val="F1F5F9"/>
                    </a:solidFill>
                  </a:tcPr>
                </a:tc>
                <a:tc>
                  <a:txBody>
                    <a:bodyPr wrap="square"/>
                    <a:lstStyle/>
                    <a:p>
                      <a:pPr>
                        <a:lnSpc>
                          <a:spcPct val="106000"/>
                        </a:lnSpc>
                        <a:spcAft>
                          <a:spcPts val="0"/>
                        </a:spcAft>
                      </a:pPr>
                      <a:r>
                        <a:rPr sz="1350" b="0" i="0">
                          <a:solidFill>
                            <a:srgbClr val="4E4F51"/>
                          </a:solidFill>
                          <a:latin typeface="Open Sans"/>
                          <a:ea typeface="Noto Sans CJK KR"/>
                        </a:rPr>
                        <a:t>T03 · T04</a:t>
                      </a:r>
                    </a:p>
                  </a:txBody>
                  <a:tcPr marL="109728" marR="91440" marT="54864" marB="45720" anchor="ctr">
                    <a:solidFill>
                      <a:srgbClr val="F1F5F9"/>
                    </a:solidFill>
                  </a:tcPr>
                </a:tc>
              </a:tr>
              <a:tr h="640080">
                <a:tc>
                  <a:txBody>
                    <a:bodyPr wrap="square"/>
                    <a:lstStyle/>
                    <a:p>
                      <a:pPr>
                        <a:lnSpc>
                          <a:spcPct val="106000"/>
                        </a:lnSpc>
                        <a:spcAft>
                          <a:spcPts val="0"/>
                        </a:spcAft>
                      </a:pPr>
                      <a:r>
                        <a:rPr sz="1350" b="1" i="0">
                          <a:solidFill>
                            <a:srgbClr val="4E4F51"/>
                          </a:solidFill>
                          <a:latin typeface="Open Sans"/>
                          <a:ea typeface="Noto Sans CJK KR"/>
                        </a:rPr>
                        <a:t>API·데이터 테스트</a:t>
                      </a:r>
                    </a:p>
                  </a:txBody>
                  <a:tcPr marL="109728" marR="91440" marT="54864" marB="45720" anchor="ctr">
                    <a:solidFill>
                      <a:srgbClr val="FFFFFF"/>
                    </a:solidFill>
                  </a:tcPr>
                </a:tc>
                <a:tc>
                  <a:txBody>
                    <a:bodyPr wrap="square"/>
                    <a:lstStyle/>
                    <a:p>
                      <a:pPr>
                        <a:lnSpc>
                          <a:spcPct val="106000"/>
                        </a:lnSpc>
                        <a:spcAft>
                          <a:spcPts val="0"/>
                        </a:spcAft>
                      </a:pPr>
                      <a:r>
                        <a:rPr sz="1350" b="0" i="0">
                          <a:solidFill>
                            <a:srgbClr val="4E4F51"/>
                          </a:solidFill>
                          <a:latin typeface="Open Sans"/>
                          <a:ea typeface="Noto Sans CJK KR"/>
                        </a:rPr>
                        <a:t>API 요청 모듈을 실제 응답까지 받아 만들고, Data Integrity로 DB 간 데이터 비교 테스트를 만듭니다.</a:t>
                      </a:r>
                    </a:p>
                  </a:txBody>
                  <a:tcPr marL="109728" marR="91440" marT="54864" marB="45720" anchor="ctr">
                    <a:solidFill>
                      <a:srgbClr val="FFFFFF"/>
                    </a:solidFill>
                  </a:tcPr>
                </a:tc>
                <a:tc>
                  <a:txBody>
                    <a:bodyPr wrap="square"/>
                    <a:lstStyle/>
                    <a:p>
                      <a:pPr>
                        <a:lnSpc>
                          <a:spcPct val="106000"/>
                        </a:lnSpc>
                        <a:spcAft>
                          <a:spcPts val="0"/>
                        </a:spcAft>
                      </a:pPr>
                      <a:r>
                        <a:rPr sz="1350" b="0" i="0">
                          <a:solidFill>
                            <a:srgbClr val="4E4F51"/>
                          </a:solidFill>
                          <a:latin typeface="Open Sans"/>
                          <a:ea typeface="Noto Sans CJK KR"/>
                        </a:rPr>
                        <a:t>접속 정보와 비밀번호는 직접 입력</a:t>
                      </a:r>
                    </a:p>
                  </a:txBody>
                  <a:tcPr marL="109728" marR="91440" marT="54864" marB="45720" anchor="ctr">
                    <a:solidFill>
                      <a:srgbClr val="FFFFFF"/>
                    </a:solidFill>
                  </a:tcPr>
                </a:tc>
                <a:tc>
                  <a:txBody>
                    <a:bodyPr wrap="square"/>
                    <a:lstStyle/>
                    <a:p>
                      <a:pPr>
                        <a:lnSpc>
                          <a:spcPct val="106000"/>
                        </a:lnSpc>
                        <a:spcAft>
                          <a:spcPts val="0"/>
                        </a:spcAft>
                      </a:pPr>
                      <a:r>
                        <a:rPr sz="1350" b="0" i="0">
                          <a:solidFill>
                            <a:srgbClr val="4E4F51"/>
                          </a:solidFill>
                          <a:latin typeface="Open Sans"/>
                          <a:ea typeface="Noto Sans CJK KR"/>
                        </a:rPr>
                        <a:t>T17</a:t>
                      </a:r>
                    </a:p>
                  </a:txBody>
                  <a:tcPr marL="109728" marR="91440" marT="54864" marB="45720" anchor="ctr">
                    <a:solidFill>
                      <a:srgbClr val="FFFFFF"/>
                    </a:solidFill>
                  </a:tcPr>
                </a:tc>
              </a:tr>
            </a:tbl>
          </a:graphicData>
        </a:graphic>
      </p:graphicFrame>
      <p:sp>
        <p:nvSpPr>
          <p:cNvPr id="6" name="TextBox 5"/>
          <p:cNvSpPr txBox="1"/>
          <p:nvPr/>
        </p:nvSpPr>
        <p:spPr>
          <a:xfrm>
            <a:off x="649224" y="5925312"/>
            <a:ext cx="10881360" cy="420624"/>
          </a:xfrm>
          <a:prstGeom prst="rect">
            <a:avLst/>
          </a:prstGeom>
          <a:noFill/>
        </p:spPr>
        <p:txBody>
          <a:bodyPr wrap="square" lIns="0" rIns="0" tIns="0" bIns="0" anchor="t">
            <a:spAutoFit/>
          </a:bodyPr>
          <a:lstStyle/>
          <a:p>
            <a:pPr algn="l">
              <a:lnSpc>
                <a:spcPct val="112000"/>
              </a:lnSpc>
              <a:spcBef>
                <a:spcPts val="0"/>
              </a:spcBef>
              <a:spcAft>
                <a:spcPts val="400"/>
              </a:spcAft>
            </a:pPr>
            <a:r>
              <a:rPr sz="1250" b="0" i="0">
                <a:solidFill>
                  <a:srgbClr val="4E4F51"/>
                </a:solidFill>
                <a:latin typeface="Open Sans"/>
                <a:ea typeface="Noto Sans CJK KR"/>
              </a:rPr>
              <a:t>API 모듈 만들기는 대응하는 공식 워크플로가 없어 템플릿 없이 네 요소로 직접 씁니다(워크북 4.1 예시).</a:t>
            </a:r>
          </a:p>
        </p:txBody>
      </p:sp>
      <p:sp>
        <p:nvSpPr>
          <p:cNvPr id="7" name="TextBox 6"/>
          <p:cNvSpPr txBox="1"/>
          <p:nvPr/>
        </p:nvSpPr>
        <p:spPr>
          <a:xfrm>
            <a:off x="9784080" y="6373368"/>
            <a:ext cx="1737360" cy="109728"/>
          </a:xfrm>
          <a:prstGeom prst="rect">
            <a:avLst/>
          </a:prstGeom>
          <a:noFill/>
        </p:spPr>
        <p:txBody>
          <a:bodyPr wrap="square" lIns="0" rIns="0" tIns="0" bIns="0" anchor="t">
            <a:spAutoFit/>
          </a:bodyPr>
          <a:lstStyle/>
          <a:p>
            <a:pPr algn="r">
              <a:lnSpc>
                <a:spcPct val="112000"/>
              </a:lnSpc>
              <a:spcBef>
                <a:spcPts val="0"/>
              </a:spcBef>
              <a:spcAft>
                <a:spcPts val="0"/>
              </a:spcAft>
            </a:pPr>
            <a:r>
              <a:rPr sz="750" b="0" i="0">
                <a:solidFill>
                  <a:srgbClr val="4E4F51"/>
                </a:solidFill>
                <a:latin typeface="Open Sans"/>
                <a:ea typeface="Noto Sans CJK KR"/>
              </a:rPr>
              <a:t>워크북 4.1</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100" b="0" i="0">
                <a:solidFill>
                  <a:srgbClr val="004C97"/>
                </a:solidFill>
                <a:latin typeface="Open Sans"/>
                <a:ea typeface="Noto Sans CJK KR"/>
              </a:rPr>
              <a:t>프롬프트 문장이 도구 입력이 됩니다</a:t>
            </a:r>
          </a:p>
        </p:txBody>
      </p:sp>
      <p:sp>
        <p:nvSpPr>
          <p:cNvPr id="3" name="TextBox 2"/>
          <p:cNvSpPr txBox="1"/>
          <p:nvPr/>
        </p:nvSpPr>
        <p:spPr>
          <a:xfrm>
            <a:off x="1828800" y="6510528"/>
            <a:ext cx="8046720" cy="210312"/>
          </a:xfrm>
          <a:prstGeom prst="rect">
            <a:avLst/>
          </a:prstGeom>
          <a:noFill/>
        </p:spPr>
        <p:txBody>
          <a:bodyPr wrap="square" lIns="0" rIns="0" tIns="0" bIns="0" anchor="t">
            <a:spAutoFit/>
          </a:bodyPr>
          <a:lstStyle/>
          <a:p>
            <a:pPr algn="l">
              <a:lnSpc>
                <a:spcPct val="112000"/>
              </a:lnSpc>
              <a:spcBef>
                <a:spcPts val="0"/>
              </a:spcBef>
              <a:spcAft>
                <a:spcPts val="0"/>
              </a:spcAft>
            </a:pPr>
            <a:r>
              <a:rPr sz="1000" b="0" i="0">
                <a:solidFill>
                  <a:srgbClr val="FFFFFF"/>
                </a:solidFill>
                <a:latin typeface="Open Sans"/>
                <a:ea typeface="Noto Sans CJK KR"/>
              </a:rPr>
              <a:t>Tosca Commander MCP 입문  |  AI 어시스턴트 실습</a:t>
            </a:r>
          </a:p>
        </p:txBody>
      </p:sp>
      <p:sp>
        <p:nvSpPr>
          <p:cNvPr id="4" name="TextBox 3"/>
          <p:cNvSpPr txBox="1"/>
          <p:nvPr/>
        </p:nvSpPr>
        <p:spPr>
          <a:xfrm>
            <a:off x="11503152" y="6510528"/>
            <a:ext cx="292608" cy="228600"/>
          </a:xfrm>
          <a:prstGeom prst="rect">
            <a:avLst/>
          </a:prstGeom>
          <a:noFill/>
        </p:spPr>
        <p:txBody>
          <a:bodyPr wrap="none" lIns="0" rIns="0" tIns="0" bIns="0">
            <a:spAutoFit/>
          </a:bodyPr>
          <a:lstStyle/>
          <a:p>
            <a:pPr algn="l"/>
            <a:fld id="{5C7A3F71-3D8E-4C1B-9A44-2E5B7D0F6A11}" type="slidenum">
              <a:rPr lang="ko-KR" sz="1100">
                <a:solidFill>
                  <a:srgbClr val="FFFFFF"/>
                </a:solidFill>
                <a:latin typeface="Open Sans"/>
                <a:ea typeface="Noto Sans CJK KR"/>
              </a:rPr>
              <a:t>36</a:t>
            </a:fld>
          </a:p>
        </p:txBody>
      </p:sp>
      <p:sp>
        <p:nvSpPr>
          <p:cNvPr id="5" name="Rectangle 4"/>
          <p:cNvSpPr/>
          <p:nvPr/>
        </p:nvSpPr>
        <p:spPr>
          <a:xfrm>
            <a:off x="649224" y="1298448"/>
            <a:ext cx="10881360" cy="1325880"/>
          </a:xfrm>
          <a:prstGeom prst="rect">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68680" y="1371600"/>
            <a:ext cx="10424160" cy="1188720"/>
          </a:xfrm>
          <a:prstGeom prst="rect">
            <a:avLst/>
          </a:prstGeom>
          <a:noFill/>
        </p:spPr>
        <p:txBody>
          <a:bodyPr wrap="square" lIns="0" rIns="0" tIns="0" bIns="0" anchor="ctr">
            <a:spAutoFit/>
          </a:bodyPr>
          <a:lstStyle/>
          <a:p>
            <a:pPr algn="l">
              <a:lnSpc>
                <a:spcPct val="120000"/>
              </a:lnSpc>
              <a:spcBef>
                <a:spcPts val="0"/>
              </a:spcBef>
              <a:spcAft>
                <a:spcPts val="400"/>
              </a:spcAft>
            </a:pPr>
            <a:r>
              <a:rPr sz="2000" b="1" i="0">
                <a:solidFill>
                  <a:srgbClr val="004C97"/>
                </a:solidFill>
                <a:latin typeface="Open Sans"/>
                <a:ea typeface="Noto Sans CJK KR"/>
              </a:rPr>
              <a:t>TestCases/MCP실습/홍길동</a:t>
            </a:r>
            <a:r>
              <a:rPr sz="2000" b="1" i="0">
                <a:solidFill>
                  <a:srgbClr val="0E88AE"/>
                </a:solidFill>
                <a:latin typeface="Open Sans"/>
                <a:ea typeface="Noto Sans CJK KR"/>
              </a:rPr>
              <a:t> ①</a:t>
            </a:r>
            <a:r>
              <a:rPr sz="2000" b="0" i="0">
                <a:solidFill>
                  <a:srgbClr val="4E4F51"/>
                </a:solidFill>
                <a:latin typeface="Open Sans"/>
                <a:ea typeface="Noto Sans CJK KR"/>
              </a:rPr>
              <a:t> 폴더에 </a:t>
            </a:r>
            <a:r>
              <a:rPr sz="2000" b="1" i="0">
                <a:solidFill>
                  <a:srgbClr val="004C97"/>
                </a:solidFill>
                <a:latin typeface="Open Sans"/>
                <a:ea typeface="Noto Sans CJK KR"/>
              </a:rPr>
              <a:t>'로그인 성공_자동'</a:t>
            </a:r>
            <a:r>
              <a:rPr sz="2000" b="1" i="0">
                <a:solidFill>
                  <a:srgbClr val="0E88AE"/>
                </a:solidFill>
                <a:latin typeface="Open Sans"/>
                <a:ea typeface="Noto Sans CJK KR"/>
              </a:rPr>
              <a:t> ②</a:t>
            </a:r>
            <a:r>
              <a:rPr sz="2000" b="0" i="0">
                <a:solidFill>
                  <a:srgbClr val="4E4F51"/>
                </a:solidFill>
                <a:latin typeface="Open Sans"/>
                <a:ea typeface="Noto Sans CJK KR"/>
              </a:rPr>
              <a:t> 테스트케이스를 만들어줘. 모듈은 </a:t>
            </a:r>
            <a:r>
              <a:rPr sz="2000" b="1" i="0">
                <a:solidFill>
                  <a:srgbClr val="004C97"/>
                </a:solidFill>
                <a:latin typeface="Open Sans"/>
                <a:ea typeface="Noto Sans CJK KR"/>
              </a:rPr>
              <a:t>Modules/MCP실습에서만</a:t>
            </a:r>
            <a:r>
              <a:rPr sz="2000" b="1" i="0">
                <a:solidFill>
                  <a:srgbClr val="0E88AE"/>
                </a:solidFill>
                <a:latin typeface="Open Sans"/>
                <a:ea typeface="Noto Sans CJK KR"/>
              </a:rPr>
              <a:t> ③</a:t>
            </a:r>
            <a:r>
              <a:rPr sz="2000" b="0" i="0">
                <a:solidFill>
                  <a:srgbClr val="4E4F51"/>
                </a:solidFill>
                <a:latin typeface="Open Sans"/>
                <a:ea typeface="Noto Sans CJK KR"/>
              </a:rPr>
              <a:t> 찾고, Account는 </a:t>
            </a:r>
            <a:r>
              <a:rPr sz="2000" b="1" i="0">
                <a:solidFill>
                  <a:srgbClr val="004C97"/>
                </a:solidFill>
                <a:latin typeface="Open Sans"/>
                <a:ea typeface="Noto Sans CJK KR"/>
              </a:rPr>
              <a:t>Verify</a:t>
            </a:r>
            <a:r>
              <a:rPr sz="2000" b="1" i="0">
                <a:solidFill>
                  <a:srgbClr val="0E88AE"/>
                </a:solidFill>
                <a:latin typeface="Open Sans"/>
                <a:ea typeface="Noto Sans CJK KR"/>
              </a:rPr>
              <a:t> ④</a:t>
            </a:r>
            <a:r>
              <a:rPr sz="2000" b="0" i="0">
                <a:solidFill>
                  <a:srgbClr val="4E4F51"/>
                </a:solidFill>
                <a:latin typeface="Open Sans"/>
                <a:ea typeface="Noto Sans CJK KR"/>
              </a:rPr>
              <a:t>로 검증해줘.</a:t>
            </a:r>
          </a:p>
        </p:txBody>
      </p:sp>
      <p:sp>
        <p:nvSpPr>
          <p:cNvPr id="7" name="Rectangle 6"/>
          <p:cNvSpPr/>
          <p:nvPr/>
        </p:nvSpPr>
        <p:spPr>
          <a:xfrm>
            <a:off x="649224" y="2880360"/>
            <a:ext cx="2603754" cy="2331720"/>
          </a:xfrm>
          <a:prstGeom prst="rect">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95528" y="2990088"/>
            <a:ext cx="2311146" cy="347472"/>
          </a:xfrm>
          <a:prstGeom prst="rect">
            <a:avLst/>
          </a:prstGeom>
          <a:noFill/>
        </p:spPr>
        <p:txBody>
          <a:bodyPr wrap="square" lIns="0" rIns="0" tIns="0" bIns="0" anchor="t">
            <a:spAutoFit/>
          </a:bodyPr>
          <a:lstStyle/>
          <a:p>
            <a:pPr algn="l">
              <a:lnSpc>
                <a:spcPct val="112000"/>
              </a:lnSpc>
              <a:spcBef>
                <a:spcPts val="0"/>
              </a:spcBef>
              <a:spcAft>
                <a:spcPts val="400"/>
              </a:spcAft>
            </a:pPr>
            <a:r>
              <a:rPr sz="1600" b="1" i="0">
                <a:solidFill>
                  <a:srgbClr val="0E88AE"/>
                </a:solidFill>
                <a:latin typeface="Open Sans"/>
                <a:ea typeface="Noto Sans CJK KR"/>
              </a:rPr>
              <a:t>③</a:t>
            </a:r>
          </a:p>
        </p:txBody>
      </p:sp>
      <p:sp>
        <p:nvSpPr>
          <p:cNvPr id="9" name="TextBox 8"/>
          <p:cNvSpPr txBox="1"/>
          <p:nvPr/>
        </p:nvSpPr>
        <p:spPr>
          <a:xfrm>
            <a:off x="795528" y="3383280"/>
            <a:ext cx="2311146" cy="411480"/>
          </a:xfrm>
          <a:prstGeom prst="rect">
            <a:avLst/>
          </a:prstGeom>
          <a:noFill/>
        </p:spPr>
        <p:txBody>
          <a:bodyPr wrap="square" lIns="0" rIns="0" tIns="0" bIns="0" anchor="t">
            <a:spAutoFit/>
          </a:bodyPr>
          <a:lstStyle/>
          <a:p>
            <a:pPr algn="l">
              <a:lnSpc>
                <a:spcPct val="112000"/>
              </a:lnSpc>
              <a:spcBef>
                <a:spcPts val="0"/>
              </a:spcBef>
              <a:spcAft>
                <a:spcPts val="400"/>
              </a:spcAft>
            </a:pPr>
            <a:r>
              <a:rPr sz="1700" b="1" i="0">
                <a:solidFill>
                  <a:srgbClr val="004C97"/>
                </a:solidFill>
                <a:latin typeface="Consolas"/>
                <a:ea typeface="Noto Sans CJK KR"/>
              </a:rPr>
              <a:t>list_assets</a:t>
            </a:r>
          </a:p>
        </p:txBody>
      </p:sp>
      <p:sp>
        <p:nvSpPr>
          <p:cNvPr id="10" name="TextBox 9"/>
          <p:cNvSpPr txBox="1"/>
          <p:nvPr/>
        </p:nvSpPr>
        <p:spPr>
          <a:xfrm>
            <a:off x="795528" y="3886200"/>
            <a:ext cx="2311146" cy="1234440"/>
          </a:xfrm>
          <a:prstGeom prst="rect">
            <a:avLst/>
          </a:prstGeom>
          <a:noFill/>
        </p:spPr>
        <p:txBody>
          <a:bodyPr wrap="square" lIns="0" rIns="0" tIns="0" bIns="0" anchor="t">
            <a:spAutoFit/>
          </a:bodyPr>
          <a:lstStyle/>
          <a:p>
            <a:pPr algn="l">
              <a:lnSpc>
                <a:spcPct val="112000"/>
              </a:lnSpc>
              <a:spcBef>
                <a:spcPts val="0"/>
              </a:spcBef>
              <a:spcAft>
                <a:spcPts val="400"/>
              </a:spcAft>
            </a:pPr>
            <a:r>
              <a:rPr sz="1350" b="0" i="0">
                <a:solidFill>
                  <a:srgbClr val="4E4F51"/>
                </a:solidFill>
                <a:latin typeface="Open Sans"/>
                <a:ea typeface="Noto Sans CJK KR"/>
              </a:rPr>
              <a:t>assetType = XModule</a:t>
            </a:r>
          </a:p>
          <a:p>
            <a:pPr algn="l">
              <a:lnSpc>
                <a:spcPct val="112000"/>
              </a:lnSpc>
              <a:spcBef>
                <a:spcPts val="0"/>
              </a:spcBef>
              <a:spcAft>
                <a:spcPts val="400"/>
              </a:spcAft>
            </a:pPr>
            <a:r>
              <a:rPr sz="1350" b="0" i="0">
                <a:solidFill>
                  <a:srgbClr val="4E4F51"/>
                </a:solidFill>
                <a:latin typeface="Open Sans"/>
                <a:ea typeface="Noto Sans CJK KR"/>
              </a:rPr>
              <a:t>root = Modules/MCP실습</a:t>
            </a:r>
          </a:p>
        </p:txBody>
      </p:sp>
      <p:sp>
        <p:nvSpPr>
          <p:cNvPr id="11" name="TextBox 10"/>
          <p:cNvSpPr txBox="1"/>
          <p:nvPr/>
        </p:nvSpPr>
        <p:spPr>
          <a:xfrm>
            <a:off x="3257550" y="3840480"/>
            <a:ext cx="155448" cy="365760"/>
          </a:xfrm>
          <a:prstGeom prst="rect">
            <a:avLst/>
          </a:prstGeom>
          <a:noFill/>
        </p:spPr>
        <p:txBody>
          <a:bodyPr wrap="square" lIns="0" rIns="0" tIns="0" bIns="0" anchor="t">
            <a:spAutoFit/>
          </a:bodyPr>
          <a:lstStyle/>
          <a:p>
            <a:pPr algn="ctr">
              <a:lnSpc>
                <a:spcPct val="112000"/>
              </a:lnSpc>
              <a:spcBef>
                <a:spcPts val="0"/>
              </a:spcBef>
              <a:spcAft>
                <a:spcPts val="0"/>
              </a:spcAft>
            </a:pPr>
            <a:r>
              <a:rPr sz="2300" b="0" i="0">
                <a:solidFill>
                  <a:srgbClr val="0E88AE"/>
                </a:solidFill>
                <a:latin typeface="Open Sans"/>
                <a:ea typeface="Noto Sans CJK KR"/>
              </a:rPr>
              <a:t>›</a:t>
            </a:r>
          </a:p>
        </p:txBody>
      </p:sp>
      <p:sp>
        <p:nvSpPr>
          <p:cNvPr id="12" name="Rectangle 11"/>
          <p:cNvSpPr/>
          <p:nvPr/>
        </p:nvSpPr>
        <p:spPr>
          <a:xfrm>
            <a:off x="3408426" y="2880360"/>
            <a:ext cx="2603754" cy="2331720"/>
          </a:xfrm>
          <a:prstGeom prst="rect">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554730" y="2990088"/>
            <a:ext cx="2311146" cy="347472"/>
          </a:xfrm>
          <a:prstGeom prst="rect">
            <a:avLst/>
          </a:prstGeom>
          <a:noFill/>
        </p:spPr>
        <p:txBody>
          <a:bodyPr wrap="square" lIns="0" rIns="0" tIns="0" bIns="0" anchor="t">
            <a:spAutoFit/>
          </a:bodyPr>
          <a:lstStyle/>
          <a:p>
            <a:pPr algn="l">
              <a:lnSpc>
                <a:spcPct val="112000"/>
              </a:lnSpc>
              <a:spcBef>
                <a:spcPts val="0"/>
              </a:spcBef>
              <a:spcAft>
                <a:spcPts val="400"/>
              </a:spcAft>
            </a:pPr>
            <a:r>
              <a:rPr sz="1600" b="1" i="0">
                <a:solidFill>
                  <a:srgbClr val="0E88AE"/>
                </a:solidFill>
                <a:latin typeface="Open Sans"/>
                <a:ea typeface="Noto Sans CJK KR"/>
              </a:rPr>
              <a:t>AI 판단</a:t>
            </a:r>
          </a:p>
        </p:txBody>
      </p:sp>
      <p:sp>
        <p:nvSpPr>
          <p:cNvPr id="14" name="TextBox 13"/>
          <p:cNvSpPr txBox="1"/>
          <p:nvPr/>
        </p:nvSpPr>
        <p:spPr>
          <a:xfrm>
            <a:off x="3554730" y="3383280"/>
            <a:ext cx="2311146" cy="411480"/>
          </a:xfrm>
          <a:prstGeom prst="rect">
            <a:avLst/>
          </a:prstGeom>
          <a:noFill/>
        </p:spPr>
        <p:txBody>
          <a:bodyPr wrap="square" lIns="0" rIns="0" tIns="0" bIns="0" anchor="t">
            <a:spAutoFit/>
          </a:bodyPr>
          <a:lstStyle/>
          <a:p>
            <a:pPr algn="l">
              <a:lnSpc>
                <a:spcPct val="112000"/>
              </a:lnSpc>
              <a:spcBef>
                <a:spcPts val="0"/>
              </a:spcBef>
              <a:spcAft>
                <a:spcPts val="400"/>
              </a:spcAft>
            </a:pPr>
            <a:r>
              <a:rPr sz="1700" b="1" i="0">
                <a:solidFill>
                  <a:srgbClr val="004C97"/>
                </a:solidFill>
                <a:latin typeface="Consolas"/>
                <a:ea typeface="Noto Sans CJK KR"/>
              </a:rPr>
              <a:t>get_object_info</a:t>
            </a:r>
          </a:p>
        </p:txBody>
      </p:sp>
      <p:sp>
        <p:nvSpPr>
          <p:cNvPr id="15" name="TextBox 14"/>
          <p:cNvSpPr txBox="1"/>
          <p:nvPr/>
        </p:nvSpPr>
        <p:spPr>
          <a:xfrm>
            <a:off x="3554730" y="3886200"/>
            <a:ext cx="2311146" cy="1234440"/>
          </a:xfrm>
          <a:prstGeom prst="rect">
            <a:avLst/>
          </a:prstGeom>
          <a:noFill/>
        </p:spPr>
        <p:txBody>
          <a:bodyPr wrap="square" lIns="0" rIns="0" tIns="0" bIns="0" anchor="t">
            <a:spAutoFit/>
          </a:bodyPr>
          <a:lstStyle/>
          <a:p>
            <a:pPr algn="l">
              <a:lnSpc>
                <a:spcPct val="112000"/>
              </a:lnSpc>
              <a:spcBef>
                <a:spcPts val="0"/>
              </a:spcBef>
              <a:spcAft>
                <a:spcPts val="400"/>
              </a:spcAft>
            </a:pPr>
            <a:r>
              <a:rPr sz="1350" b="0" i="0">
                <a:solidFill>
                  <a:srgbClr val="4E4F51"/>
                </a:solidFill>
                <a:latin typeface="Open Sans"/>
                <a:ea typeface="Noto Sans CJK KR"/>
              </a:rPr>
              <a:t>찾은 모듈의 속성 확인</a:t>
            </a:r>
          </a:p>
        </p:txBody>
      </p:sp>
      <p:sp>
        <p:nvSpPr>
          <p:cNvPr id="16" name="TextBox 15"/>
          <p:cNvSpPr txBox="1"/>
          <p:nvPr/>
        </p:nvSpPr>
        <p:spPr>
          <a:xfrm>
            <a:off x="6016752" y="3840480"/>
            <a:ext cx="155448" cy="365760"/>
          </a:xfrm>
          <a:prstGeom prst="rect">
            <a:avLst/>
          </a:prstGeom>
          <a:noFill/>
        </p:spPr>
        <p:txBody>
          <a:bodyPr wrap="square" lIns="0" rIns="0" tIns="0" bIns="0" anchor="t">
            <a:spAutoFit/>
          </a:bodyPr>
          <a:lstStyle/>
          <a:p>
            <a:pPr algn="ctr">
              <a:lnSpc>
                <a:spcPct val="112000"/>
              </a:lnSpc>
              <a:spcBef>
                <a:spcPts val="0"/>
              </a:spcBef>
              <a:spcAft>
                <a:spcPts val="0"/>
              </a:spcAft>
            </a:pPr>
            <a:r>
              <a:rPr sz="2300" b="0" i="0">
                <a:solidFill>
                  <a:srgbClr val="0E88AE"/>
                </a:solidFill>
                <a:latin typeface="Open Sans"/>
                <a:ea typeface="Noto Sans CJK KR"/>
              </a:rPr>
              <a:t>›</a:t>
            </a:r>
          </a:p>
        </p:txBody>
      </p:sp>
      <p:sp>
        <p:nvSpPr>
          <p:cNvPr id="17" name="Rectangle 16"/>
          <p:cNvSpPr/>
          <p:nvPr/>
        </p:nvSpPr>
        <p:spPr>
          <a:xfrm>
            <a:off x="6167628" y="2880360"/>
            <a:ext cx="2603754" cy="2331720"/>
          </a:xfrm>
          <a:prstGeom prst="rect">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313932" y="2990088"/>
            <a:ext cx="2311146" cy="347472"/>
          </a:xfrm>
          <a:prstGeom prst="rect">
            <a:avLst/>
          </a:prstGeom>
          <a:noFill/>
        </p:spPr>
        <p:txBody>
          <a:bodyPr wrap="square" lIns="0" rIns="0" tIns="0" bIns="0" anchor="t">
            <a:spAutoFit/>
          </a:bodyPr>
          <a:lstStyle/>
          <a:p>
            <a:pPr algn="l">
              <a:lnSpc>
                <a:spcPct val="112000"/>
              </a:lnSpc>
              <a:spcBef>
                <a:spcPts val="0"/>
              </a:spcBef>
              <a:spcAft>
                <a:spcPts val="400"/>
              </a:spcAft>
            </a:pPr>
            <a:r>
              <a:rPr sz="1600" b="1" i="0">
                <a:solidFill>
                  <a:srgbClr val="0E88AE"/>
                </a:solidFill>
                <a:latin typeface="Open Sans"/>
                <a:ea typeface="Noto Sans CJK KR"/>
              </a:rPr>
              <a:t>① ②</a:t>
            </a:r>
          </a:p>
        </p:txBody>
      </p:sp>
      <p:sp>
        <p:nvSpPr>
          <p:cNvPr id="19" name="TextBox 18"/>
          <p:cNvSpPr txBox="1"/>
          <p:nvPr/>
        </p:nvSpPr>
        <p:spPr>
          <a:xfrm>
            <a:off x="6313932" y="3383280"/>
            <a:ext cx="2311146" cy="411480"/>
          </a:xfrm>
          <a:prstGeom prst="rect">
            <a:avLst/>
          </a:prstGeom>
          <a:noFill/>
        </p:spPr>
        <p:txBody>
          <a:bodyPr wrap="square" lIns="0" rIns="0" tIns="0" bIns="0" anchor="t">
            <a:spAutoFit/>
          </a:bodyPr>
          <a:lstStyle/>
          <a:p>
            <a:pPr algn="l">
              <a:lnSpc>
                <a:spcPct val="112000"/>
              </a:lnSpc>
              <a:spcBef>
                <a:spcPts val="0"/>
              </a:spcBef>
              <a:spcAft>
                <a:spcPts val="400"/>
              </a:spcAft>
            </a:pPr>
            <a:r>
              <a:rPr sz="1700" b="1" i="0">
                <a:solidFill>
                  <a:srgbClr val="004C97"/>
                </a:solidFill>
                <a:latin typeface="Consolas"/>
                <a:ea typeface="Noto Sans CJK KR"/>
              </a:rPr>
              <a:t>create_test_cases</a:t>
            </a:r>
          </a:p>
        </p:txBody>
      </p:sp>
      <p:sp>
        <p:nvSpPr>
          <p:cNvPr id="20" name="TextBox 19"/>
          <p:cNvSpPr txBox="1"/>
          <p:nvPr/>
        </p:nvSpPr>
        <p:spPr>
          <a:xfrm>
            <a:off x="6313932" y="3886200"/>
            <a:ext cx="2311146" cy="1234440"/>
          </a:xfrm>
          <a:prstGeom prst="rect">
            <a:avLst/>
          </a:prstGeom>
          <a:noFill/>
        </p:spPr>
        <p:txBody>
          <a:bodyPr wrap="square" lIns="0" rIns="0" tIns="0" bIns="0" anchor="t">
            <a:spAutoFit/>
          </a:bodyPr>
          <a:lstStyle/>
          <a:p>
            <a:pPr algn="l">
              <a:lnSpc>
                <a:spcPct val="112000"/>
              </a:lnSpc>
              <a:spcBef>
                <a:spcPts val="0"/>
              </a:spcBef>
              <a:spcAft>
                <a:spcPts val="400"/>
              </a:spcAft>
            </a:pPr>
            <a:r>
              <a:rPr sz="1350" b="0" i="0">
                <a:solidFill>
                  <a:srgbClr val="4E4F51"/>
                </a:solidFill>
                <a:latin typeface="Open Sans"/>
                <a:ea typeface="Noto Sans CJK KR"/>
              </a:rPr>
              <a:t>path = TestCases/MCP실습/홍길동</a:t>
            </a:r>
          </a:p>
          <a:p>
            <a:pPr algn="l">
              <a:lnSpc>
                <a:spcPct val="112000"/>
              </a:lnSpc>
              <a:spcBef>
                <a:spcPts val="0"/>
              </a:spcBef>
              <a:spcAft>
                <a:spcPts val="400"/>
              </a:spcAft>
            </a:pPr>
            <a:r>
              <a:rPr sz="1350" b="0" i="0">
                <a:solidFill>
                  <a:srgbClr val="4E4F51"/>
                </a:solidFill>
                <a:latin typeface="Open Sans"/>
                <a:ea typeface="Noto Sans CJK KR"/>
              </a:rPr>
              <a:t>name = 로그인 성공_자동</a:t>
            </a:r>
          </a:p>
        </p:txBody>
      </p:sp>
      <p:sp>
        <p:nvSpPr>
          <p:cNvPr id="21" name="TextBox 20"/>
          <p:cNvSpPr txBox="1"/>
          <p:nvPr/>
        </p:nvSpPr>
        <p:spPr>
          <a:xfrm>
            <a:off x="8775954" y="3840480"/>
            <a:ext cx="155448" cy="365760"/>
          </a:xfrm>
          <a:prstGeom prst="rect">
            <a:avLst/>
          </a:prstGeom>
          <a:noFill/>
        </p:spPr>
        <p:txBody>
          <a:bodyPr wrap="square" lIns="0" rIns="0" tIns="0" bIns="0" anchor="t">
            <a:spAutoFit/>
          </a:bodyPr>
          <a:lstStyle/>
          <a:p>
            <a:pPr algn="ctr">
              <a:lnSpc>
                <a:spcPct val="112000"/>
              </a:lnSpc>
              <a:spcBef>
                <a:spcPts val="0"/>
              </a:spcBef>
              <a:spcAft>
                <a:spcPts val="0"/>
              </a:spcAft>
            </a:pPr>
            <a:r>
              <a:rPr sz="2300" b="0" i="0">
                <a:solidFill>
                  <a:srgbClr val="0E88AE"/>
                </a:solidFill>
                <a:latin typeface="Open Sans"/>
                <a:ea typeface="Noto Sans CJK KR"/>
              </a:rPr>
              <a:t>›</a:t>
            </a:r>
          </a:p>
        </p:txBody>
      </p:sp>
      <p:sp>
        <p:nvSpPr>
          <p:cNvPr id="22" name="Rectangle 21"/>
          <p:cNvSpPr/>
          <p:nvPr/>
        </p:nvSpPr>
        <p:spPr>
          <a:xfrm>
            <a:off x="8926830" y="2880360"/>
            <a:ext cx="2603754" cy="2331720"/>
          </a:xfrm>
          <a:prstGeom prst="rect">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073134" y="2990088"/>
            <a:ext cx="2311146" cy="347472"/>
          </a:xfrm>
          <a:prstGeom prst="rect">
            <a:avLst/>
          </a:prstGeom>
          <a:noFill/>
        </p:spPr>
        <p:txBody>
          <a:bodyPr wrap="square" lIns="0" rIns="0" tIns="0" bIns="0" anchor="t">
            <a:spAutoFit/>
          </a:bodyPr>
          <a:lstStyle/>
          <a:p>
            <a:pPr algn="l">
              <a:lnSpc>
                <a:spcPct val="112000"/>
              </a:lnSpc>
              <a:spcBef>
                <a:spcPts val="0"/>
              </a:spcBef>
              <a:spcAft>
                <a:spcPts val="400"/>
              </a:spcAft>
            </a:pPr>
            <a:r>
              <a:rPr sz="1600" b="1" i="0">
                <a:solidFill>
                  <a:srgbClr val="0E88AE"/>
                </a:solidFill>
                <a:latin typeface="Open Sans"/>
                <a:ea typeface="Noto Sans CJK KR"/>
              </a:rPr>
              <a:t>④</a:t>
            </a:r>
          </a:p>
        </p:txBody>
      </p:sp>
      <p:sp>
        <p:nvSpPr>
          <p:cNvPr id="24" name="TextBox 23"/>
          <p:cNvSpPr txBox="1"/>
          <p:nvPr/>
        </p:nvSpPr>
        <p:spPr>
          <a:xfrm>
            <a:off x="9073134" y="3383280"/>
            <a:ext cx="2311146" cy="411480"/>
          </a:xfrm>
          <a:prstGeom prst="rect">
            <a:avLst/>
          </a:prstGeom>
          <a:noFill/>
        </p:spPr>
        <p:txBody>
          <a:bodyPr wrap="square" lIns="0" rIns="0" tIns="0" bIns="0" anchor="t">
            <a:spAutoFit/>
          </a:bodyPr>
          <a:lstStyle/>
          <a:p>
            <a:pPr algn="l">
              <a:lnSpc>
                <a:spcPct val="112000"/>
              </a:lnSpc>
              <a:spcBef>
                <a:spcPts val="0"/>
              </a:spcBef>
              <a:spcAft>
                <a:spcPts val="400"/>
              </a:spcAft>
            </a:pPr>
            <a:r>
              <a:rPr sz="1700" b="1" i="0">
                <a:solidFill>
                  <a:srgbClr val="004C97"/>
                </a:solidFill>
                <a:latin typeface="Consolas"/>
                <a:ea typeface="Noto Sans CJK KR"/>
              </a:rPr>
              <a:t>set_attribute</a:t>
            </a:r>
          </a:p>
        </p:txBody>
      </p:sp>
      <p:sp>
        <p:nvSpPr>
          <p:cNvPr id="25" name="TextBox 24"/>
          <p:cNvSpPr txBox="1"/>
          <p:nvPr/>
        </p:nvSpPr>
        <p:spPr>
          <a:xfrm>
            <a:off x="9073134" y="3886200"/>
            <a:ext cx="2311146" cy="1234440"/>
          </a:xfrm>
          <a:prstGeom prst="rect">
            <a:avLst/>
          </a:prstGeom>
          <a:noFill/>
        </p:spPr>
        <p:txBody>
          <a:bodyPr wrap="square" lIns="0" rIns="0" tIns="0" bIns="0" anchor="t">
            <a:spAutoFit/>
          </a:bodyPr>
          <a:lstStyle/>
          <a:p>
            <a:pPr algn="l">
              <a:lnSpc>
                <a:spcPct val="112000"/>
              </a:lnSpc>
              <a:spcBef>
                <a:spcPts val="0"/>
              </a:spcBef>
              <a:spcAft>
                <a:spcPts val="400"/>
              </a:spcAft>
            </a:pPr>
            <a:r>
              <a:rPr sz="1350" b="0" i="0">
                <a:solidFill>
                  <a:srgbClr val="4E4F51"/>
                </a:solidFill>
                <a:latin typeface="Open Sans"/>
                <a:ea typeface="Noto Sans CJK KR"/>
              </a:rPr>
              <a:t>Account 값의</a:t>
            </a:r>
          </a:p>
          <a:p>
            <a:pPr algn="l">
              <a:lnSpc>
                <a:spcPct val="112000"/>
              </a:lnSpc>
              <a:spcBef>
                <a:spcPts val="0"/>
              </a:spcBef>
              <a:spcAft>
                <a:spcPts val="400"/>
              </a:spcAft>
            </a:pPr>
            <a:r>
              <a:rPr sz="1350" b="0" i="0">
                <a:solidFill>
                  <a:srgbClr val="4E4F51"/>
                </a:solidFill>
                <a:latin typeface="Open Sans"/>
                <a:ea typeface="Noto Sans CJK KR"/>
              </a:rPr>
              <a:t>ActionMode = Verify</a:t>
            </a:r>
          </a:p>
        </p:txBody>
      </p:sp>
      <p:sp>
        <p:nvSpPr>
          <p:cNvPr id="26" name="TextBox 25"/>
          <p:cNvSpPr txBox="1"/>
          <p:nvPr/>
        </p:nvSpPr>
        <p:spPr>
          <a:xfrm>
            <a:off x="649224" y="5925312"/>
            <a:ext cx="10881360" cy="420624"/>
          </a:xfrm>
          <a:prstGeom prst="rect">
            <a:avLst/>
          </a:prstGeom>
          <a:noFill/>
        </p:spPr>
        <p:txBody>
          <a:bodyPr wrap="square" lIns="0" rIns="0" tIns="0" bIns="0" anchor="t">
            <a:spAutoFit/>
          </a:bodyPr>
          <a:lstStyle/>
          <a:p>
            <a:pPr algn="l">
              <a:lnSpc>
                <a:spcPct val="112000"/>
              </a:lnSpc>
              <a:spcBef>
                <a:spcPts val="0"/>
              </a:spcBef>
              <a:spcAft>
                <a:spcPts val="400"/>
              </a:spcAft>
            </a:pPr>
            <a:r>
              <a:rPr sz="1250" b="0" i="0">
                <a:solidFill>
                  <a:srgbClr val="4E4F51"/>
                </a:solidFill>
                <a:latin typeface="Open Sans"/>
                <a:ea typeface="Noto Sans CJK KR"/>
              </a:rPr>
              <a:t>프롬프트에 없는 정보는 AI가 추측하거나 다시 묻습니다. 추측이 틀리면 엉뚱한 곳에 만들어집니다.</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100" b="0" i="0">
                <a:solidFill>
                  <a:srgbClr val="004C97"/>
                </a:solidFill>
                <a:latin typeface="Open Sans"/>
                <a:ea typeface="Noto Sans CJK KR"/>
              </a:rPr>
              <a:t>프롬프트는 네 가지 요소로 씁니다</a:t>
            </a:r>
          </a:p>
        </p:txBody>
      </p:sp>
      <p:sp>
        <p:nvSpPr>
          <p:cNvPr id="3" name="TextBox 2"/>
          <p:cNvSpPr txBox="1"/>
          <p:nvPr/>
        </p:nvSpPr>
        <p:spPr>
          <a:xfrm>
            <a:off x="1828800" y="6510528"/>
            <a:ext cx="8046720" cy="210312"/>
          </a:xfrm>
          <a:prstGeom prst="rect">
            <a:avLst/>
          </a:prstGeom>
          <a:noFill/>
        </p:spPr>
        <p:txBody>
          <a:bodyPr wrap="square" lIns="0" rIns="0" tIns="0" bIns="0" anchor="t">
            <a:spAutoFit/>
          </a:bodyPr>
          <a:lstStyle/>
          <a:p>
            <a:pPr algn="l">
              <a:lnSpc>
                <a:spcPct val="112000"/>
              </a:lnSpc>
              <a:spcBef>
                <a:spcPts val="0"/>
              </a:spcBef>
              <a:spcAft>
                <a:spcPts val="0"/>
              </a:spcAft>
            </a:pPr>
            <a:r>
              <a:rPr sz="1000" b="0" i="0">
                <a:solidFill>
                  <a:srgbClr val="FFFFFF"/>
                </a:solidFill>
                <a:latin typeface="Open Sans"/>
                <a:ea typeface="Noto Sans CJK KR"/>
              </a:rPr>
              <a:t>Tosca Commander MCP 입문  |  AI 어시스턴트 실습</a:t>
            </a:r>
          </a:p>
        </p:txBody>
      </p:sp>
      <p:sp>
        <p:nvSpPr>
          <p:cNvPr id="4" name="TextBox 3"/>
          <p:cNvSpPr txBox="1"/>
          <p:nvPr/>
        </p:nvSpPr>
        <p:spPr>
          <a:xfrm>
            <a:off x="11503152" y="6510528"/>
            <a:ext cx="292608" cy="228600"/>
          </a:xfrm>
          <a:prstGeom prst="rect">
            <a:avLst/>
          </a:prstGeom>
          <a:noFill/>
        </p:spPr>
        <p:txBody>
          <a:bodyPr wrap="none" lIns="0" rIns="0" tIns="0" bIns="0">
            <a:spAutoFit/>
          </a:bodyPr>
          <a:lstStyle/>
          <a:p>
            <a:pPr algn="l"/>
            <a:fld id="{5C7A3F71-3D8E-4C1B-9A44-2E5B7D0F6A11}" type="slidenum">
              <a:rPr lang="ko-KR" sz="1100">
                <a:solidFill>
                  <a:srgbClr val="FFFFFF"/>
                </a:solidFill>
                <a:latin typeface="Open Sans"/>
                <a:ea typeface="Noto Sans CJK KR"/>
              </a:rPr>
              <a:t>37</a:t>
            </a:fld>
          </a:p>
        </p:txBody>
      </p:sp>
      <p:sp>
        <p:nvSpPr>
          <p:cNvPr id="5" name="Rectangle 4"/>
          <p:cNvSpPr/>
          <p:nvPr/>
        </p:nvSpPr>
        <p:spPr>
          <a:xfrm>
            <a:off x="649224" y="1307592"/>
            <a:ext cx="2548890" cy="91440"/>
          </a:xfrm>
          <a:prstGeom prst="rect">
            <a:avLst/>
          </a:prstGeom>
          <a:solidFill>
            <a:srgbClr val="0E8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9224" y="1691639"/>
            <a:ext cx="2548890" cy="731520"/>
          </a:xfrm>
          <a:prstGeom prst="rect">
            <a:avLst/>
          </a:prstGeom>
          <a:noFill/>
        </p:spPr>
        <p:txBody>
          <a:bodyPr wrap="square" lIns="0" rIns="0" tIns="0" bIns="0" anchor="t">
            <a:spAutoFit/>
          </a:bodyPr>
          <a:lstStyle/>
          <a:p>
            <a:pPr algn="l">
              <a:lnSpc>
                <a:spcPct val="112000"/>
              </a:lnSpc>
              <a:spcBef>
                <a:spcPts val="0"/>
              </a:spcBef>
              <a:spcAft>
                <a:spcPts val="400"/>
              </a:spcAft>
            </a:pPr>
            <a:r>
              <a:rPr sz="2700" b="1" i="0">
                <a:solidFill>
                  <a:srgbClr val="004C97"/>
                </a:solidFill>
                <a:latin typeface="Open Sans"/>
                <a:ea typeface="Noto Sans CJK KR"/>
              </a:rPr>
              <a:t>대상</a:t>
            </a:r>
          </a:p>
        </p:txBody>
      </p:sp>
      <p:sp>
        <p:nvSpPr>
          <p:cNvPr id="7" name="Rectangle 6"/>
          <p:cNvSpPr/>
          <p:nvPr/>
        </p:nvSpPr>
        <p:spPr>
          <a:xfrm>
            <a:off x="3426714" y="1307592"/>
            <a:ext cx="2548890" cy="91440"/>
          </a:xfrm>
          <a:prstGeom prst="rect">
            <a:avLst/>
          </a:prstGeom>
          <a:solidFill>
            <a:srgbClr val="D2D7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426714" y="1691639"/>
            <a:ext cx="2548890" cy="731520"/>
          </a:xfrm>
          <a:prstGeom prst="rect">
            <a:avLst/>
          </a:prstGeom>
          <a:noFill/>
        </p:spPr>
        <p:txBody>
          <a:bodyPr wrap="square" lIns="0" rIns="0" tIns="0" bIns="0" anchor="t">
            <a:spAutoFit/>
          </a:bodyPr>
          <a:lstStyle/>
          <a:p>
            <a:pPr algn="l">
              <a:lnSpc>
                <a:spcPct val="112000"/>
              </a:lnSpc>
              <a:spcBef>
                <a:spcPts val="0"/>
              </a:spcBef>
              <a:spcAft>
                <a:spcPts val="400"/>
              </a:spcAft>
            </a:pPr>
            <a:r>
              <a:rPr sz="2700" b="1" i="0">
                <a:solidFill>
                  <a:srgbClr val="004C97"/>
                </a:solidFill>
                <a:latin typeface="Open Sans"/>
                <a:ea typeface="Noto Sans CJK KR"/>
              </a:rPr>
              <a:t>작업</a:t>
            </a:r>
          </a:p>
        </p:txBody>
      </p:sp>
      <p:sp>
        <p:nvSpPr>
          <p:cNvPr id="9" name="Rectangle 8"/>
          <p:cNvSpPr/>
          <p:nvPr/>
        </p:nvSpPr>
        <p:spPr>
          <a:xfrm>
            <a:off x="6204204" y="1307592"/>
            <a:ext cx="2548890" cy="91440"/>
          </a:xfrm>
          <a:prstGeom prst="rect">
            <a:avLst/>
          </a:prstGeom>
          <a:solidFill>
            <a:srgbClr val="0E8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204204" y="1691639"/>
            <a:ext cx="2548890" cy="731520"/>
          </a:xfrm>
          <a:prstGeom prst="rect">
            <a:avLst/>
          </a:prstGeom>
          <a:noFill/>
        </p:spPr>
        <p:txBody>
          <a:bodyPr wrap="square" lIns="0" rIns="0" tIns="0" bIns="0" anchor="t">
            <a:spAutoFit/>
          </a:bodyPr>
          <a:lstStyle/>
          <a:p>
            <a:pPr algn="l">
              <a:lnSpc>
                <a:spcPct val="112000"/>
              </a:lnSpc>
              <a:spcBef>
                <a:spcPts val="0"/>
              </a:spcBef>
              <a:spcAft>
                <a:spcPts val="400"/>
              </a:spcAft>
            </a:pPr>
            <a:r>
              <a:rPr sz="2700" b="1" i="0">
                <a:solidFill>
                  <a:srgbClr val="004C97"/>
                </a:solidFill>
                <a:latin typeface="Open Sans"/>
                <a:ea typeface="Noto Sans CJK KR"/>
              </a:rPr>
              <a:t>조건</a:t>
            </a:r>
          </a:p>
        </p:txBody>
      </p:sp>
      <p:sp>
        <p:nvSpPr>
          <p:cNvPr id="11" name="Rectangle 10"/>
          <p:cNvSpPr/>
          <p:nvPr/>
        </p:nvSpPr>
        <p:spPr>
          <a:xfrm>
            <a:off x="8981694" y="1307592"/>
            <a:ext cx="2548890" cy="91440"/>
          </a:xfrm>
          <a:prstGeom prst="rect">
            <a:avLst/>
          </a:prstGeom>
          <a:solidFill>
            <a:srgbClr val="D2D7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981694" y="1691639"/>
            <a:ext cx="2548890" cy="731520"/>
          </a:xfrm>
          <a:prstGeom prst="rect">
            <a:avLst/>
          </a:prstGeom>
          <a:noFill/>
        </p:spPr>
        <p:txBody>
          <a:bodyPr wrap="square" lIns="0" rIns="0" tIns="0" bIns="0" anchor="t">
            <a:spAutoFit/>
          </a:bodyPr>
          <a:lstStyle/>
          <a:p>
            <a:pPr algn="l">
              <a:lnSpc>
                <a:spcPct val="112000"/>
              </a:lnSpc>
              <a:spcBef>
                <a:spcPts val="0"/>
              </a:spcBef>
              <a:spcAft>
                <a:spcPts val="400"/>
              </a:spcAft>
            </a:pPr>
            <a:r>
              <a:rPr sz="2700" b="1" i="0">
                <a:solidFill>
                  <a:srgbClr val="004C97"/>
                </a:solidFill>
                <a:latin typeface="Open Sans"/>
                <a:ea typeface="Noto Sans CJK KR"/>
              </a:rPr>
              <a:t>확인</a:t>
            </a:r>
          </a:p>
        </p:txBody>
      </p:sp>
      <p:sp>
        <p:nvSpPr>
          <p:cNvPr id="13" name="TextBox 12"/>
          <p:cNvSpPr txBox="1"/>
          <p:nvPr/>
        </p:nvSpPr>
        <p:spPr>
          <a:xfrm>
            <a:off x="649224" y="2286000"/>
            <a:ext cx="2548890" cy="365760"/>
          </a:xfrm>
          <a:prstGeom prst="rect">
            <a:avLst/>
          </a:prstGeom>
          <a:noFill/>
        </p:spPr>
        <p:txBody>
          <a:bodyPr wrap="square" lIns="0" rIns="0" tIns="0" bIns="0" anchor="t">
            <a:spAutoFit/>
          </a:bodyPr>
          <a:lstStyle/>
          <a:p>
            <a:pPr algn="l">
              <a:lnSpc>
                <a:spcPct val="112000"/>
              </a:lnSpc>
              <a:spcBef>
                <a:spcPts val="0"/>
              </a:spcBef>
              <a:spcAft>
                <a:spcPts val="400"/>
              </a:spcAft>
            </a:pPr>
            <a:r>
              <a:rPr sz="1500" b="1" i="0">
                <a:solidFill>
                  <a:srgbClr val="0E88AE"/>
                </a:solidFill>
                <a:latin typeface="Open Sans"/>
                <a:ea typeface="Noto Sans CJK KR"/>
              </a:rPr>
              <a:t>어디서?</a:t>
            </a:r>
          </a:p>
        </p:txBody>
      </p:sp>
      <p:sp>
        <p:nvSpPr>
          <p:cNvPr id="14" name="TextBox 13"/>
          <p:cNvSpPr txBox="1"/>
          <p:nvPr/>
        </p:nvSpPr>
        <p:spPr>
          <a:xfrm>
            <a:off x="649224" y="2697480"/>
            <a:ext cx="2548890" cy="1234440"/>
          </a:xfrm>
          <a:prstGeom prst="rect">
            <a:avLst/>
          </a:prstGeom>
          <a:noFill/>
        </p:spPr>
        <p:txBody>
          <a:bodyPr wrap="square" lIns="0" rIns="0" tIns="0" bIns="0" anchor="t">
            <a:spAutoFit/>
          </a:bodyPr>
          <a:lstStyle/>
          <a:p>
            <a:pPr algn="l">
              <a:lnSpc>
                <a:spcPct val="112000"/>
              </a:lnSpc>
              <a:spcBef>
                <a:spcPts val="0"/>
              </a:spcBef>
              <a:spcAft>
                <a:spcPts val="400"/>
              </a:spcAft>
            </a:pPr>
            <a:r>
              <a:rPr sz="1500" b="0" i="0">
                <a:solidFill>
                  <a:srgbClr val="4E4F51"/>
                </a:solidFill>
                <a:latin typeface="Open Sans"/>
                <a:ea typeface="Noto Sans CJK KR"/>
              </a:rPr>
              <a:t>폴더 경로, 테스트케이스 이름, 모듈 위치를 Commander에 보이는 그대로 적습니다.</a:t>
            </a:r>
          </a:p>
        </p:txBody>
      </p:sp>
      <p:sp>
        <p:nvSpPr>
          <p:cNvPr id="15" name="TextBox 14"/>
          <p:cNvSpPr txBox="1"/>
          <p:nvPr/>
        </p:nvSpPr>
        <p:spPr>
          <a:xfrm>
            <a:off x="649224" y="3977639"/>
            <a:ext cx="2548890" cy="731520"/>
          </a:xfrm>
          <a:prstGeom prst="rect">
            <a:avLst/>
          </a:prstGeom>
          <a:noFill/>
        </p:spPr>
        <p:txBody>
          <a:bodyPr wrap="square" lIns="0" rIns="0" tIns="0" bIns="0" anchor="t">
            <a:spAutoFit/>
          </a:bodyPr>
          <a:lstStyle/>
          <a:p>
            <a:pPr algn="l">
              <a:lnSpc>
                <a:spcPct val="112000"/>
              </a:lnSpc>
              <a:spcBef>
                <a:spcPts val="0"/>
              </a:spcBef>
              <a:spcAft>
                <a:spcPts val="400"/>
              </a:spcAft>
            </a:pPr>
            <a:r>
              <a:rPr sz="1350" b="0" i="0">
                <a:solidFill>
                  <a:srgbClr val="004C97"/>
                </a:solidFill>
                <a:latin typeface="Open Sans"/>
                <a:ea typeface="Noto Sans CJK KR"/>
              </a:rPr>
              <a:t>TestCases/MCP실습/홍길동 폴더에</a:t>
            </a:r>
          </a:p>
        </p:txBody>
      </p:sp>
      <p:sp>
        <p:nvSpPr>
          <p:cNvPr id="16" name="TextBox 15"/>
          <p:cNvSpPr txBox="1"/>
          <p:nvPr/>
        </p:nvSpPr>
        <p:spPr>
          <a:xfrm>
            <a:off x="3426714" y="2286000"/>
            <a:ext cx="2548890" cy="365760"/>
          </a:xfrm>
          <a:prstGeom prst="rect">
            <a:avLst/>
          </a:prstGeom>
          <a:noFill/>
        </p:spPr>
        <p:txBody>
          <a:bodyPr wrap="square" lIns="0" rIns="0" tIns="0" bIns="0" anchor="t">
            <a:spAutoFit/>
          </a:bodyPr>
          <a:lstStyle/>
          <a:p>
            <a:pPr algn="l">
              <a:lnSpc>
                <a:spcPct val="112000"/>
              </a:lnSpc>
              <a:spcBef>
                <a:spcPts val="0"/>
              </a:spcBef>
              <a:spcAft>
                <a:spcPts val="400"/>
              </a:spcAft>
            </a:pPr>
            <a:r>
              <a:rPr sz="1500" b="1" i="0">
                <a:solidFill>
                  <a:srgbClr val="0E88AE"/>
                </a:solidFill>
                <a:latin typeface="Open Sans"/>
                <a:ea typeface="Noto Sans CJK KR"/>
              </a:rPr>
              <a:t>무엇을?</a:t>
            </a:r>
          </a:p>
        </p:txBody>
      </p:sp>
      <p:sp>
        <p:nvSpPr>
          <p:cNvPr id="17" name="TextBox 16"/>
          <p:cNvSpPr txBox="1"/>
          <p:nvPr/>
        </p:nvSpPr>
        <p:spPr>
          <a:xfrm>
            <a:off x="3426714" y="2697480"/>
            <a:ext cx="2548890" cy="1234440"/>
          </a:xfrm>
          <a:prstGeom prst="rect">
            <a:avLst/>
          </a:prstGeom>
          <a:noFill/>
        </p:spPr>
        <p:txBody>
          <a:bodyPr wrap="square" lIns="0" rIns="0" tIns="0" bIns="0" anchor="t">
            <a:spAutoFit/>
          </a:bodyPr>
          <a:lstStyle/>
          <a:p>
            <a:pPr algn="l">
              <a:lnSpc>
                <a:spcPct val="112000"/>
              </a:lnSpc>
              <a:spcBef>
                <a:spcPts val="0"/>
              </a:spcBef>
              <a:spcAft>
                <a:spcPts val="400"/>
              </a:spcAft>
            </a:pPr>
            <a:r>
              <a:rPr sz="1500" b="0" i="0">
                <a:solidFill>
                  <a:srgbClr val="4E4F51"/>
                </a:solidFill>
                <a:latin typeface="Open Sans"/>
                <a:ea typeface="Noto Sans CJK KR"/>
              </a:rPr>
              <a:t>만들기, 고치기, 실행, 분석 중 하나. 한 번에 한 가지만 시킵니다.</a:t>
            </a:r>
          </a:p>
        </p:txBody>
      </p:sp>
      <p:sp>
        <p:nvSpPr>
          <p:cNvPr id="18" name="TextBox 17"/>
          <p:cNvSpPr txBox="1"/>
          <p:nvPr/>
        </p:nvSpPr>
        <p:spPr>
          <a:xfrm>
            <a:off x="3426714" y="3977639"/>
            <a:ext cx="2548890" cy="731520"/>
          </a:xfrm>
          <a:prstGeom prst="rect">
            <a:avLst/>
          </a:prstGeom>
          <a:noFill/>
        </p:spPr>
        <p:txBody>
          <a:bodyPr wrap="square" lIns="0" rIns="0" tIns="0" bIns="0" anchor="t">
            <a:spAutoFit/>
          </a:bodyPr>
          <a:lstStyle/>
          <a:p>
            <a:pPr algn="l">
              <a:lnSpc>
                <a:spcPct val="112000"/>
              </a:lnSpc>
              <a:spcBef>
                <a:spcPts val="0"/>
              </a:spcBef>
              <a:spcAft>
                <a:spcPts val="400"/>
              </a:spcAft>
            </a:pPr>
            <a:r>
              <a:rPr sz="1350" b="0" i="0">
                <a:solidFill>
                  <a:srgbClr val="004C97"/>
                </a:solidFill>
                <a:latin typeface="Open Sans"/>
                <a:ea typeface="Noto Sans CJK KR"/>
              </a:rPr>
              <a:t>'로그인 성공_자동' 테스트케이스를 만들어줘</a:t>
            </a:r>
          </a:p>
        </p:txBody>
      </p:sp>
      <p:sp>
        <p:nvSpPr>
          <p:cNvPr id="19" name="TextBox 18"/>
          <p:cNvSpPr txBox="1"/>
          <p:nvPr/>
        </p:nvSpPr>
        <p:spPr>
          <a:xfrm>
            <a:off x="6204204" y="2286000"/>
            <a:ext cx="2548890" cy="365760"/>
          </a:xfrm>
          <a:prstGeom prst="rect">
            <a:avLst/>
          </a:prstGeom>
          <a:noFill/>
        </p:spPr>
        <p:txBody>
          <a:bodyPr wrap="square" lIns="0" rIns="0" tIns="0" bIns="0" anchor="t">
            <a:spAutoFit/>
          </a:bodyPr>
          <a:lstStyle/>
          <a:p>
            <a:pPr algn="l">
              <a:lnSpc>
                <a:spcPct val="112000"/>
              </a:lnSpc>
              <a:spcBef>
                <a:spcPts val="0"/>
              </a:spcBef>
              <a:spcAft>
                <a:spcPts val="400"/>
              </a:spcAft>
            </a:pPr>
            <a:r>
              <a:rPr sz="1500" b="1" i="0">
                <a:solidFill>
                  <a:srgbClr val="0E88AE"/>
                </a:solidFill>
                <a:latin typeface="Open Sans"/>
                <a:ea typeface="Noto Sans CJK KR"/>
              </a:rPr>
              <a:t>어떻게?</a:t>
            </a:r>
          </a:p>
        </p:txBody>
      </p:sp>
      <p:sp>
        <p:nvSpPr>
          <p:cNvPr id="20" name="TextBox 19"/>
          <p:cNvSpPr txBox="1"/>
          <p:nvPr/>
        </p:nvSpPr>
        <p:spPr>
          <a:xfrm>
            <a:off x="6204204" y="2697480"/>
            <a:ext cx="2548890" cy="1234440"/>
          </a:xfrm>
          <a:prstGeom prst="rect">
            <a:avLst/>
          </a:prstGeom>
          <a:noFill/>
        </p:spPr>
        <p:txBody>
          <a:bodyPr wrap="square" lIns="0" rIns="0" tIns="0" bIns="0" anchor="t">
            <a:spAutoFit/>
          </a:bodyPr>
          <a:lstStyle/>
          <a:p>
            <a:pPr algn="l">
              <a:lnSpc>
                <a:spcPct val="112000"/>
              </a:lnSpc>
              <a:spcBef>
                <a:spcPts val="0"/>
              </a:spcBef>
              <a:spcAft>
                <a:spcPts val="400"/>
              </a:spcAft>
            </a:pPr>
            <a:r>
              <a:rPr sz="1500" b="0" i="0">
                <a:solidFill>
                  <a:srgbClr val="4E4F51"/>
                </a:solidFill>
                <a:latin typeface="Open Sans"/>
                <a:ea typeface="Noto Sans CJK KR"/>
              </a:rPr>
              <a:t>쓸 모듈 범위, 값, ActionMode, 하지 말아야 할 것을 적습니다.</a:t>
            </a:r>
          </a:p>
        </p:txBody>
      </p:sp>
      <p:sp>
        <p:nvSpPr>
          <p:cNvPr id="21" name="TextBox 20"/>
          <p:cNvSpPr txBox="1"/>
          <p:nvPr/>
        </p:nvSpPr>
        <p:spPr>
          <a:xfrm>
            <a:off x="6204204" y="3977639"/>
            <a:ext cx="2548890" cy="731520"/>
          </a:xfrm>
          <a:prstGeom prst="rect">
            <a:avLst/>
          </a:prstGeom>
          <a:noFill/>
        </p:spPr>
        <p:txBody>
          <a:bodyPr wrap="square" lIns="0" rIns="0" tIns="0" bIns="0" anchor="t">
            <a:spAutoFit/>
          </a:bodyPr>
          <a:lstStyle/>
          <a:p>
            <a:pPr algn="l">
              <a:lnSpc>
                <a:spcPct val="112000"/>
              </a:lnSpc>
              <a:spcBef>
                <a:spcPts val="0"/>
              </a:spcBef>
              <a:spcAft>
                <a:spcPts val="400"/>
              </a:spcAft>
            </a:pPr>
            <a:r>
              <a:rPr sz="1350" b="0" i="0">
                <a:solidFill>
                  <a:srgbClr val="004C97"/>
                </a:solidFill>
                <a:latin typeface="Open Sans"/>
                <a:ea typeface="Noto Sans CJK KR"/>
              </a:rPr>
              <a:t>모듈은 Modules/MCP실습에서만 찾고, 새로 스캔하지 마</a:t>
            </a:r>
          </a:p>
        </p:txBody>
      </p:sp>
      <p:sp>
        <p:nvSpPr>
          <p:cNvPr id="22" name="TextBox 21"/>
          <p:cNvSpPr txBox="1"/>
          <p:nvPr/>
        </p:nvSpPr>
        <p:spPr>
          <a:xfrm>
            <a:off x="8981694" y="2286000"/>
            <a:ext cx="2548890" cy="365760"/>
          </a:xfrm>
          <a:prstGeom prst="rect">
            <a:avLst/>
          </a:prstGeom>
          <a:noFill/>
        </p:spPr>
        <p:txBody>
          <a:bodyPr wrap="square" lIns="0" rIns="0" tIns="0" bIns="0" anchor="t">
            <a:spAutoFit/>
          </a:bodyPr>
          <a:lstStyle/>
          <a:p>
            <a:pPr algn="l">
              <a:lnSpc>
                <a:spcPct val="112000"/>
              </a:lnSpc>
              <a:spcBef>
                <a:spcPts val="0"/>
              </a:spcBef>
              <a:spcAft>
                <a:spcPts val="400"/>
              </a:spcAft>
            </a:pPr>
            <a:r>
              <a:rPr sz="1500" b="1" i="0">
                <a:solidFill>
                  <a:srgbClr val="0E88AE"/>
                </a:solidFill>
                <a:latin typeface="Open Sans"/>
                <a:ea typeface="Noto Sans CJK KR"/>
              </a:rPr>
              <a:t>어떻게 받을까?</a:t>
            </a:r>
          </a:p>
        </p:txBody>
      </p:sp>
      <p:sp>
        <p:nvSpPr>
          <p:cNvPr id="23" name="TextBox 22"/>
          <p:cNvSpPr txBox="1"/>
          <p:nvPr/>
        </p:nvSpPr>
        <p:spPr>
          <a:xfrm>
            <a:off x="8981694" y="2697480"/>
            <a:ext cx="2548890" cy="1234440"/>
          </a:xfrm>
          <a:prstGeom prst="rect">
            <a:avLst/>
          </a:prstGeom>
          <a:noFill/>
        </p:spPr>
        <p:txBody>
          <a:bodyPr wrap="square" lIns="0" rIns="0" tIns="0" bIns="0" anchor="t">
            <a:spAutoFit/>
          </a:bodyPr>
          <a:lstStyle/>
          <a:p>
            <a:pPr algn="l">
              <a:lnSpc>
                <a:spcPct val="112000"/>
              </a:lnSpc>
              <a:spcBef>
                <a:spcPts val="0"/>
              </a:spcBef>
              <a:spcAft>
                <a:spcPts val="400"/>
              </a:spcAft>
            </a:pPr>
            <a:r>
              <a:rPr sz="1500" b="0" i="0">
                <a:solidFill>
                  <a:srgbClr val="4E4F51"/>
                </a:solidFill>
                <a:latin typeface="Open Sans"/>
                <a:ea typeface="Noto Sans CJK KR"/>
              </a:rPr>
              <a:t>계획 먼저, 표로, 승인 후 실행처럼 결과 받는 방식을 정합니다.</a:t>
            </a:r>
          </a:p>
        </p:txBody>
      </p:sp>
      <p:sp>
        <p:nvSpPr>
          <p:cNvPr id="24" name="TextBox 23"/>
          <p:cNvSpPr txBox="1"/>
          <p:nvPr/>
        </p:nvSpPr>
        <p:spPr>
          <a:xfrm>
            <a:off x="8981694" y="3977639"/>
            <a:ext cx="2548890" cy="731520"/>
          </a:xfrm>
          <a:prstGeom prst="rect">
            <a:avLst/>
          </a:prstGeom>
          <a:noFill/>
        </p:spPr>
        <p:txBody>
          <a:bodyPr wrap="square" lIns="0" rIns="0" tIns="0" bIns="0" anchor="t">
            <a:spAutoFit/>
          </a:bodyPr>
          <a:lstStyle/>
          <a:p>
            <a:pPr algn="l">
              <a:lnSpc>
                <a:spcPct val="112000"/>
              </a:lnSpc>
              <a:spcBef>
                <a:spcPts val="0"/>
              </a:spcBef>
              <a:spcAft>
                <a:spcPts val="400"/>
              </a:spcAft>
            </a:pPr>
            <a:r>
              <a:rPr sz="1350" b="0" i="0">
                <a:solidFill>
                  <a:srgbClr val="004C97"/>
                </a:solidFill>
                <a:latin typeface="Open Sans"/>
                <a:ea typeface="Noto Sans CJK KR"/>
              </a:rPr>
              <a:t>만들기 전에 스텝 계획을 표로 보여줘</a:t>
            </a:r>
          </a:p>
        </p:txBody>
      </p:sp>
      <p:sp>
        <p:nvSpPr>
          <p:cNvPr id="25" name="Rectangle 24"/>
          <p:cNvSpPr/>
          <p:nvPr/>
        </p:nvSpPr>
        <p:spPr>
          <a:xfrm>
            <a:off x="649224" y="4846320"/>
            <a:ext cx="10881360" cy="960120"/>
          </a:xfrm>
          <a:prstGeom prst="rect">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22960" y="4846320"/>
            <a:ext cx="10515600" cy="960120"/>
          </a:xfrm>
          <a:prstGeom prst="rect">
            <a:avLst/>
          </a:prstGeom>
          <a:noFill/>
        </p:spPr>
        <p:txBody>
          <a:bodyPr wrap="square" lIns="0" rIns="0" tIns="0" bIns="0" anchor="ctr">
            <a:spAutoFit/>
          </a:bodyPr>
          <a:lstStyle/>
          <a:p>
            <a:pPr algn="l">
              <a:lnSpc>
                <a:spcPct val="112000"/>
              </a:lnSpc>
              <a:spcBef>
                <a:spcPts val="0"/>
              </a:spcBef>
              <a:spcAft>
                <a:spcPts val="0"/>
              </a:spcAft>
            </a:pPr>
            <a:r>
              <a:rPr sz="1300" b="1" i="0">
                <a:solidFill>
                  <a:srgbClr val="0E88AE"/>
                </a:solidFill>
                <a:latin typeface="Open Sans"/>
                <a:ea typeface="Noto Sans CJK KR"/>
              </a:rPr>
              <a:t>[대상] </a:t>
            </a:r>
            <a:r>
              <a:rPr sz="1500" b="0" i="0">
                <a:solidFill>
                  <a:srgbClr val="4E4F51"/>
                </a:solidFill>
                <a:latin typeface="Open Sans"/>
                <a:ea typeface="Noto Sans CJK KR"/>
              </a:rPr>
              <a:t>TestCases/MCP실습/홍길동 폴더에 </a:t>
            </a:r>
            <a:r>
              <a:rPr sz="1300" b="1" i="0">
                <a:solidFill>
                  <a:srgbClr val="0E88AE"/>
                </a:solidFill>
                <a:latin typeface="Open Sans"/>
                <a:ea typeface="Noto Sans CJK KR"/>
              </a:rPr>
              <a:t>[작업] </a:t>
            </a:r>
            <a:r>
              <a:rPr sz="1500" b="0" i="0">
                <a:solidFill>
                  <a:srgbClr val="4E4F51"/>
                </a:solidFill>
                <a:latin typeface="Open Sans"/>
                <a:ea typeface="Noto Sans CJK KR"/>
              </a:rPr>
              <a:t>'로그인 성공_자동' 테스트케이스를 만들어줘. </a:t>
            </a:r>
            <a:r>
              <a:rPr sz="1300" b="1" i="0">
                <a:solidFill>
                  <a:srgbClr val="0E88AE"/>
                </a:solidFill>
                <a:latin typeface="Open Sans"/>
                <a:ea typeface="Noto Sans CJK KR"/>
              </a:rPr>
              <a:t>[조건] </a:t>
            </a:r>
            <a:r>
              <a:rPr sz="1500" b="0" i="0">
                <a:solidFill>
                  <a:srgbClr val="4E4F51"/>
                </a:solidFill>
                <a:latin typeface="Open Sans"/>
                <a:ea typeface="Noto Sans CJK KR"/>
              </a:rPr>
              <a:t>모듈은 Modules/MCP실습에서만 찾고 새로 스캔하지 마. </a:t>
            </a:r>
            <a:r>
              <a:rPr sz="1300" b="1" i="0">
                <a:solidFill>
                  <a:srgbClr val="0E88AE"/>
                </a:solidFill>
                <a:latin typeface="Open Sans"/>
                <a:ea typeface="Noto Sans CJK KR"/>
              </a:rPr>
              <a:t>[확인] </a:t>
            </a:r>
            <a:r>
              <a:rPr sz="1500" b="0" i="0">
                <a:solidFill>
                  <a:srgbClr val="4E4F51"/>
                </a:solidFill>
                <a:latin typeface="Open Sans"/>
                <a:ea typeface="Noto Sans CJK KR"/>
              </a:rPr>
              <a:t>만들기 전에 스텝 계획을 표로 보여줘.</a:t>
            </a:r>
          </a:p>
        </p:txBody>
      </p:sp>
      <p:sp>
        <p:nvSpPr>
          <p:cNvPr id="27" name="TextBox 26"/>
          <p:cNvSpPr txBox="1"/>
          <p:nvPr/>
        </p:nvSpPr>
        <p:spPr>
          <a:xfrm>
            <a:off x="9784080" y="6373368"/>
            <a:ext cx="1737360" cy="109728"/>
          </a:xfrm>
          <a:prstGeom prst="rect">
            <a:avLst/>
          </a:prstGeom>
          <a:noFill/>
        </p:spPr>
        <p:txBody>
          <a:bodyPr wrap="square" lIns="0" rIns="0" tIns="0" bIns="0" anchor="t">
            <a:spAutoFit/>
          </a:bodyPr>
          <a:lstStyle/>
          <a:p>
            <a:pPr algn="r">
              <a:lnSpc>
                <a:spcPct val="112000"/>
              </a:lnSpc>
              <a:spcBef>
                <a:spcPts val="0"/>
              </a:spcBef>
              <a:spcAft>
                <a:spcPts val="0"/>
              </a:spcAft>
            </a:pPr>
            <a:r>
              <a:rPr sz="750" b="0" i="0">
                <a:solidFill>
                  <a:srgbClr val="4E4F51"/>
                </a:solidFill>
                <a:latin typeface="Open Sans"/>
                <a:ea typeface="Noto Sans CJK KR"/>
              </a:rPr>
              <a:t>워크북 4.3</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100" b="0" i="0">
                <a:solidFill>
                  <a:srgbClr val="004C97"/>
                </a:solidFill>
                <a:latin typeface="Open Sans"/>
                <a:ea typeface="Noto Sans CJK KR"/>
              </a:rPr>
              <a:t>같은 요청, 다른 결과</a:t>
            </a:r>
          </a:p>
        </p:txBody>
      </p:sp>
      <p:sp>
        <p:nvSpPr>
          <p:cNvPr id="3" name="TextBox 2"/>
          <p:cNvSpPr txBox="1"/>
          <p:nvPr/>
        </p:nvSpPr>
        <p:spPr>
          <a:xfrm>
            <a:off x="1828800" y="6510528"/>
            <a:ext cx="8046720" cy="210312"/>
          </a:xfrm>
          <a:prstGeom prst="rect">
            <a:avLst/>
          </a:prstGeom>
          <a:noFill/>
        </p:spPr>
        <p:txBody>
          <a:bodyPr wrap="square" lIns="0" rIns="0" tIns="0" bIns="0" anchor="t">
            <a:spAutoFit/>
          </a:bodyPr>
          <a:lstStyle/>
          <a:p>
            <a:pPr algn="l">
              <a:lnSpc>
                <a:spcPct val="112000"/>
              </a:lnSpc>
              <a:spcBef>
                <a:spcPts val="0"/>
              </a:spcBef>
              <a:spcAft>
                <a:spcPts val="0"/>
              </a:spcAft>
            </a:pPr>
            <a:r>
              <a:rPr sz="1000" b="0" i="0">
                <a:solidFill>
                  <a:srgbClr val="FFFFFF"/>
                </a:solidFill>
                <a:latin typeface="Open Sans"/>
                <a:ea typeface="Noto Sans CJK KR"/>
              </a:rPr>
              <a:t>Tosca Commander MCP 입문  |  AI 어시스턴트 실습</a:t>
            </a:r>
          </a:p>
        </p:txBody>
      </p:sp>
      <p:sp>
        <p:nvSpPr>
          <p:cNvPr id="4" name="TextBox 3"/>
          <p:cNvSpPr txBox="1"/>
          <p:nvPr/>
        </p:nvSpPr>
        <p:spPr>
          <a:xfrm>
            <a:off x="11503152" y="6510528"/>
            <a:ext cx="292608" cy="228600"/>
          </a:xfrm>
          <a:prstGeom prst="rect">
            <a:avLst/>
          </a:prstGeom>
          <a:noFill/>
        </p:spPr>
        <p:txBody>
          <a:bodyPr wrap="none" lIns="0" rIns="0" tIns="0" bIns="0">
            <a:spAutoFit/>
          </a:bodyPr>
          <a:lstStyle/>
          <a:p>
            <a:pPr algn="l"/>
            <a:fld id="{5C7A3F71-3D8E-4C1B-9A44-2E5B7D0F6A11}" type="slidenum">
              <a:rPr lang="ko-KR" sz="1100">
                <a:solidFill>
                  <a:srgbClr val="FFFFFF"/>
                </a:solidFill>
                <a:latin typeface="Open Sans"/>
                <a:ea typeface="Noto Sans CJK KR"/>
              </a:rPr>
              <a:t>38</a:t>
            </a:fld>
          </a:p>
        </p:txBody>
      </p:sp>
      <p:graphicFrame>
        <p:nvGraphicFramePr>
          <p:cNvPr id="5" name="Table 4"/>
          <p:cNvGraphicFramePr>
            <a:graphicFrameLocks noGrp="1"/>
          </p:cNvGraphicFramePr>
          <p:nvPr/>
        </p:nvGraphicFramePr>
        <p:xfrm>
          <a:off x="649224" y="1298448"/>
          <a:ext cx="10881360" cy="4023360"/>
        </p:xfrm>
        <a:graphic>
          <a:graphicData uri="http://schemas.openxmlformats.org/drawingml/2006/table">
            <a:tbl>
              <a:tblPr firstRow="1" bandRow="1">
                <a:tableStyleId>{5C22544A-7EE6-4342-B048-85BDC9FD1C3A}</a:tableStyleId>
              </a:tblPr>
              <a:tblGrid>
                <a:gridCol w="2377440"/>
                <a:gridCol w="5394960"/>
                <a:gridCol w="3108960"/>
              </a:tblGrid>
              <a:tr h="457200">
                <a:tc>
                  <a:txBody>
                    <a:bodyPr wrap="square"/>
                    <a:lstStyle/>
                    <a:p>
                      <a:pPr>
                        <a:lnSpc>
                          <a:spcPct val="106000"/>
                        </a:lnSpc>
                        <a:spcAft>
                          <a:spcPts val="0"/>
                        </a:spcAft>
                      </a:pPr>
                      <a:r>
                        <a:rPr sz="1550" b="1" i="0">
                          <a:solidFill>
                            <a:srgbClr val="FFFFFF"/>
                          </a:solidFill>
                          <a:latin typeface="Open Sans"/>
                          <a:ea typeface="Noto Sans CJK KR"/>
                        </a:rPr>
                        <a:t>아쉬운 요청</a:t>
                      </a:r>
                    </a:p>
                  </a:txBody>
                  <a:tcPr marL="109728" marR="91440" marT="54864" marB="45720" anchor="ctr">
                    <a:solidFill>
                      <a:srgbClr val="004C97"/>
                    </a:solidFill>
                  </a:tcPr>
                </a:tc>
                <a:tc>
                  <a:txBody>
                    <a:bodyPr wrap="square"/>
                    <a:lstStyle/>
                    <a:p>
                      <a:pPr>
                        <a:lnSpc>
                          <a:spcPct val="106000"/>
                        </a:lnSpc>
                        <a:spcAft>
                          <a:spcPts val="0"/>
                        </a:spcAft>
                      </a:pPr>
                      <a:r>
                        <a:rPr sz="1550" b="1" i="0">
                          <a:solidFill>
                            <a:srgbClr val="FFFFFF"/>
                          </a:solidFill>
                          <a:latin typeface="Open Sans"/>
                          <a:ea typeface="Noto Sans CJK KR"/>
                        </a:rPr>
                        <a:t>고친 요청</a:t>
                      </a:r>
                    </a:p>
                  </a:txBody>
                  <a:tcPr marL="109728" marR="91440" marT="54864" marB="45720" anchor="ctr">
                    <a:solidFill>
                      <a:srgbClr val="004C97"/>
                    </a:solidFill>
                  </a:tcPr>
                </a:tc>
                <a:tc>
                  <a:txBody>
                    <a:bodyPr wrap="square"/>
                    <a:lstStyle/>
                    <a:p>
                      <a:pPr>
                        <a:lnSpc>
                          <a:spcPct val="106000"/>
                        </a:lnSpc>
                        <a:spcAft>
                          <a:spcPts val="0"/>
                        </a:spcAft>
                      </a:pPr>
                      <a:r>
                        <a:rPr sz="1550" b="1" i="0">
                          <a:solidFill>
                            <a:srgbClr val="FFFFFF"/>
                          </a:solidFill>
                          <a:latin typeface="Open Sans"/>
                          <a:ea typeface="Noto Sans CJK KR"/>
                        </a:rPr>
                        <a:t>이유</a:t>
                      </a:r>
                    </a:p>
                  </a:txBody>
                  <a:tcPr marL="109728" marR="91440" marT="54864" marB="45720" anchor="ctr">
                    <a:solidFill>
                      <a:srgbClr val="004C97"/>
                    </a:solidFill>
                  </a:tcPr>
                </a:tc>
              </a:tr>
              <a:tr h="1188720">
                <a:tc>
                  <a:txBody>
                    <a:bodyPr wrap="square"/>
                    <a:lstStyle/>
                    <a:p>
                      <a:pPr>
                        <a:lnSpc>
                          <a:spcPct val="106000"/>
                        </a:lnSpc>
                        <a:spcAft>
                          <a:spcPts val="0"/>
                        </a:spcAft>
                      </a:pPr>
                      <a:r>
                        <a:rPr sz="1400" b="0" i="0">
                          <a:solidFill>
                            <a:srgbClr val="4E4F51"/>
                          </a:solidFill>
                          <a:latin typeface="Open Sans"/>
                          <a:ea typeface="Noto Sans CJK KR"/>
                        </a:rPr>
                        <a:t>로그인 테스트 만들어줘</a:t>
                      </a:r>
                    </a:p>
                  </a:txBody>
                  <a:tcPr marL="109728" marR="91440" marT="54864" marB="45720" anchor="ctr">
                    <a:solidFill>
                      <a:srgbClr val="F1F5F9"/>
                    </a:solidFill>
                  </a:tcPr>
                </a:tc>
                <a:tc>
                  <a:txBody>
                    <a:bodyPr wrap="square"/>
                    <a:lstStyle/>
                    <a:p>
                      <a:pPr>
                        <a:lnSpc>
                          <a:spcPct val="106000"/>
                        </a:lnSpc>
                        <a:spcAft>
                          <a:spcPts val="0"/>
                        </a:spcAft>
                      </a:pPr>
                      <a:r>
                        <a:rPr sz="1400" b="0" i="0">
                          <a:solidFill>
                            <a:srgbClr val="4E4F51"/>
                          </a:solidFill>
                          <a:latin typeface="Open Sans"/>
                          <a:ea typeface="Noto Sans CJK KR"/>
                        </a:rPr>
                        <a:t>TestCases/MCP실습/홍길동 폴더에 '로그인 성공_자동' 테스트케이스를 만들어줘. 모듈은 Modules/MCP실습에서만 찾고, 만들기 전에 스텝 계획을 표로 보여줘.</a:t>
                      </a:r>
                    </a:p>
                  </a:txBody>
                  <a:tcPr marL="109728" marR="91440" marT="54864" marB="45720" anchor="ctr">
                    <a:solidFill>
                      <a:srgbClr val="F1F5F9"/>
                    </a:solidFill>
                  </a:tcPr>
                </a:tc>
                <a:tc>
                  <a:txBody>
                    <a:bodyPr wrap="square"/>
                    <a:lstStyle/>
                    <a:p>
                      <a:pPr>
                        <a:lnSpc>
                          <a:spcPct val="106000"/>
                        </a:lnSpc>
                        <a:spcAft>
                          <a:spcPts val="0"/>
                        </a:spcAft>
                      </a:pPr>
                      <a:r>
                        <a:rPr sz="1400" b="0" i="0">
                          <a:solidFill>
                            <a:srgbClr val="4E4F51"/>
                          </a:solidFill>
                          <a:latin typeface="Open Sans"/>
                          <a:ea typeface="Noto Sans CJK KR"/>
                        </a:rPr>
                        <a:t>위치와 모듈 범위가 없으면 AI가 아무 폴더에나 만들거나 엉뚱한 모듈을 고릅니다.</a:t>
                      </a:r>
                    </a:p>
                  </a:txBody>
                  <a:tcPr marL="109728" marR="91440" marT="54864" marB="45720" anchor="ctr">
                    <a:solidFill>
                      <a:srgbClr val="F1F5F9"/>
                    </a:solidFill>
                  </a:tcPr>
                </a:tc>
              </a:tr>
              <a:tr h="1188720">
                <a:tc>
                  <a:txBody>
                    <a:bodyPr wrap="square"/>
                    <a:lstStyle/>
                    <a:p>
                      <a:pPr>
                        <a:lnSpc>
                          <a:spcPct val="106000"/>
                        </a:lnSpc>
                        <a:spcAft>
                          <a:spcPts val="0"/>
                        </a:spcAft>
                      </a:pPr>
                      <a:r>
                        <a:rPr sz="1400" b="0" i="0">
                          <a:solidFill>
                            <a:srgbClr val="4E4F51"/>
                          </a:solidFill>
                          <a:latin typeface="Open Sans"/>
                          <a:ea typeface="Noto Sans CJK KR"/>
                        </a:rPr>
                        <a:t>어제 실패한 거 고쳐줘</a:t>
                      </a:r>
                    </a:p>
                  </a:txBody>
                  <a:tcPr marL="109728" marR="91440" marT="54864" marB="45720" anchor="ctr">
                    <a:solidFill>
                      <a:srgbClr val="FFFFFF"/>
                    </a:solidFill>
                  </a:tcPr>
                </a:tc>
                <a:tc>
                  <a:txBody>
                    <a:bodyPr wrap="square"/>
                    <a:lstStyle/>
                    <a:p>
                      <a:pPr>
                        <a:lnSpc>
                          <a:spcPct val="106000"/>
                        </a:lnSpc>
                        <a:spcAft>
                          <a:spcPts val="0"/>
                        </a:spcAft>
                      </a:pPr>
                      <a:r>
                        <a:rPr sz="1400" b="0" i="0">
                          <a:solidFill>
                            <a:srgbClr val="4E4F51"/>
                          </a:solidFill>
                          <a:latin typeface="Open Sans"/>
                          <a:ea typeface="Noto Sans CJK KR"/>
                        </a:rPr>
                        <a:t>Execution/야간 회귀 ExecutionList의 마지막 실행에서 실패한 테스트케이스를 찾아, 실패 스텝과 메시지를 표로 정리해줘. 원인 추정과 확신도도 적어 주고, 수정은 하지 마.</a:t>
                      </a:r>
                    </a:p>
                  </a:txBody>
                  <a:tcPr marL="109728" marR="91440" marT="54864" marB="45720" anchor="ctr">
                    <a:solidFill>
                      <a:srgbClr val="FFFFFF"/>
                    </a:solidFill>
                  </a:tcPr>
                </a:tc>
                <a:tc>
                  <a:txBody>
                    <a:bodyPr wrap="square"/>
                    <a:lstStyle/>
                    <a:p>
                      <a:pPr>
                        <a:lnSpc>
                          <a:spcPct val="106000"/>
                        </a:lnSpc>
                        <a:spcAft>
                          <a:spcPts val="0"/>
                        </a:spcAft>
                      </a:pPr>
                      <a:r>
                        <a:rPr sz="1400" b="0" i="0">
                          <a:solidFill>
                            <a:srgbClr val="4E4F51"/>
                          </a:solidFill>
                          <a:latin typeface="Open Sans"/>
                          <a:ea typeface="Noto Sans CJK KR"/>
                        </a:rPr>
                        <a:t>분석과 수정을 한 번에 시키면 실제 결함을 테스트 수정으로 덮어 버릴 수 있습니다.</a:t>
                      </a:r>
                    </a:p>
                  </a:txBody>
                  <a:tcPr marL="109728" marR="91440" marT="54864" marB="45720" anchor="ctr">
                    <a:solidFill>
                      <a:srgbClr val="FFFFFF"/>
                    </a:solidFill>
                  </a:tcPr>
                </a:tc>
              </a:tr>
              <a:tr h="1188720">
                <a:tc>
                  <a:txBody>
                    <a:bodyPr wrap="square"/>
                    <a:lstStyle/>
                    <a:p>
                      <a:pPr>
                        <a:lnSpc>
                          <a:spcPct val="106000"/>
                        </a:lnSpc>
                        <a:spcAft>
                          <a:spcPts val="0"/>
                        </a:spcAft>
                      </a:pPr>
                      <a:r>
                        <a:rPr sz="1400" b="0" i="0">
                          <a:solidFill>
                            <a:srgbClr val="4E4F51"/>
                          </a:solidFill>
                          <a:latin typeface="Open Sans"/>
                          <a:ea typeface="Noto Sans CJK KR"/>
                        </a:rPr>
                        <a:t>필요 없는 테스트케이스 정리해줘</a:t>
                      </a:r>
                    </a:p>
                  </a:txBody>
                  <a:tcPr marL="109728" marR="91440" marT="54864" marB="45720" anchor="ctr">
                    <a:solidFill>
                      <a:srgbClr val="F1F5F9"/>
                    </a:solidFill>
                  </a:tcPr>
                </a:tc>
                <a:tc>
                  <a:txBody>
                    <a:bodyPr wrap="square"/>
                    <a:lstStyle/>
                    <a:p>
                      <a:pPr>
                        <a:lnSpc>
                          <a:spcPct val="106000"/>
                        </a:lnSpc>
                        <a:spcAft>
                          <a:spcPts val="0"/>
                        </a:spcAft>
                      </a:pPr>
                      <a:r>
                        <a:rPr sz="1400" b="0" i="0">
                          <a:solidFill>
                            <a:srgbClr val="4E4F51"/>
                          </a:solidFill>
                          <a:latin typeface="Open Sans"/>
                          <a:ea typeface="Noto Sans CJK KR"/>
                        </a:rPr>
                        <a:t>TestCases/임시 폴더에서 이름이 '복사본'으로 끝나는 테스트케이스 목록만 보여줘. 삭제는 목록을 확인한 다음 따로 요청할게.</a:t>
                      </a:r>
                    </a:p>
                  </a:txBody>
                  <a:tcPr marL="109728" marR="91440" marT="54864" marB="45720" anchor="ctr">
                    <a:solidFill>
                      <a:srgbClr val="F1F5F9"/>
                    </a:solidFill>
                  </a:tcPr>
                </a:tc>
                <a:tc>
                  <a:txBody>
                    <a:bodyPr wrap="square"/>
                    <a:lstStyle/>
                    <a:p>
                      <a:pPr>
                        <a:lnSpc>
                          <a:spcPct val="106000"/>
                        </a:lnSpc>
                        <a:spcAft>
                          <a:spcPts val="0"/>
                        </a:spcAft>
                      </a:pPr>
                      <a:r>
                        <a:rPr sz="1400" b="0" i="0">
                          <a:solidFill>
                            <a:srgbClr val="4E4F51"/>
                          </a:solidFill>
                          <a:latin typeface="Open Sans"/>
                          <a:ea typeface="Noto Sans CJK KR"/>
                        </a:rPr>
                        <a:t>삭제는 되돌릴 수 없습니다. 목록 확인과 삭제를 나눠서 요청합니다.</a:t>
                      </a:r>
                    </a:p>
                  </a:txBody>
                  <a:tcPr marL="109728" marR="91440" marT="54864" marB="45720" anchor="ctr">
                    <a:solidFill>
                      <a:srgbClr val="F1F5F9"/>
                    </a:solidFill>
                  </a:tcPr>
                </a:tc>
              </a:tr>
            </a:tbl>
          </a:graphicData>
        </a:graphic>
      </p:graphicFrame>
      <p:sp>
        <p:nvSpPr>
          <p:cNvPr id="6" name="TextBox 5"/>
          <p:cNvSpPr txBox="1"/>
          <p:nvPr/>
        </p:nvSpPr>
        <p:spPr>
          <a:xfrm>
            <a:off x="9784080" y="6373368"/>
            <a:ext cx="1737360" cy="109728"/>
          </a:xfrm>
          <a:prstGeom prst="rect">
            <a:avLst/>
          </a:prstGeom>
          <a:noFill/>
        </p:spPr>
        <p:txBody>
          <a:bodyPr wrap="square" lIns="0" rIns="0" tIns="0" bIns="0" anchor="t">
            <a:spAutoFit/>
          </a:bodyPr>
          <a:lstStyle/>
          <a:p>
            <a:pPr algn="r">
              <a:lnSpc>
                <a:spcPct val="112000"/>
              </a:lnSpc>
              <a:spcBef>
                <a:spcPts val="0"/>
              </a:spcBef>
              <a:spcAft>
                <a:spcPts val="0"/>
              </a:spcAft>
            </a:pPr>
            <a:r>
              <a:rPr sz="750" b="0" i="0">
                <a:solidFill>
                  <a:srgbClr val="4E4F51"/>
                </a:solidFill>
                <a:latin typeface="Open Sans"/>
                <a:ea typeface="Noto Sans CJK KR"/>
              </a:rPr>
              <a:t>워크북 4.5</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100" b="0" i="0">
                <a:solidFill>
                  <a:srgbClr val="004C97"/>
                </a:solidFill>
                <a:latin typeface="Open Sans"/>
                <a:ea typeface="Noto Sans CJK KR"/>
              </a:rPr>
              <a:t>프롬프트 작성 요령 일곱 가지</a:t>
            </a:r>
          </a:p>
        </p:txBody>
      </p:sp>
      <p:sp>
        <p:nvSpPr>
          <p:cNvPr id="3" name="TextBox 2"/>
          <p:cNvSpPr txBox="1"/>
          <p:nvPr/>
        </p:nvSpPr>
        <p:spPr>
          <a:xfrm>
            <a:off x="1828800" y="6510528"/>
            <a:ext cx="8046720" cy="210312"/>
          </a:xfrm>
          <a:prstGeom prst="rect">
            <a:avLst/>
          </a:prstGeom>
          <a:noFill/>
        </p:spPr>
        <p:txBody>
          <a:bodyPr wrap="square" lIns="0" rIns="0" tIns="0" bIns="0" anchor="t">
            <a:spAutoFit/>
          </a:bodyPr>
          <a:lstStyle/>
          <a:p>
            <a:pPr algn="l">
              <a:lnSpc>
                <a:spcPct val="112000"/>
              </a:lnSpc>
              <a:spcBef>
                <a:spcPts val="0"/>
              </a:spcBef>
              <a:spcAft>
                <a:spcPts val="0"/>
              </a:spcAft>
            </a:pPr>
            <a:r>
              <a:rPr sz="1000" b="0" i="0">
                <a:solidFill>
                  <a:srgbClr val="FFFFFF"/>
                </a:solidFill>
                <a:latin typeface="Open Sans"/>
                <a:ea typeface="Noto Sans CJK KR"/>
              </a:rPr>
              <a:t>Tosca Commander MCP 입문  |  AI 어시스턴트 실습</a:t>
            </a:r>
          </a:p>
        </p:txBody>
      </p:sp>
      <p:sp>
        <p:nvSpPr>
          <p:cNvPr id="4" name="TextBox 3"/>
          <p:cNvSpPr txBox="1"/>
          <p:nvPr/>
        </p:nvSpPr>
        <p:spPr>
          <a:xfrm>
            <a:off x="11503152" y="6510528"/>
            <a:ext cx="292608" cy="228600"/>
          </a:xfrm>
          <a:prstGeom prst="rect">
            <a:avLst/>
          </a:prstGeom>
          <a:noFill/>
        </p:spPr>
        <p:txBody>
          <a:bodyPr wrap="none" lIns="0" rIns="0" tIns="0" bIns="0">
            <a:spAutoFit/>
          </a:bodyPr>
          <a:lstStyle/>
          <a:p>
            <a:pPr algn="l"/>
            <a:fld id="{5C7A3F71-3D8E-4C1B-9A44-2E5B7D0F6A11}" type="slidenum">
              <a:rPr lang="ko-KR" sz="1100">
                <a:solidFill>
                  <a:srgbClr val="FFFFFF"/>
                </a:solidFill>
                <a:latin typeface="Open Sans"/>
                <a:ea typeface="Noto Sans CJK KR"/>
              </a:rPr>
              <a:t>39</a:t>
            </a:fld>
          </a:p>
        </p:txBody>
      </p:sp>
      <p:sp>
        <p:nvSpPr>
          <p:cNvPr id="5" name="Rectangle 4"/>
          <p:cNvSpPr/>
          <p:nvPr/>
        </p:nvSpPr>
        <p:spPr>
          <a:xfrm>
            <a:off x="649224" y="1298448"/>
            <a:ext cx="493776" cy="475488"/>
          </a:xfrm>
          <a:prstGeom prst="rect">
            <a:avLst/>
          </a:prstGeom>
          <a:solidFill>
            <a:srgbClr val="004C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1344168"/>
            <a:ext cx="466344" cy="365760"/>
          </a:xfrm>
          <a:prstGeom prst="rect">
            <a:avLst/>
          </a:prstGeom>
          <a:noFill/>
        </p:spPr>
        <p:txBody>
          <a:bodyPr wrap="square" lIns="0" rIns="0" tIns="0" bIns="0" anchor="t">
            <a:spAutoFit/>
          </a:bodyPr>
          <a:lstStyle/>
          <a:p>
            <a:pPr algn="ctr">
              <a:lnSpc>
                <a:spcPct val="112000"/>
              </a:lnSpc>
              <a:spcBef>
                <a:spcPts val="0"/>
              </a:spcBef>
              <a:spcAft>
                <a:spcPts val="0"/>
              </a:spcAft>
            </a:pPr>
            <a:r>
              <a:rPr sz="2100" b="1" i="0">
                <a:solidFill>
                  <a:srgbClr val="FFFFFF"/>
                </a:solidFill>
                <a:latin typeface="Open Sans"/>
                <a:ea typeface="Noto Sans CJK KR"/>
              </a:rPr>
              <a:t>1</a:t>
            </a:r>
          </a:p>
        </p:txBody>
      </p:sp>
      <p:sp>
        <p:nvSpPr>
          <p:cNvPr id="7" name="TextBox 6"/>
          <p:cNvSpPr txBox="1"/>
          <p:nvPr/>
        </p:nvSpPr>
        <p:spPr>
          <a:xfrm>
            <a:off x="1389888" y="1335024"/>
            <a:ext cx="10140696" cy="566928"/>
          </a:xfrm>
          <a:prstGeom prst="rect">
            <a:avLst/>
          </a:prstGeom>
          <a:noFill/>
        </p:spPr>
        <p:txBody>
          <a:bodyPr wrap="square" lIns="0" rIns="0" tIns="0" bIns="0" anchor="t">
            <a:spAutoFit/>
          </a:bodyPr>
          <a:lstStyle/>
          <a:p>
            <a:pPr algn="l">
              <a:lnSpc>
                <a:spcPct val="112000"/>
              </a:lnSpc>
              <a:spcBef>
                <a:spcPts val="0"/>
              </a:spcBef>
              <a:spcAft>
                <a:spcPts val="400"/>
              </a:spcAft>
            </a:pPr>
            <a:r>
              <a:rPr sz="1700" b="1" i="0">
                <a:solidFill>
                  <a:srgbClr val="004C97"/>
                </a:solidFill>
                <a:latin typeface="Open Sans"/>
                <a:ea typeface="Noto Sans CJK KR"/>
              </a:rPr>
              <a:t>경로는 보이는 그대로   </a:t>
            </a:r>
            <a:r>
              <a:rPr sz="1700" b="0" i="0">
                <a:solidFill>
                  <a:srgbClr val="4E4F51"/>
                </a:solidFill>
                <a:latin typeface="Open Sans"/>
                <a:ea typeface="Noto Sans CJK KR"/>
              </a:rPr>
              <a:t>TestCases/MCP실습/홍길동처럼 Commander 트리에 보이는 이름 그대로 적습니다.</a:t>
            </a:r>
          </a:p>
        </p:txBody>
      </p:sp>
      <p:sp>
        <p:nvSpPr>
          <p:cNvPr id="8" name="Rectangle 7"/>
          <p:cNvSpPr/>
          <p:nvPr/>
        </p:nvSpPr>
        <p:spPr>
          <a:xfrm>
            <a:off x="649224" y="1920240"/>
            <a:ext cx="493776" cy="475488"/>
          </a:xfrm>
          <a:prstGeom prst="rect">
            <a:avLst/>
          </a:prstGeom>
          <a:solidFill>
            <a:srgbClr val="004C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58368" y="1965960"/>
            <a:ext cx="466344" cy="365760"/>
          </a:xfrm>
          <a:prstGeom prst="rect">
            <a:avLst/>
          </a:prstGeom>
          <a:noFill/>
        </p:spPr>
        <p:txBody>
          <a:bodyPr wrap="square" lIns="0" rIns="0" tIns="0" bIns="0" anchor="t">
            <a:spAutoFit/>
          </a:bodyPr>
          <a:lstStyle/>
          <a:p>
            <a:pPr algn="ctr">
              <a:lnSpc>
                <a:spcPct val="112000"/>
              </a:lnSpc>
              <a:spcBef>
                <a:spcPts val="0"/>
              </a:spcBef>
              <a:spcAft>
                <a:spcPts val="0"/>
              </a:spcAft>
            </a:pPr>
            <a:r>
              <a:rPr sz="2100" b="1" i="0">
                <a:solidFill>
                  <a:srgbClr val="FFFFFF"/>
                </a:solidFill>
                <a:latin typeface="Open Sans"/>
                <a:ea typeface="Noto Sans CJK KR"/>
              </a:rPr>
              <a:t>2</a:t>
            </a:r>
          </a:p>
        </p:txBody>
      </p:sp>
      <p:sp>
        <p:nvSpPr>
          <p:cNvPr id="10" name="TextBox 9"/>
          <p:cNvSpPr txBox="1"/>
          <p:nvPr/>
        </p:nvSpPr>
        <p:spPr>
          <a:xfrm>
            <a:off x="1389888" y="1956816"/>
            <a:ext cx="10140696" cy="566928"/>
          </a:xfrm>
          <a:prstGeom prst="rect">
            <a:avLst/>
          </a:prstGeom>
          <a:noFill/>
        </p:spPr>
        <p:txBody>
          <a:bodyPr wrap="square" lIns="0" rIns="0" tIns="0" bIns="0" anchor="t">
            <a:spAutoFit/>
          </a:bodyPr>
          <a:lstStyle/>
          <a:p>
            <a:pPr algn="l">
              <a:lnSpc>
                <a:spcPct val="112000"/>
              </a:lnSpc>
              <a:spcBef>
                <a:spcPts val="0"/>
              </a:spcBef>
              <a:spcAft>
                <a:spcPts val="400"/>
              </a:spcAft>
            </a:pPr>
            <a:r>
              <a:rPr sz="1700" b="1" i="0">
                <a:solidFill>
                  <a:srgbClr val="004C97"/>
                </a:solidFill>
                <a:latin typeface="Open Sans"/>
                <a:ea typeface="Noto Sans CJK KR"/>
              </a:rPr>
              <a:t>모듈 찾을 곳을 정해 준다   </a:t>
            </a:r>
            <a:r>
              <a:rPr sz="1700" b="0" i="0">
                <a:solidFill>
                  <a:srgbClr val="4E4F51"/>
                </a:solidFill>
                <a:latin typeface="Open Sans"/>
                <a:ea typeface="Noto Sans CJK KR"/>
              </a:rPr>
              <a:t>"Modules/MCP실습에서만"처럼 범위를 주면 엉뚱한 모듈을 쓰지 않습니다.</a:t>
            </a:r>
          </a:p>
        </p:txBody>
      </p:sp>
      <p:sp>
        <p:nvSpPr>
          <p:cNvPr id="11" name="Rectangle 10"/>
          <p:cNvSpPr/>
          <p:nvPr/>
        </p:nvSpPr>
        <p:spPr>
          <a:xfrm>
            <a:off x="649224" y="2542032"/>
            <a:ext cx="493776" cy="475488"/>
          </a:xfrm>
          <a:prstGeom prst="rect">
            <a:avLst/>
          </a:prstGeom>
          <a:solidFill>
            <a:srgbClr val="004C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58368" y="2587752"/>
            <a:ext cx="466344" cy="365760"/>
          </a:xfrm>
          <a:prstGeom prst="rect">
            <a:avLst/>
          </a:prstGeom>
          <a:noFill/>
        </p:spPr>
        <p:txBody>
          <a:bodyPr wrap="square" lIns="0" rIns="0" tIns="0" bIns="0" anchor="t">
            <a:spAutoFit/>
          </a:bodyPr>
          <a:lstStyle/>
          <a:p>
            <a:pPr algn="ctr">
              <a:lnSpc>
                <a:spcPct val="112000"/>
              </a:lnSpc>
              <a:spcBef>
                <a:spcPts val="0"/>
              </a:spcBef>
              <a:spcAft>
                <a:spcPts val="0"/>
              </a:spcAft>
            </a:pPr>
            <a:r>
              <a:rPr sz="2100" b="1" i="0">
                <a:solidFill>
                  <a:srgbClr val="FFFFFF"/>
                </a:solidFill>
                <a:latin typeface="Open Sans"/>
                <a:ea typeface="Noto Sans CJK KR"/>
              </a:rPr>
              <a:t>3</a:t>
            </a:r>
          </a:p>
        </p:txBody>
      </p:sp>
      <p:sp>
        <p:nvSpPr>
          <p:cNvPr id="13" name="TextBox 12"/>
          <p:cNvSpPr txBox="1"/>
          <p:nvPr/>
        </p:nvSpPr>
        <p:spPr>
          <a:xfrm>
            <a:off x="1389888" y="2578608"/>
            <a:ext cx="10140696" cy="566928"/>
          </a:xfrm>
          <a:prstGeom prst="rect">
            <a:avLst/>
          </a:prstGeom>
          <a:noFill/>
        </p:spPr>
        <p:txBody>
          <a:bodyPr wrap="square" lIns="0" rIns="0" tIns="0" bIns="0" anchor="t">
            <a:spAutoFit/>
          </a:bodyPr>
          <a:lstStyle/>
          <a:p>
            <a:pPr algn="l">
              <a:lnSpc>
                <a:spcPct val="112000"/>
              </a:lnSpc>
              <a:spcBef>
                <a:spcPts val="0"/>
              </a:spcBef>
              <a:spcAft>
                <a:spcPts val="400"/>
              </a:spcAft>
            </a:pPr>
            <a:r>
              <a:rPr sz="1700" b="1" i="0">
                <a:solidFill>
                  <a:srgbClr val="004C97"/>
                </a:solidFill>
                <a:latin typeface="Open Sans"/>
                <a:ea typeface="Noto Sans CJK KR"/>
              </a:rPr>
              <a:t>바꾸는 일은 계획부터   </a:t>
            </a:r>
            <a:r>
              <a:rPr sz="1700" b="0" i="0">
                <a:solidFill>
                  <a:srgbClr val="4E4F51"/>
                </a:solidFill>
                <a:latin typeface="Open Sans"/>
                <a:ea typeface="Noto Sans CJK KR"/>
              </a:rPr>
              <a:t>"아직 실행하지 말고 계획만 보여줘"를 붙입니다.</a:t>
            </a:r>
          </a:p>
        </p:txBody>
      </p:sp>
      <p:sp>
        <p:nvSpPr>
          <p:cNvPr id="14" name="Rectangle 13"/>
          <p:cNvSpPr/>
          <p:nvPr/>
        </p:nvSpPr>
        <p:spPr>
          <a:xfrm>
            <a:off x="649224" y="3163824"/>
            <a:ext cx="493776" cy="475488"/>
          </a:xfrm>
          <a:prstGeom prst="rect">
            <a:avLst/>
          </a:prstGeom>
          <a:solidFill>
            <a:srgbClr val="004C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8368" y="3209544"/>
            <a:ext cx="466344" cy="365760"/>
          </a:xfrm>
          <a:prstGeom prst="rect">
            <a:avLst/>
          </a:prstGeom>
          <a:noFill/>
        </p:spPr>
        <p:txBody>
          <a:bodyPr wrap="square" lIns="0" rIns="0" tIns="0" bIns="0" anchor="t">
            <a:spAutoFit/>
          </a:bodyPr>
          <a:lstStyle/>
          <a:p>
            <a:pPr algn="ctr">
              <a:lnSpc>
                <a:spcPct val="112000"/>
              </a:lnSpc>
              <a:spcBef>
                <a:spcPts val="0"/>
              </a:spcBef>
              <a:spcAft>
                <a:spcPts val="0"/>
              </a:spcAft>
            </a:pPr>
            <a:r>
              <a:rPr sz="2100" b="1" i="0">
                <a:solidFill>
                  <a:srgbClr val="FFFFFF"/>
                </a:solidFill>
                <a:latin typeface="Open Sans"/>
                <a:ea typeface="Noto Sans CJK KR"/>
              </a:rPr>
              <a:t>4</a:t>
            </a:r>
          </a:p>
        </p:txBody>
      </p:sp>
      <p:sp>
        <p:nvSpPr>
          <p:cNvPr id="16" name="TextBox 15"/>
          <p:cNvSpPr txBox="1"/>
          <p:nvPr/>
        </p:nvSpPr>
        <p:spPr>
          <a:xfrm>
            <a:off x="1389888" y="3200400"/>
            <a:ext cx="10140696" cy="566928"/>
          </a:xfrm>
          <a:prstGeom prst="rect">
            <a:avLst/>
          </a:prstGeom>
          <a:noFill/>
        </p:spPr>
        <p:txBody>
          <a:bodyPr wrap="square" lIns="0" rIns="0" tIns="0" bIns="0" anchor="t">
            <a:spAutoFit/>
          </a:bodyPr>
          <a:lstStyle/>
          <a:p>
            <a:pPr algn="l">
              <a:lnSpc>
                <a:spcPct val="112000"/>
              </a:lnSpc>
              <a:spcBef>
                <a:spcPts val="0"/>
              </a:spcBef>
              <a:spcAft>
                <a:spcPts val="400"/>
              </a:spcAft>
            </a:pPr>
            <a:r>
              <a:rPr sz="1700" b="1" i="0">
                <a:solidFill>
                  <a:srgbClr val="004C97"/>
                </a:solidFill>
                <a:latin typeface="Open Sans"/>
                <a:ea typeface="Noto Sans CJK KR"/>
              </a:rPr>
              <a:t>한 번에 한 가지   </a:t>
            </a:r>
            <a:r>
              <a:rPr sz="1700" b="0" i="0">
                <a:solidFill>
                  <a:srgbClr val="4E4F51"/>
                </a:solidFill>
                <a:latin typeface="Open Sans"/>
                <a:ea typeface="Noto Sans CJK KR"/>
              </a:rPr>
              <a:t>만들기, 실행, 분석을 한 문장에 몰아넣지 않습니다.</a:t>
            </a:r>
          </a:p>
        </p:txBody>
      </p:sp>
      <p:sp>
        <p:nvSpPr>
          <p:cNvPr id="17" name="Rectangle 16"/>
          <p:cNvSpPr/>
          <p:nvPr/>
        </p:nvSpPr>
        <p:spPr>
          <a:xfrm>
            <a:off x="649224" y="3785616"/>
            <a:ext cx="493776" cy="475488"/>
          </a:xfrm>
          <a:prstGeom prst="rect">
            <a:avLst/>
          </a:prstGeom>
          <a:solidFill>
            <a:srgbClr val="004C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58368" y="3831336"/>
            <a:ext cx="466344" cy="365760"/>
          </a:xfrm>
          <a:prstGeom prst="rect">
            <a:avLst/>
          </a:prstGeom>
          <a:noFill/>
        </p:spPr>
        <p:txBody>
          <a:bodyPr wrap="square" lIns="0" rIns="0" tIns="0" bIns="0" anchor="t">
            <a:spAutoFit/>
          </a:bodyPr>
          <a:lstStyle/>
          <a:p>
            <a:pPr algn="ctr">
              <a:lnSpc>
                <a:spcPct val="112000"/>
              </a:lnSpc>
              <a:spcBef>
                <a:spcPts val="0"/>
              </a:spcBef>
              <a:spcAft>
                <a:spcPts val="0"/>
              </a:spcAft>
            </a:pPr>
            <a:r>
              <a:rPr sz="2100" b="1" i="0">
                <a:solidFill>
                  <a:srgbClr val="FFFFFF"/>
                </a:solidFill>
                <a:latin typeface="Open Sans"/>
                <a:ea typeface="Noto Sans CJK KR"/>
              </a:rPr>
              <a:t>5</a:t>
            </a:r>
          </a:p>
        </p:txBody>
      </p:sp>
      <p:sp>
        <p:nvSpPr>
          <p:cNvPr id="19" name="TextBox 18"/>
          <p:cNvSpPr txBox="1"/>
          <p:nvPr/>
        </p:nvSpPr>
        <p:spPr>
          <a:xfrm>
            <a:off x="1389888" y="3822192"/>
            <a:ext cx="10140696" cy="566928"/>
          </a:xfrm>
          <a:prstGeom prst="rect">
            <a:avLst/>
          </a:prstGeom>
          <a:noFill/>
        </p:spPr>
        <p:txBody>
          <a:bodyPr wrap="square" lIns="0" rIns="0" tIns="0" bIns="0" anchor="t">
            <a:spAutoFit/>
          </a:bodyPr>
          <a:lstStyle/>
          <a:p>
            <a:pPr algn="l">
              <a:lnSpc>
                <a:spcPct val="112000"/>
              </a:lnSpc>
              <a:spcBef>
                <a:spcPts val="0"/>
              </a:spcBef>
              <a:spcAft>
                <a:spcPts val="400"/>
              </a:spcAft>
            </a:pPr>
            <a:r>
              <a:rPr sz="1700" b="1" i="0">
                <a:solidFill>
                  <a:srgbClr val="004C97"/>
                </a:solidFill>
                <a:latin typeface="Open Sans"/>
                <a:ea typeface="Noto Sans CJK KR"/>
              </a:rPr>
              <a:t>결과 모양을 정한다   </a:t>
            </a:r>
            <a:r>
              <a:rPr sz="1700" b="0" i="0">
                <a:solidFill>
                  <a:srgbClr val="4E4F51"/>
                </a:solidFill>
                <a:latin typeface="Open Sans"/>
                <a:ea typeface="Noto Sans CJK KR"/>
              </a:rPr>
              <a:t>표, 스텝 번호, 통과/실패처럼 받고 싶은 형식을 적습니다.</a:t>
            </a:r>
          </a:p>
        </p:txBody>
      </p:sp>
      <p:sp>
        <p:nvSpPr>
          <p:cNvPr id="20" name="Rectangle 19"/>
          <p:cNvSpPr/>
          <p:nvPr/>
        </p:nvSpPr>
        <p:spPr>
          <a:xfrm>
            <a:off x="649224" y="4407408"/>
            <a:ext cx="493776" cy="475488"/>
          </a:xfrm>
          <a:prstGeom prst="rect">
            <a:avLst/>
          </a:prstGeom>
          <a:solidFill>
            <a:srgbClr val="004C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58368" y="4453128"/>
            <a:ext cx="466344" cy="365760"/>
          </a:xfrm>
          <a:prstGeom prst="rect">
            <a:avLst/>
          </a:prstGeom>
          <a:noFill/>
        </p:spPr>
        <p:txBody>
          <a:bodyPr wrap="square" lIns="0" rIns="0" tIns="0" bIns="0" anchor="t">
            <a:spAutoFit/>
          </a:bodyPr>
          <a:lstStyle/>
          <a:p>
            <a:pPr algn="ctr">
              <a:lnSpc>
                <a:spcPct val="112000"/>
              </a:lnSpc>
              <a:spcBef>
                <a:spcPts val="0"/>
              </a:spcBef>
              <a:spcAft>
                <a:spcPts val="0"/>
              </a:spcAft>
            </a:pPr>
            <a:r>
              <a:rPr sz="2100" b="1" i="0">
                <a:solidFill>
                  <a:srgbClr val="FFFFFF"/>
                </a:solidFill>
                <a:latin typeface="Open Sans"/>
                <a:ea typeface="Noto Sans CJK KR"/>
              </a:rPr>
              <a:t>6</a:t>
            </a:r>
          </a:p>
        </p:txBody>
      </p:sp>
      <p:sp>
        <p:nvSpPr>
          <p:cNvPr id="22" name="TextBox 21"/>
          <p:cNvSpPr txBox="1"/>
          <p:nvPr/>
        </p:nvSpPr>
        <p:spPr>
          <a:xfrm>
            <a:off x="1389888" y="4443984"/>
            <a:ext cx="10140696" cy="566928"/>
          </a:xfrm>
          <a:prstGeom prst="rect">
            <a:avLst/>
          </a:prstGeom>
          <a:noFill/>
        </p:spPr>
        <p:txBody>
          <a:bodyPr wrap="square" lIns="0" rIns="0" tIns="0" bIns="0" anchor="t">
            <a:spAutoFit/>
          </a:bodyPr>
          <a:lstStyle/>
          <a:p>
            <a:pPr algn="l">
              <a:lnSpc>
                <a:spcPct val="112000"/>
              </a:lnSpc>
              <a:spcBef>
                <a:spcPts val="0"/>
              </a:spcBef>
              <a:spcAft>
                <a:spcPts val="400"/>
              </a:spcAft>
            </a:pPr>
            <a:r>
              <a:rPr sz="1700" b="1" i="0">
                <a:solidFill>
                  <a:srgbClr val="004C97"/>
                </a:solidFill>
                <a:latin typeface="Open Sans"/>
                <a:ea typeface="Noto Sans CJK KR"/>
              </a:rPr>
              <a:t>삭제·체크인 전에는 목록   </a:t>
            </a:r>
            <a:r>
              <a:rPr sz="1700" b="0" i="0">
                <a:solidFill>
                  <a:srgbClr val="4E4F51"/>
                </a:solidFill>
                <a:latin typeface="Open Sans"/>
                <a:ea typeface="Noto Sans CJK KR"/>
              </a:rPr>
              <a:t>대상 목록을 먼저 보고 나서 따로 승인합니다.</a:t>
            </a:r>
          </a:p>
        </p:txBody>
      </p:sp>
      <p:sp>
        <p:nvSpPr>
          <p:cNvPr id="23" name="Rectangle 22"/>
          <p:cNvSpPr/>
          <p:nvPr/>
        </p:nvSpPr>
        <p:spPr>
          <a:xfrm>
            <a:off x="649224" y="5029200"/>
            <a:ext cx="493776" cy="475488"/>
          </a:xfrm>
          <a:prstGeom prst="rect">
            <a:avLst/>
          </a:prstGeom>
          <a:solidFill>
            <a:srgbClr val="004C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58368" y="5074920"/>
            <a:ext cx="466344" cy="365760"/>
          </a:xfrm>
          <a:prstGeom prst="rect">
            <a:avLst/>
          </a:prstGeom>
          <a:noFill/>
        </p:spPr>
        <p:txBody>
          <a:bodyPr wrap="square" lIns="0" rIns="0" tIns="0" bIns="0" anchor="t">
            <a:spAutoFit/>
          </a:bodyPr>
          <a:lstStyle/>
          <a:p>
            <a:pPr algn="ctr">
              <a:lnSpc>
                <a:spcPct val="112000"/>
              </a:lnSpc>
              <a:spcBef>
                <a:spcPts val="0"/>
              </a:spcBef>
              <a:spcAft>
                <a:spcPts val="0"/>
              </a:spcAft>
            </a:pPr>
            <a:r>
              <a:rPr sz="2100" b="1" i="0">
                <a:solidFill>
                  <a:srgbClr val="FFFFFF"/>
                </a:solidFill>
                <a:latin typeface="Open Sans"/>
                <a:ea typeface="Noto Sans CJK KR"/>
              </a:rPr>
              <a:t>7</a:t>
            </a:r>
          </a:p>
        </p:txBody>
      </p:sp>
      <p:sp>
        <p:nvSpPr>
          <p:cNvPr id="25" name="TextBox 24"/>
          <p:cNvSpPr txBox="1"/>
          <p:nvPr/>
        </p:nvSpPr>
        <p:spPr>
          <a:xfrm>
            <a:off x="1389888" y="5065776"/>
            <a:ext cx="10140696" cy="566928"/>
          </a:xfrm>
          <a:prstGeom prst="rect">
            <a:avLst/>
          </a:prstGeom>
          <a:noFill/>
        </p:spPr>
        <p:txBody>
          <a:bodyPr wrap="square" lIns="0" rIns="0" tIns="0" bIns="0" anchor="t">
            <a:spAutoFit/>
          </a:bodyPr>
          <a:lstStyle/>
          <a:p>
            <a:pPr algn="l">
              <a:lnSpc>
                <a:spcPct val="112000"/>
              </a:lnSpc>
              <a:spcBef>
                <a:spcPts val="0"/>
              </a:spcBef>
              <a:spcAft>
                <a:spcPts val="400"/>
              </a:spcAft>
            </a:pPr>
            <a:r>
              <a:rPr sz="1700" b="1" i="0">
                <a:solidFill>
                  <a:srgbClr val="004C97"/>
                </a:solidFill>
                <a:latin typeface="Open Sans"/>
                <a:ea typeface="Noto Sans CJK KR"/>
              </a:rPr>
              <a:t>분석과 수정은 따로   </a:t>
            </a:r>
            <a:r>
              <a:rPr sz="1700" b="0" i="0">
                <a:solidFill>
                  <a:srgbClr val="4E4F51"/>
                </a:solidFill>
                <a:latin typeface="Open Sans"/>
                <a:ea typeface="Noto Sans CJK KR"/>
              </a:rPr>
              <a:t>"원인만 설명해줘" → 확인 → "이렇게 고쳐줘" 순서로 갑니다.</a:t>
            </a:r>
          </a:p>
        </p:txBody>
      </p:sp>
      <p:sp>
        <p:nvSpPr>
          <p:cNvPr id="26" name="TextBox 25"/>
          <p:cNvSpPr txBox="1"/>
          <p:nvPr/>
        </p:nvSpPr>
        <p:spPr>
          <a:xfrm>
            <a:off x="649224" y="5925312"/>
            <a:ext cx="10881360" cy="420624"/>
          </a:xfrm>
          <a:prstGeom prst="rect">
            <a:avLst/>
          </a:prstGeom>
          <a:noFill/>
        </p:spPr>
        <p:txBody>
          <a:bodyPr wrap="square" lIns="0" rIns="0" tIns="0" bIns="0" anchor="t">
            <a:spAutoFit/>
          </a:bodyPr>
          <a:lstStyle/>
          <a:p>
            <a:pPr algn="l">
              <a:lnSpc>
                <a:spcPct val="112000"/>
              </a:lnSpc>
              <a:spcBef>
                <a:spcPts val="0"/>
              </a:spcBef>
              <a:spcAft>
                <a:spcPts val="400"/>
              </a:spcAft>
            </a:pPr>
            <a:r>
              <a:rPr sz="1250" b="0" i="0">
                <a:solidFill>
                  <a:srgbClr val="4E4F51"/>
                </a:solidFill>
                <a:latin typeface="Open Sans"/>
                <a:ea typeface="Noto Sans CJK KR"/>
              </a:rPr>
              <a:t>가장 중요한 것은 3번입니다. 일곱 가지 요령은 T00 공통 머리말에 규칙으로 들어 있습니다.</a:t>
            </a:r>
          </a:p>
        </p:txBody>
      </p:sp>
      <p:sp>
        <p:nvSpPr>
          <p:cNvPr id="27" name="TextBox 26"/>
          <p:cNvSpPr txBox="1"/>
          <p:nvPr/>
        </p:nvSpPr>
        <p:spPr>
          <a:xfrm>
            <a:off x="9784080" y="6373368"/>
            <a:ext cx="1737360" cy="109728"/>
          </a:xfrm>
          <a:prstGeom prst="rect">
            <a:avLst/>
          </a:prstGeom>
          <a:noFill/>
        </p:spPr>
        <p:txBody>
          <a:bodyPr wrap="square" lIns="0" rIns="0" tIns="0" bIns="0" anchor="t">
            <a:spAutoFit/>
          </a:bodyPr>
          <a:lstStyle/>
          <a:p>
            <a:pPr algn="r">
              <a:lnSpc>
                <a:spcPct val="112000"/>
              </a:lnSpc>
              <a:spcBef>
                <a:spcPts val="0"/>
              </a:spcBef>
              <a:spcAft>
                <a:spcPts val="0"/>
              </a:spcAft>
            </a:pPr>
            <a:r>
              <a:rPr sz="750" b="0" i="0">
                <a:solidFill>
                  <a:srgbClr val="4E4F51"/>
                </a:solidFill>
                <a:latin typeface="Open Sans"/>
                <a:ea typeface="Noto Sans CJK KR"/>
              </a:rPr>
              <a:t>워크북 4.4</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p:txBody>
          <a:bodyPr/>
          <a:lstStyle/>
          <a:p>
            <a:r>
              <a:rPr sz="3800" b="0" i="0">
                <a:solidFill>
                  <a:srgbClr val="004C97"/>
                </a:solidFill>
                <a:latin typeface="Open Sans"/>
                <a:ea typeface="Noto Sans CJK KR"/>
              </a:rPr>
              <a:t>04</a:t>
            </a:r>
          </a:p>
          <a:p>
            <a:r>
              <a:rPr sz="3800" b="0" i="0">
                <a:solidFill>
                  <a:srgbClr val="004C97"/>
                </a:solidFill>
                <a:latin typeface="Open Sans"/>
                <a:ea typeface="Noto Sans CJK KR"/>
              </a:rPr>
              <a:t>프롬프트 템플릿</a:t>
            </a:r>
          </a:p>
        </p:txBody>
      </p:sp>
      <p:sp>
        <p:nvSpPr>
          <p:cNvPr id="3" name="TextBox 2"/>
          <p:cNvSpPr txBox="1"/>
          <p:nvPr/>
        </p:nvSpPr>
        <p:spPr>
          <a:xfrm>
            <a:off x="658368" y="3831336"/>
            <a:ext cx="6995160" cy="1600200"/>
          </a:xfrm>
          <a:prstGeom prst="rect">
            <a:avLst/>
          </a:prstGeom>
          <a:noFill/>
        </p:spPr>
        <p:txBody>
          <a:bodyPr wrap="square" lIns="0" rIns="0" tIns="0" bIns="0" anchor="t">
            <a:spAutoFit/>
          </a:bodyPr>
          <a:lstStyle/>
          <a:p>
            <a:pPr algn="l">
              <a:lnSpc>
                <a:spcPct val="112000"/>
              </a:lnSpc>
              <a:spcBef>
                <a:spcPts val="0"/>
              </a:spcBef>
              <a:spcAft>
                <a:spcPts val="400"/>
              </a:spcAft>
            </a:pPr>
            <a:r>
              <a:rPr sz="2300" b="0" i="0">
                <a:solidFill>
                  <a:srgbClr val="4E4F51"/>
                </a:solidFill>
                <a:latin typeface="Open Sans"/>
                <a:ea typeface="Noto Sans CJK KR"/>
              </a:rPr>
              <a:t>Tricentis 공식 워크플로 18종과</a:t>
            </a:r>
          </a:p>
          <a:p>
            <a:pPr algn="l">
              <a:lnSpc>
                <a:spcPct val="112000"/>
              </a:lnSpc>
              <a:spcBef>
                <a:spcPts val="0"/>
              </a:spcBef>
              <a:spcAft>
                <a:spcPts val="400"/>
              </a:spcAft>
            </a:pPr>
            <a:r>
              <a:rPr sz="2300" b="0" i="0">
                <a:solidFill>
                  <a:srgbClr val="4E4F51"/>
                </a:solidFill>
                <a:latin typeface="Open Sans"/>
                <a:ea typeface="Noto Sans CJK KR"/>
              </a:rPr>
              <a:t>이 과정에서 만든 프롬프트 템플릿</a:t>
            </a:r>
          </a:p>
        </p:txBody>
      </p:sp>
      <p:sp>
        <p:nvSpPr>
          <p:cNvPr id="4" name="TextBox 3"/>
          <p:cNvSpPr txBox="1"/>
          <p:nvPr/>
        </p:nvSpPr>
        <p:spPr>
          <a:xfrm>
            <a:off x="658368" y="5815584"/>
            <a:ext cx="6766560" cy="402336"/>
          </a:xfrm>
          <a:prstGeom prst="rect">
            <a:avLst/>
          </a:prstGeom>
          <a:noFill/>
        </p:spPr>
        <p:txBody>
          <a:bodyPr wrap="square" lIns="0" rIns="0" tIns="0" bIns="0" anchor="t">
            <a:spAutoFit/>
          </a:bodyPr>
          <a:lstStyle/>
          <a:p>
            <a:pPr algn="l">
              <a:lnSpc>
                <a:spcPct val="112000"/>
              </a:lnSpc>
              <a:spcBef>
                <a:spcPts val="0"/>
              </a:spcBef>
              <a:spcAft>
                <a:spcPts val="400"/>
              </a:spcAft>
            </a:pPr>
            <a:r>
              <a:rPr sz="1200" b="0" i="0">
                <a:solidFill>
                  <a:srgbClr val="4E4F51"/>
                </a:solidFill>
                <a:latin typeface="Open Sans"/>
                <a:ea typeface="Noto Sans CJK KR"/>
              </a:rPr>
              <a:t>Tosca Commander MCP 입문 · 실습 자료 v1.0</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100" b="0" i="0">
                <a:solidFill>
                  <a:srgbClr val="004C97"/>
                </a:solidFill>
                <a:latin typeface="Open Sans"/>
                <a:ea typeface="Noto Sans CJK KR"/>
              </a:rPr>
              <a:t>공식 워크플로 18종과 프롬프트 템플릿</a:t>
            </a:r>
          </a:p>
        </p:txBody>
      </p:sp>
      <p:sp>
        <p:nvSpPr>
          <p:cNvPr id="3" name="TextBox 2"/>
          <p:cNvSpPr txBox="1"/>
          <p:nvPr/>
        </p:nvSpPr>
        <p:spPr>
          <a:xfrm>
            <a:off x="1828800" y="6510528"/>
            <a:ext cx="8046720" cy="210312"/>
          </a:xfrm>
          <a:prstGeom prst="rect">
            <a:avLst/>
          </a:prstGeom>
          <a:noFill/>
        </p:spPr>
        <p:txBody>
          <a:bodyPr wrap="square" lIns="0" rIns="0" tIns="0" bIns="0" anchor="t">
            <a:spAutoFit/>
          </a:bodyPr>
          <a:lstStyle/>
          <a:p>
            <a:pPr algn="l">
              <a:lnSpc>
                <a:spcPct val="112000"/>
              </a:lnSpc>
              <a:spcBef>
                <a:spcPts val="0"/>
              </a:spcBef>
              <a:spcAft>
                <a:spcPts val="0"/>
              </a:spcAft>
            </a:pPr>
            <a:r>
              <a:rPr sz="1000" b="0" i="0">
                <a:solidFill>
                  <a:srgbClr val="FFFFFF"/>
                </a:solidFill>
                <a:latin typeface="Open Sans"/>
                <a:ea typeface="Noto Sans CJK KR"/>
              </a:rPr>
              <a:t>Tosca Commander MCP 입문  |  AI 어시스턴트 실습</a:t>
            </a:r>
          </a:p>
        </p:txBody>
      </p:sp>
      <p:sp>
        <p:nvSpPr>
          <p:cNvPr id="4" name="TextBox 3"/>
          <p:cNvSpPr txBox="1"/>
          <p:nvPr/>
        </p:nvSpPr>
        <p:spPr>
          <a:xfrm>
            <a:off x="11503152" y="6510528"/>
            <a:ext cx="292608" cy="228600"/>
          </a:xfrm>
          <a:prstGeom prst="rect">
            <a:avLst/>
          </a:prstGeom>
          <a:noFill/>
        </p:spPr>
        <p:txBody>
          <a:bodyPr wrap="none" lIns="0" rIns="0" tIns="0" bIns="0">
            <a:spAutoFit/>
          </a:bodyPr>
          <a:lstStyle/>
          <a:p>
            <a:pPr algn="l"/>
            <a:fld id="{5C7A3F71-3D8E-4C1B-9A44-2E5B7D0F6A11}" type="slidenum">
              <a:rPr lang="ko-KR" sz="1100">
                <a:solidFill>
                  <a:srgbClr val="FFFFFF"/>
                </a:solidFill>
                <a:latin typeface="Open Sans"/>
                <a:ea typeface="Noto Sans CJK KR"/>
              </a:rPr>
              <a:t>41</a:t>
            </a:fld>
          </a:p>
        </p:txBody>
      </p:sp>
      <p:sp>
        <p:nvSpPr>
          <p:cNvPr id="5" name="Rectangle 4"/>
          <p:cNvSpPr/>
          <p:nvPr/>
        </p:nvSpPr>
        <p:spPr>
          <a:xfrm>
            <a:off x="649224" y="1298448"/>
            <a:ext cx="10881360" cy="685800"/>
          </a:xfrm>
          <a:prstGeom prst="rect">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32104" y="1298448"/>
            <a:ext cx="10469880" cy="685800"/>
          </a:xfrm>
          <a:prstGeom prst="rect">
            <a:avLst/>
          </a:prstGeom>
          <a:noFill/>
        </p:spPr>
        <p:txBody>
          <a:bodyPr wrap="square" lIns="0" rIns="0" tIns="0" bIns="0" anchor="ctr">
            <a:spAutoFit/>
          </a:bodyPr>
          <a:lstStyle/>
          <a:p>
            <a:pPr algn="l">
              <a:lnSpc>
                <a:spcPct val="112000"/>
              </a:lnSpc>
              <a:spcBef>
                <a:spcPts val="0"/>
              </a:spcBef>
              <a:spcAft>
                <a:spcPts val="0"/>
              </a:spcAft>
            </a:pPr>
            <a:r>
              <a:rPr sz="1700" b="1" i="0">
                <a:solidFill>
                  <a:srgbClr val="004C97"/>
                </a:solidFill>
                <a:latin typeface="Open Sans"/>
                <a:ea typeface="Noto Sans CJK KR"/>
              </a:rPr>
              <a:t>Tricentis 제공  </a:t>
            </a:r>
            <a:r>
              <a:rPr sz="1700" b="0" i="0">
                <a:solidFill>
                  <a:srgbClr val="4E4F51"/>
                </a:solidFill>
                <a:latin typeface="Open Sans"/>
                <a:ea typeface="Noto Sans CJK KR"/>
              </a:rPr>
              <a:t>AI가 따라 하는 워크플로 18종      </a:t>
            </a:r>
            <a:r>
              <a:rPr sz="1700" b="1" i="0">
                <a:solidFill>
                  <a:srgbClr val="004C97"/>
                </a:solidFill>
                <a:latin typeface="Open Sans"/>
                <a:ea typeface="Noto Sans CJK KR"/>
              </a:rPr>
              <a:t>이 과정에서 작성  </a:t>
            </a:r>
            <a:r>
              <a:rPr sz="1700" b="0" i="0">
                <a:solidFill>
                  <a:srgbClr val="4E4F51"/>
                </a:solidFill>
                <a:latin typeface="Open Sans"/>
                <a:ea typeface="Noto Sans CJK KR"/>
              </a:rPr>
              <a:t>사람이 입력하는 프롬프트 템플릿 T00~T18</a:t>
            </a:r>
          </a:p>
        </p:txBody>
      </p:sp>
      <p:sp>
        <p:nvSpPr>
          <p:cNvPr id="7" name="Rectangle 6"/>
          <p:cNvSpPr/>
          <p:nvPr/>
        </p:nvSpPr>
        <p:spPr>
          <a:xfrm>
            <a:off x="649224" y="2240280"/>
            <a:ext cx="3474720" cy="73152"/>
          </a:xfrm>
          <a:prstGeom prst="rect">
            <a:avLst/>
          </a:prstGeom>
          <a:solidFill>
            <a:srgbClr val="0E8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9224" y="2450592"/>
            <a:ext cx="3474720" cy="365760"/>
          </a:xfrm>
          <a:prstGeom prst="rect">
            <a:avLst/>
          </a:prstGeom>
          <a:noFill/>
        </p:spPr>
        <p:txBody>
          <a:bodyPr wrap="square" lIns="0" rIns="0" tIns="0" bIns="0" anchor="t">
            <a:spAutoFit/>
          </a:bodyPr>
          <a:lstStyle/>
          <a:p>
            <a:pPr algn="l">
              <a:lnSpc>
                <a:spcPct val="112000"/>
              </a:lnSpc>
              <a:spcBef>
                <a:spcPts val="0"/>
              </a:spcBef>
              <a:spcAft>
                <a:spcPts val="400"/>
              </a:spcAft>
            </a:pPr>
            <a:r>
              <a:rPr sz="1800" b="1" i="0">
                <a:solidFill>
                  <a:srgbClr val="004C97"/>
                </a:solidFill>
                <a:latin typeface="Open Sans"/>
                <a:ea typeface="Noto Sans CJK KR"/>
              </a:rPr>
              <a:t>조회  2</a:t>
            </a:r>
          </a:p>
        </p:txBody>
      </p:sp>
      <p:sp>
        <p:nvSpPr>
          <p:cNvPr id="9" name="TextBox 8"/>
          <p:cNvSpPr txBox="1"/>
          <p:nvPr/>
        </p:nvSpPr>
        <p:spPr>
          <a:xfrm>
            <a:off x="649224" y="2862072"/>
            <a:ext cx="3474720" cy="347472"/>
          </a:xfrm>
          <a:prstGeom prst="rect">
            <a:avLst/>
          </a:prstGeom>
          <a:noFill/>
        </p:spPr>
        <p:txBody>
          <a:bodyPr wrap="square" lIns="0" rIns="0" tIns="0" bIns="0" anchor="t">
            <a:spAutoFit/>
          </a:bodyPr>
          <a:lstStyle/>
          <a:p>
            <a:pPr algn="l">
              <a:lnSpc>
                <a:spcPct val="112000"/>
              </a:lnSpc>
              <a:spcBef>
                <a:spcPts val="0"/>
              </a:spcBef>
              <a:spcAft>
                <a:spcPts val="0"/>
              </a:spcAft>
            </a:pPr>
            <a:r>
              <a:rPr sz="1500" b="1" i="0">
                <a:solidFill>
                  <a:srgbClr val="0E88AE"/>
                </a:solidFill>
                <a:latin typeface="Open Sans"/>
                <a:ea typeface="Noto Sans CJK KR"/>
              </a:rPr>
              <a:t>T01   </a:t>
            </a:r>
            <a:r>
              <a:rPr sz="1500" b="0" i="0">
                <a:solidFill>
                  <a:srgbClr val="4E4F51"/>
                </a:solidFill>
                <a:latin typeface="Open Sans"/>
                <a:ea typeface="Noto Sans CJK KR"/>
              </a:rPr>
              <a:t>워크스페이스 구조 파악</a:t>
            </a:r>
          </a:p>
        </p:txBody>
      </p:sp>
      <p:sp>
        <p:nvSpPr>
          <p:cNvPr id="10" name="TextBox 9"/>
          <p:cNvSpPr txBox="1"/>
          <p:nvPr/>
        </p:nvSpPr>
        <p:spPr>
          <a:xfrm>
            <a:off x="649224" y="3227832"/>
            <a:ext cx="3474720" cy="347472"/>
          </a:xfrm>
          <a:prstGeom prst="rect">
            <a:avLst/>
          </a:prstGeom>
          <a:noFill/>
        </p:spPr>
        <p:txBody>
          <a:bodyPr wrap="square" lIns="0" rIns="0" tIns="0" bIns="0" anchor="t">
            <a:spAutoFit/>
          </a:bodyPr>
          <a:lstStyle/>
          <a:p>
            <a:pPr algn="l">
              <a:lnSpc>
                <a:spcPct val="112000"/>
              </a:lnSpc>
              <a:spcBef>
                <a:spcPts val="0"/>
              </a:spcBef>
              <a:spcAft>
                <a:spcPts val="0"/>
              </a:spcAft>
            </a:pPr>
            <a:r>
              <a:rPr sz="1500" b="1" i="0">
                <a:solidFill>
                  <a:srgbClr val="0E88AE"/>
                </a:solidFill>
                <a:latin typeface="Open Sans"/>
                <a:ea typeface="Noto Sans CJK KR"/>
              </a:rPr>
              <a:t>T07   </a:t>
            </a:r>
            <a:r>
              <a:rPr sz="1500" b="0" i="0">
                <a:solidFill>
                  <a:srgbClr val="4E4F51"/>
                </a:solidFill>
                <a:latin typeface="Open Sans"/>
                <a:ea typeface="Noto Sans CJK KR"/>
              </a:rPr>
              <a:t>테스트케이스 설명</a:t>
            </a:r>
          </a:p>
        </p:txBody>
      </p:sp>
      <p:sp>
        <p:nvSpPr>
          <p:cNvPr id="11" name="TextBox 10"/>
          <p:cNvSpPr txBox="1"/>
          <p:nvPr/>
        </p:nvSpPr>
        <p:spPr>
          <a:xfrm>
            <a:off x="649224" y="3703320"/>
            <a:ext cx="3474720" cy="365760"/>
          </a:xfrm>
          <a:prstGeom prst="rect">
            <a:avLst/>
          </a:prstGeom>
          <a:noFill/>
        </p:spPr>
        <p:txBody>
          <a:bodyPr wrap="square" lIns="0" rIns="0" tIns="0" bIns="0" anchor="t">
            <a:spAutoFit/>
          </a:bodyPr>
          <a:lstStyle/>
          <a:p>
            <a:pPr algn="l">
              <a:lnSpc>
                <a:spcPct val="112000"/>
              </a:lnSpc>
              <a:spcBef>
                <a:spcPts val="0"/>
              </a:spcBef>
              <a:spcAft>
                <a:spcPts val="400"/>
              </a:spcAft>
            </a:pPr>
            <a:r>
              <a:rPr sz="1800" b="1" i="0">
                <a:solidFill>
                  <a:srgbClr val="004C97"/>
                </a:solidFill>
                <a:latin typeface="Open Sans"/>
                <a:ea typeface="Noto Sans CJK KR"/>
              </a:rPr>
              <a:t>편집  1</a:t>
            </a:r>
          </a:p>
        </p:txBody>
      </p:sp>
      <p:sp>
        <p:nvSpPr>
          <p:cNvPr id="12" name="TextBox 11"/>
          <p:cNvSpPr txBox="1"/>
          <p:nvPr/>
        </p:nvSpPr>
        <p:spPr>
          <a:xfrm>
            <a:off x="649224" y="4114800"/>
            <a:ext cx="3474720" cy="347472"/>
          </a:xfrm>
          <a:prstGeom prst="rect">
            <a:avLst/>
          </a:prstGeom>
          <a:noFill/>
        </p:spPr>
        <p:txBody>
          <a:bodyPr wrap="square" lIns="0" rIns="0" tIns="0" bIns="0" anchor="t">
            <a:spAutoFit/>
          </a:bodyPr>
          <a:lstStyle/>
          <a:p>
            <a:pPr algn="l">
              <a:lnSpc>
                <a:spcPct val="112000"/>
              </a:lnSpc>
              <a:spcBef>
                <a:spcPts val="0"/>
              </a:spcBef>
              <a:spcAft>
                <a:spcPts val="0"/>
              </a:spcAft>
            </a:pPr>
            <a:r>
              <a:rPr sz="1500" b="1" i="0">
                <a:solidFill>
                  <a:srgbClr val="0E88AE"/>
                </a:solidFill>
                <a:latin typeface="Open Sans"/>
                <a:ea typeface="Noto Sans CJK KR"/>
              </a:rPr>
              <a:t>T04   </a:t>
            </a:r>
            <a:r>
              <a:rPr sz="1500" b="0" i="0">
                <a:solidFill>
                  <a:srgbClr val="4E4F51"/>
                </a:solidFill>
                <a:latin typeface="Open Sans"/>
                <a:ea typeface="Noto Sans CJK KR"/>
              </a:rPr>
              <a:t>TCP 설정</a:t>
            </a:r>
          </a:p>
        </p:txBody>
      </p:sp>
      <p:sp>
        <p:nvSpPr>
          <p:cNvPr id="13" name="TextBox 12"/>
          <p:cNvSpPr txBox="1"/>
          <p:nvPr/>
        </p:nvSpPr>
        <p:spPr>
          <a:xfrm>
            <a:off x="649224" y="4590288"/>
            <a:ext cx="3474720" cy="365760"/>
          </a:xfrm>
          <a:prstGeom prst="rect">
            <a:avLst/>
          </a:prstGeom>
          <a:noFill/>
        </p:spPr>
        <p:txBody>
          <a:bodyPr wrap="square" lIns="0" rIns="0" tIns="0" bIns="0" anchor="t">
            <a:spAutoFit/>
          </a:bodyPr>
          <a:lstStyle/>
          <a:p>
            <a:pPr algn="l">
              <a:lnSpc>
                <a:spcPct val="112000"/>
              </a:lnSpc>
              <a:spcBef>
                <a:spcPts val="0"/>
              </a:spcBef>
              <a:spcAft>
                <a:spcPts val="400"/>
              </a:spcAft>
            </a:pPr>
            <a:r>
              <a:rPr sz="1800" b="1" i="0">
                <a:solidFill>
                  <a:srgbClr val="004C97"/>
                </a:solidFill>
                <a:latin typeface="Open Sans"/>
                <a:ea typeface="Noto Sans CJK KR"/>
              </a:rPr>
              <a:t>관리  2</a:t>
            </a:r>
          </a:p>
        </p:txBody>
      </p:sp>
      <p:sp>
        <p:nvSpPr>
          <p:cNvPr id="14" name="TextBox 13"/>
          <p:cNvSpPr txBox="1"/>
          <p:nvPr/>
        </p:nvSpPr>
        <p:spPr>
          <a:xfrm>
            <a:off x="649224" y="5001768"/>
            <a:ext cx="3474720" cy="347472"/>
          </a:xfrm>
          <a:prstGeom prst="rect">
            <a:avLst/>
          </a:prstGeom>
          <a:noFill/>
        </p:spPr>
        <p:txBody>
          <a:bodyPr wrap="square" lIns="0" rIns="0" tIns="0" bIns="0" anchor="t">
            <a:spAutoFit/>
          </a:bodyPr>
          <a:lstStyle/>
          <a:p>
            <a:pPr algn="l">
              <a:lnSpc>
                <a:spcPct val="112000"/>
              </a:lnSpc>
              <a:spcBef>
                <a:spcPts val="0"/>
              </a:spcBef>
              <a:spcAft>
                <a:spcPts val="0"/>
              </a:spcAft>
            </a:pPr>
            <a:r>
              <a:rPr sz="1500" b="1" i="0">
                <a:solidFill>
                  <a:srgbClr val="0E88AE"/>
                </a:solidFill>
                <a:latin typeface="Open Sans"/>
                <a:ea typeface="Noto Sans CJK KR"/>
              </a:rPr>
              <a:t>T15   </a:t>
            </a:r>
            <a:r>
              <a:rPr sz="1500" b="0" i="0">
                <a:solidFill>
                  <a:srgbClr val="4E4F51"/>
                </a:solidFill>
                <a:latin typeface="Open Sans"/>
                <a:ea typeface="Noto Sans CJK KR"/>
              </a:rPr>
              <a:t>Commander 메뉴 작업 실행</a:t>
            </a:r>
          </a:p>
        </p:txBody>
      </p:sp>
      <p:sp>
        <p:nvSpPr>
          <p:cNvPr id="15" name="TextBox 14"/>
          <p:cNvSpPr txBox="1"/>
          <p:nvPr/>
        </p:nvSpPr>
        <p:spPr>
          <a:xfrm>
            <a:off x="649224" y="5367528"/>
            <a:ext cx="3474720" cy="347472"/>
          </a:xfrm>
          <a:prstGeom prst="rect">
            <a:avLst/>
          </a:prstGeom>
          <a:noFill/>
        </p:spPr>
        <p:txBody>
          <a:bodyPr wrap="square" lIns="0" rIns="0" tIns="0" bIns="0" anchor="t">
            <a:spAutoFit/>
          </a:bodyPr>
          <a:lstStyle/>
          <a:p>
            <a:pPr algn="l">
              <a:lnSpc>
                <a:spcPct val="112000"/>
              </a:lnSpc>
              <a:spcBef>
                <a:spcPts val="0"/>
              </a:spcBef>
              <a:spcAft>
                <a:spcPts val="0"/>
              </a:spcAft>
            </a:pPr>
            <a:r>
              <a:rPr sz="1500" b="1" i="0">
                <a:solidFill>
                  <a:srgbClr val="0E88AE"/>
                </a:solidFill>
                <a:latin typeface="Open Sans"/>
                <a:ea typeface="Noto Sans CJK KR"/>
              </a:rPr>
              <a:t>T16   </a:t>
            </a:r>
            <a:r>
              <a:rPr sz="1500" b="0" i="0">
                <a:solidFill>
                  <a:srgbClr val="4E4F51"/>
                </a:solidFill>
                <a:latin typeface="Open Sans"/>
                <a:ea typeface="Noto Sans CJK KR"/>
              </a:rPr>
              <a:t>저장과 체크인</a:t>
            </a:r>
          </a:p>
        </p:txBody>
      </p:sp>
      <p:sp>
        <p:nvSpPr>
          <p:cNvPr id="16" name="Rectangle 15"/>
          <p:cNvSpPr/>
          <p:nvPr/>
        </p:nvSpPr>
        <p:spPr>
          <a:xfrm>
            <a:off x="4352544" y="2240280"/>
            <a:ext cx="3474720" cy="73152"/>
          </a:xfrm>
          <a:prstGeom prst="rect">
            <a:avLst/>
          </a:prstGeom>
          <a:solidFill>
            <a:srgbClr val="D2D7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352544" y="2450592"/>
            <a:ext cx="3474720" cy="365760"/>
          </a:xfrm>
          <a:prstGeom prst="rect">
            <a:avLst/>
          </a:prstGeom>
          <a:noFill/>
        </p:spPr>
        <p:txBody>
          <a:bodyPr wrap="square" lIns="0" rIns="0" tIns="0" bIns="0" anchor="t">
            <a:spAutoFit/>
          </a:bodyPr>
          <a:lstStyle/>
          <a:p>
            <a:pPr algn="l">
              <a:lnSpc>
                <a:spcPct val="112000"/>
              </a:lnSpc>
              <a:spcBef>
                <a:spcPts val="0"/>
              </a:spcBef>
              <a:spcAft>
                <a:spcPts val="400"/>
              </a:spcAft>
            </a:pPr>
            <a:r>
              <a:rPr sz="1800" b="1" i="0">
                <a:solidFill>
                  <a:srgbClr val="004C97"/>
                </a:solidFill>
                <a:latin typeface="Open Sans"/>
                <a:ea typeface="Noto Sans CJK KR"/>
              </a:rPr>
              <a:t>작성  4</a:t>
            </a:r>
          </a:p>
        </p:txBody>
      </p:sp>
      <p:sp>
        <p:nvSpPr>
          <p:cNvPr id="18" name="TextBox 17"/>
          <p:cNvSpPr txBox="1"/>
          <p:nvPr/>
        </p:nvSpPr>
        <p:spPr>
          <a:xfrm>
            <a:off x="4352544" y="2862072"/>
            <a:ext cx="3474720" cy="347472"/>
          </a:xfrm>
          <a:prstGeom prst="rect">
            <a:avLst/>
          </a:prstGeom>
          <a:noFill/>
        </p:spPr>
        <p:txBody>
          <a:bodyPr wrap="square" lIns="0" rIns="0" tIns="0" bIns="0" anchor="t">
            <a:spAutoFit/>
          </a:bodyPr>
          <a:lstStyle/>
          <a:p>
            <a:pPr algn="l">
              <a:lnSpc>
                <a:spcPct val="112000"/>
              </a:lnSpc>
              <a:spcBef>
                <a:spcPts val="0"/>
              </a:spcBef>
              <a:spcAft>
                <a:spcPts val="0"/>
              </a:spcAft>
            </a:pPr>
            <a:r>
              <a:rPr sz="1500" b="1" i="0">
                <a:solidFill>
                  <a:srgbClr val="0E88AE"/>
                </a:solidFill>
                <a:latin typeface="Open Sans"/>
                <a:ea typeface="Noto Sans CJK KR"/>
              </a:rPr>
              <a:t>T02   </a:t>
            </a:r>
            <a:r>
              <a:rPr sz="1500" b="0" i="0">
                <a:solidFill>
                  <a:srgbClr val="4E4F51"/>
                </a:solidFill>
                <a:latin typeface="Open Sans"/>
                <a:ea typeface="Noto Sans CJK KR"/>
              </a:rPr>
              <a:t>테스트케이스 뼈대 만들기</a:t>
            </a:r>
          </a:p>
        </p:txBody>
      </p:sp>
      <p:sp>
        <p:nvSpPr>
          <p:cNvPr id="19" name="TextBox 18"/>
          <p:cNvSpPr txBox="1"/>
          <p:nvPr/>
        </p:nvSpPr>
        <p:spPr>
          <a:xfrm>
            <a:off x="4352544" y="3227832"/>
            <a:ext cx="3474720" cy="347472"/>
          </a:xfrm>
          <a:prstGeom prst="rect">
            <a:avLst/>
          </a:prstGeom>
          <a:noFill/>
        </p:spPr>
        <p:txBody>
          <a:bodyPr wrap="square" lIns="0" rIns="0" tIns="0" bIns="0" anchor="t">
            <a:spAutoFit/>
          </a:bodyPr>
          <a:lstStyle/>
          <a:p>
            <a:pPr algn="l">
              <a:lnSpc>
                <a:spcPct val="112000"/>
              </a:lnSpc>
              <a:spcBef>
                <a:spcPts val="0"/>
              </a:spcBef>
              <a:spcAft>
                <a:spcPts val="0"/>
              </a:spcAft>
            </a:pPr>
            <a:r>
              <a:rPr sz="1500" b="1" i="0">
                <a:solidFill>
                  <a:srgbClr val="0E88AE"/>
                </a:solidFill>
                <a:latin typeface="Open Sans"/>
                <a:ea typeface="Noto Sans CJK KR"/>
              </a:rPr>
              <a:t>T03   </a:t>
            </a:r>
            <a:r>
              <a:rPr sz="1500" b="0" i="0">
                <a:solidFill>
                  <a:srgbClr val="4E4F51"/>
                </a:solidFill>
                <a:latin typeface="Open Sans"/>
                <a:ea typeface="Noto Sans CJK KR"/>
              </a:rPr>
              <a:t>기존 테스트케이스에 스텝 추가</a:t>
            </a:r>
          </a:p>
        </p:txBody>
      </p:sp>
      <p:sp>
        <p:nvSpPr>
          <p:cNvPr id="20" name="TextBox 19"/>
          <p:cNvSpPr txBox="1"/>
          <p:nvPr/>
        </p:nvSpPr>
        <p:spPr>
          <a:xfrm>
            <a:off x="4352544" y="3593592"/>
            <a:ext cx="3474720" cy="347472"/>
          </a:xfrm>
          <a:prstGeom prst="rect">
            <a:avLst/>
          </a:prstGeom>
          <a:noFill/>
        </p:spPr>
        <p:txBody>
          <a:bodyPr wrap="square" lIns="0" rIns="0" tIns="0" bIns="0" anchor="t">
            <a:spAutoFit/>
          </a:bodyPr>
          <a:lstStyle/>
          <a:p>
            <a:pPr algn="l">
              <a:lnSpc>
                <a:spcPct val="112000"/>
              </a:lnSpc>
              <a:spcBef>
                <a:spcPts val="0"/>
              </a:spcBef>
              <a:spcAft>
                <a:spcPts val="0"/>
              </a:spcAft>
            </a:pPr>
            <a:r>
              <a:rPr sz="1500" b="1" i="0">
                <a:solidFill>
                  <a:srgbClr val="0E88AE"/>
                </a:solidFill>
                <a:latin typeface="Open Sans"/>
                <a:ea typeface="Noto Sans CJK KR"/>
              </a:rPr>
              <a:t>T05   </a:t>
            </a:r>
            <a:r>
              <a:rPr sz="1500" b="0" i="0">
                <a:solidFill>
                  <a:srgbClr val="4E4F51"/>
                </a:solidFill>
                <a:latin typeface="Open Sans"/>
                <a:ea typeface="Noto Sans CJK KR"/>
              </a:rPr>
              <a:t>수동 테스트케이스 작성</a:t>
            </a:r>
          </a:p>
        </p:txBody>
      </p:sp>
      <p:sp>
        <p:nvSpPr>
          <p:cNvPr id="21" name="TextBox 20"/>
          <p:cNvSpPr txBox="1"/>
          <p:nvPr/>
        </p:nvSpPr>
        <p:spPr>
          <a:xfrm>
            <a:off x="4352544" y="3959352"/>
            <a:ext cx="3474720" cy="347472"/>
          </a:xfrm>
          <a:prstGeom prst="rect">
            <a:avLst/>
          </a:prstGeom>
          <a:noFill/>
        </p:spPr>
        <p:txBody>
          <a:bodyPr wrap="square" lIns="0" rIns="0" tIns="0" bIns="0" anchor="t">
            <a:spAutoFit/>
          </a:bodyPr>
          <a:lstStyle/>
          <a:p>
            <a:pPr algn="l">
              <a:lnSpc>
                <a:spcPct val="112000"/>
              </a:lnSpc>
              <a:spcBef>
                <a:spcPts val="0"/>
              </a:spcBef>
              <a:spcAft>
                <a:spcPts val="0"/>
              </a:spcAft>
            </a:pPr>
            <a:r>
              <a:rPr sz="1500" b="1" i="0">
                <a:solidFill>
                  <a:srgbClr val="0E88AE"/>
                </a:solidFill>
                <a:latin typeface="Open Sans"/>
                <a:ea typeface="Noto Sans CJK KR"/>
              </a:rPr>
              <a:t>T06   </a:t>
            </a:r>
            <a:r>
              <a:rPr sz="1500" b="0" i="0">
                <a:solidFill>
                  <a:srgbClr val="4E4F51"/>
                </a:solidFill>
                <a:latin typeface="Open Sans"/>
                <a:ea typeface="Noto Sans CJK KR"/>
              </a:rPr>
              <a:t>자동 테스트케이스 작성</a:t>
            </a:r>
          </a:p>
        </p:txBody>
      </p:sp>
      <p:sp>
        <p:nvSpPr>
          <p:cNvPr id="22" name="TextBox 21"/>
          <p:cNvSpPr txBox="1"/>
          <p:nvPr/>
        </p:nvSpPr>
        <p:spPr>
          <a:xfrm>
            <a:off x="4352544" y="4434840"/>
            <a:ext cx="3474720" cy="365760"/>
          </a:xfrm>
          <a:prstGeom prst="rect">
            <a:avLst/>
          </a:prstGeom>
          <a:noFill/>
        </p:spPr>
        <p:txBody>
          <a:bodyPr wrap="square" lIns="0" rIns="0" tIns="0" bIns="0" anchor="t">
            <a:spAutoFit/>
          </a:bodyPr>
          <a:lstStyle/>
          <a:p>
            <a:pPr algn="l">
              <a:lnSpc>
                <a:spcPct val="112000"/>
              </a:lnSpc>
              <a:spcBef>
                <a:spcPts val="0"/>
              </a:spcBef>
              <a:spcAft>
                <a:spcPts val="400"/>
              </a:spcAft>
            </a:pPr>
            <a:r>
              <a:rPr sz="1800" b="1" i="0">
                <a:solidFill>
                  <a:srgbClr val="004C97"/>
                </a:solidFill>
                <a:latin typeface="Open Sans"/>
                <a:ea typeface="Noto Sans CJK KR"/>
              </a:rPr>
              <a:t>확장  2</a:t>
            </a:r>
          </a:p>
        </p:txBody>
      </p:sp>
      <p:sp>
        <p:nvSpPr>
          <p:cNvPr id="23" name="TextBox 22"/>
          <p:cNvSpPr txBox="1"/>
          <p:nvPr/>
        </p:nvSpPr>
        <p:spPr>
          <a:xfrm>
            <a:off x="4352544" y="4846320"/>
            <a:ext cx="3474720" cy="347472"/>
          </a:xfrm>
          <a:prstGeom prst="rect">
            <a:avLst/>
          </a:prstGeom>
          <a:noFill/>
        </p:spPr>
        <p:txBody>
          <a:bodyPr wrap="square" lIns="0" rIns="0" tIns="0" bIns="0" anchor="t">
            <a:spAutoFit/>
          </a:bodyPr>
          <a:lstStyle/>
          <a:p>
            <a:pPr algn="l">
              <a:lnSpc>
                <a:spcPct val="112000"/>
              </a:lnSpc>
              <a:spcBef>
                <a:spcPts val="0"/>
              </a:spcBef>
              <a:spcAft>
                <a:spcPts val="0"/>
              </a:spcAft>
            </a:pPr>
            <a:r>
              <a:rPr sz="1500" b="1" i="0">
                <a:solidFill>
                  <a:srgbClr val="0E88AE"/>
                </a:solidFill>
                <a:latin typeface="Open Sans"/>
                <a:ea typeface="Noto Sans CJK KR"/>
              </a:rPr>
              <a:t>T17   </a:t>
            </a:r>
            <a:r>
              <a:rPr sz="1500" b="0" i="0">
                <a:solidFill>
                  <a:srgbClr val="4E4F51"/>
                </a:solidFill>
                <a:latin typeface="Open Sans"/>
                <a:ea typeface="Noto Sans CJK KR"/>
              </a:rPr>
              <a:t>Data Integrity 시작하기</a:t>
            </a:r>
          </a:p>
        </p:txBody>
      </p:sp>
      <p:sp>
        <p:nvSpPr>
          <p:cNvPr id="24" name="TextBox 23"/>
          <p:cNvSpPr txBox="1"/>
          <p:nvPr/>
        </p:nvSpPr>
        <p:spPr>
          <a:xfrm>
            <a:off x="4352544" y="5212080"/>
            <a:ext cx="3474720" cy="347472"/>
          </a:xfrm>
          <a:prstGeom prst="rect">
            <a:avLst/>
          </a:prstGeom>
          <a:noFill/>
        </p:spPr>
        <p:txBody>
          <a:bodyPr wrap="square" lIns="0" rIns="0" tIns="0" bIns="0" anchor="t">
            <a:spAutoFit/>
          </a:bodyPr>
          <a:lstStyle/>
          <a:p>
            <a:pPr algn="l">
              <a:lnSpc>
                <a:spcPct val="112000"/>
              </a:lnSpc>
              <a:spcBef>
                <a:spcPts val="0"/>
              </a:spcBef>
              <a:spcAft>
                <a:spcPts val="0"/>
              </a:spcAft>
            </a:pPr>
            <a:r>
              <a:rPr sz="1500" b="1" i="0">
                <a:solidFill>
                  <a:srgbClr val="0E88AE"/>
                </a:solidFill>
                <a:latin typeface="Open Sans"/>
                <a:ea typeface="Noto Sans CJK KR"/>
              </a:rPr>
              <a:t>T18   </a:t>
            </a:r>
            <a:r>
              <a:rPr sz="1500" b="0" i="0">
                <a:solidFill>
                  <a:srgbClr val="4E4F51"/>
                </a:solidFill>
                <a:latin typeface="Open Sans"/>
                <a:ea typeface="Noto Sans CJK KR"/>
              </a:rPr>
              <a:t>DEX 에이전트 확인</a:t>
            </a:r>
          </a:p>
        </p:txBody>
      </p:sp>
      <p:sp>
        <p:nvSpPr>
          <p:cNvPr id="25" name="Rectangle 24"/>
          <p:cNvSpPr/>
          <p:nvPr/>
        </p:nvSpPr>
        <p:spPr>
          <a:xfrm>
            <a:off x="8055864" y="2240280"/>
            <a:ext cx="3474720" cy="73152"/>
          </a:xfrm>
          <a:prstGeom prst="rect">
            <a:avLst/>
          </a:prstGeom>
          <a:solidFill>
            <a:srgbClr val="0E8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055864" y="2450592"/>
            <a:ext cx="3474720" cy="365760"/>
          </a:xfrm>
          <a:prstGeom prst="rect">
            <a:avLst/>
          </a:prstGeom>
          <a:noFill/>
        </p:spPr>
        <p:txBody>
          <a:bodyPr wrap="square" lIns="0" rIns="0" tIns="0" bIns="0" anchor="t">
            <a:spAutoFit/>
          </a:bodyPr>
          <a:lstStyle/>
          <a:p>
            <a:pPr algn="l">
              <a:lnSpc>
                <a:spcPct val="112000"/>
              </a:lnSpc>
              <a:spcBef>
                <a:spcPts val="0"/>
              </a:spcBef>
              <a:spcAft>
                <a:spcPts val="400"/>
              </a:spcAft>
            </a:pPr>
            <a:r>
              <a:rPr sz="1800" b="1" i="0">
                <a:solidFill>
                  <a:srgbClr val="004C97"/>
                </a:solidFill>
                <a:latin typeface="Open Sans"/>
                <a:ea typeface="Noto Sans CJK KR"/>
              </a:rPr>
              <a:t>실행·분석  7</a:t>
            </a:r>
          </a:p>
        </p:txBody>
      </p:sp>
      <p:sp>
        <p:nvSpPr>
          <p:cNvPr id="27" name="TextBox 26"/>
          <p:cNvSpPr txBox="1"/>
          <p:nvPr/>
        </p:nvSpPr>
        <p:spPr>
          <a:xfrm>
            <a:off x="8055864" y="2862072"/>
            <a:ext cx="3474720" cy="347472"/>
          </a:xfrm>
          <a:prstGeom prst="rect">
            <a:avLst/>
          </a:prstGeom>
          <a:noFill/>
        </p:spPr>
        <p:txBody>
          <a:bodyPr wrap="square" lIns="0" rIns="0" tIns="0" bIns="0" anchor="t">
            <a:spAutoFit/>
          </a:bodyPr>
          <a:lstStyle/>
          <a:p>
            <a:pPr algn="l">
              <a:lnSpc>
                <a:spcPct val="112000"/>
              </a:lnSpc>
              <a:spcBef>
                <a:spcPts val="0"/>
              </a:spcBef>
              <a:spcAft>
                <a:spcPts val="0"/>
              </a:spcAft>
            </a:pPr>
            <a:r>
              <a:rPr sz="1500" b="1" i="0">
                <a:solidFill>
                  <a:srgbClr val="0E88AE"/>
                </a:solidFill>
                <a:latin typeface="Open Sans"/>
                <a:ea typeface="Noto Sans CJK KR"/>
              </a:rPr>
              <a:t>T08   </a:t>
            </a:r>
            <a:r>
              <a:rPr sz="1500" b="0" i="0">
                <a:solidFill>
                  <a:srgbClr val="4E4F51"/>
                </a:solidFill>
                <a:latin typeface="Open Sans"/>
                <a:ea typeface="Noto Sans CJK KR"/>
              </a:rPr>
              <a:t>실행하고 결과 기다리기</a:t>
            </a:r>
          </a:p>
        </p:txBody>
      </p:sp>
      <p:sp>
        <p:nvSpPr>
          <p:cNvPr id="28" name="TextBox 27"/>
          <p:cNvSpPr txBox="1"/>
          <p:nvPr/>
        </p:nvSpPr>
        <p:spPr>
          <a:xfrm>
            <a:off x="8055864" y="3227832"/>
            <a:ext cx="3474720" cy="347472"/>
          </a:xfrm>
          <a:prstGeom prst="rect">
            <a:avLst/>
          </a:prstGeom>
          <a:noFill/>
        </p:spPr>
        <p:txBody>
          <a:bodyPr wrap="square" lIns="0" rIns="0" tIns="0" bIns="0" anchor="t">
            <a:spAutoFit/>
          </a:bodyPr>
          <a:lstStyle/>
          <a:p>
            <a:pPr algn="l">
              <a:lnSpc>
                <a:spcPct val="112000"/>
              </a:lnSpc>
              <a:spcBef>
                <a:spcPts val="0"/>
              </a:spcBef>
              <a:spcAft>
                <a:spcPts val="0"/>
              </a:spcAft>
            </a:pPr>
            <a:r>
              <a:rPr sz="1500" b="1" i="0">
                <a:solidFill>
                  <a:srgbClr val="0E88AE"/>
                </a:solidFill>
                <a:latin typeface="Open Sans"/>
                <a:ea typeface="Noto Sans CJK KR"/>
              </a:rPr>
              <a:t>T09   </a:t>
            </a:r>
            <a:r>
              <a:rPr sz="1500" b="0" i="0">
                <a:solidFill>
                  <a:srgbClr val="4E4F51"/>
                </a:solidFill>
                <a:latin typeface="Open Sans"/>
                <a:ea typeface="Noto Sans CJK KR"/>
              </a:rPr>
              <a:t>실행 결과 찾기</a:t>
            </a:r>
          </a:p>
        </p:txBody>
      </p:sp>
      <p:sp>
        <p:nvSpPr>
          <p:cNvPr id="29" name="TextBox 28"/>
          <p:cNvSpPr txBox="1"/>
          <p:nvPr/>
        </p:nvSpPr>
        <p:spPr>
          <a:xfrm>
            <a:off x="8055864" y="3593592"/>
            <a:ext cx="3474720" cy="347472"/>
          </a:xfrm>
          <a:prstGeom prst="rect">
            <a:avLst/>
          </a:prstGeom>
          <a:noFill/>
        </p:spPr>
        <p:txBody>
          <a:bodyPr wrap="square" lIns="0" rIns="0" tIns="0" bIns="0" anchor="t">
            <a:spAutoFit/>
          </a:bodyPr>
          <a:lstStyle/>
          <a:p>
            <a:pPr algn="l">
              <a:lnSpc>
                <a:spcPct val="112000"/>
              </a:lnSpc>
              <a:spcBef>
                <a:spcPts val="0"/>
              </a:spcBef>
              <a:spcAft>
                <a:spcPts val="0"/>
              </a:spcAft>
            </a:pPr>
            <a:r>
              <a:rPr sz="1500" b="1" i="0">
                <a:solidFill>
                  <a:srgbClr val="0E88AE"/>
                </a:solidFill>
                <a:latin typeface="Open Sans"/>
                <a:ea typeface="Noto Sans CJK KR"/>
              </a:rPr>
              <a:t>T10   </a:t>
            </a:r>
            <a:r>
              <a:rPr sz="1500" b="0" i="0">
                <a:solidFill>
                  <a:srgbClr val="4E4F51"/>
                </a:solidFill>
                <a:latin typeface="Open Sans"/>
                <a:ea typeface="Noto Sans CJK KR"/>
              </a:rPr>
              <a:t>실패 원인 분석</a:t>
            </a:r>
          </a:p>
        </p:txBody>
      </p:sp>
      <p:sp>
        <p:nvSpPr>
          <p:cNvPr id="30" name="TextBox 29"/>
          <p:cNvSpPr txBox="1"/>
          <p:nvPr/>
        </p:nvSpPr>
        <p:spPr>
          <a:xfrm>
            <a:off x="8055864" y="3959352"/>
            <a:ext cx="3474720" cy="347472"/>
          </a:xfrm>
          <a:prstGeom prst="rect">
            <a:avLst/>
          </a:prstGeom>
          <a:noFill/>
        </p:spPr>
        <p:txBody>
          <a:bodyPr wrap="square" lIns="0" rIns="0" tIns="0" bIns="0" anchor="t">
            <a:spAutoFit/>
          </a:bodyPr>
          <a:lstStyle/>
          <a:p>
            <a:pPr algn="l">
              <a:lnSpc>
                <a:spcPct val="112000"/>
              </a:lnSpc>
              <a:spcBef>
                <a:spcPts val="0"/>
              </a:spcBef>
              <a:spcAft>
                <a:spcPts val="0"/>
              </a:spcAft>
            </a:pPr>
            <a:r>
              <a:rPr sz="1500" b="1" i="0">
                <a:solidFill>
                  <a:srgbClr val="0E88AE"/>
                </a:solidFill>
                <a:latin typeface="Open Sans"/>
                <a:ea typeface="Noto Sans CJK KR"/>
              </a:rPr>
              <a:t>T11   </a:t>
            </a:r>
            <a:r>
              <a:rPr sz="1500" b="0" i="0">
                <a:solidFill>
                  <a:srgbClr val="4E4F51"/>
                </a:solidFill>
                <a:latin typeface="Open Sans"/>
                <a:ea typeface="Noto Sans CJK KR"/>
              </a:rPr>
              <a:t>중단된 실행 진단</a:t>
            </a:r>
          </a:p>
        </p:txBody>
      </p:sp>
      <p:sp>
        <p:nvSpPr>
          <p:cNvPr id="31" name="TextBox 30"/>
          <p:cNvSpPr txBox="1"/>
          <p:nvPr/>
        </p:nvSpPr>
        <p:spPr>
          <a:xfrm>
            <a:off x="8055864" y="4325112"/>
            <a:ext cx="3474720" cy="347472"/>
          </a:xfrm>
          <a:prstGeom prst="rect">
            <a:avLst/>
          </a:prstGeom>
          <a:noFill/>
        </p:spPr>
        <p:txBody>
          <a:bodyPr wrap="square" lIns="0" rIns="0" tIns="0" bIns="0" anchor="t">
            <a:spAutoFit/>
          </a:bodyPr>
          <a:lstStyle/>
          <a:p>
            <a:pPr algn="l">
              <a:lnSpc>
                <a:spcPct val="112000"/>
              </a:lnSpc>
              <a:spcBef>
                <a:spcPts val="0"/>
              </a:spcBef>
              <a:spcAft>
                <a:spcPts val="0"/>
              </a:spcAft>
            </a:pPr>
            <a:r>
              <a:rPr sz="1500" b="1" i="0">
                <a:solidFill>
                  <a:srgbClr val="0E88AE"/>
                </a:solidFill>
                <a:latin typeface="Open Sans"/>
                <a:ea typeface="Noto Sans CJK KR"/>
              </a:rPr>
              <a:t>T12   </a:t>
            </a:r>
            <a:r>
              <a:rPr sz="1500" b="0" i="0">
                <a:solidFill>
                  <a:srgbClr val="4E4F51"/>
                </a:solidFill>
                <a:latin typeface="Open Sans"/>
                <a:ea typeface="Noto Sans CJK KR"/>
              </a:rPr>
              <a:t>실행 이력 추세 분석</a:t>
            </a:r>
          </a:p>
        </p:txBody>
      </p:sp>
      <p:sp>
        <p:nvSpPr>
          <p:cNvPr id="32" name="TextBox 31"/>
          <p:cNvSpPr txBox="1"/>
          <p:nvPr/>
        </p:nvSpPr>
        <p:spPr>
          <a:xfrm>
            <a:off x="8055864" y="4690872"/>
            <a:ext cx="3474720" cy="347472"/>
          </a:xfrm>
          <a:prstGeom prst="rect">
            <a:avLst/>
          </a:prstGeom>
          <a:noFill/>
        </p:spPr>
        <p:txBody>
          <a:bodyPr wrap="square" lIns="0" rIns="0" tIns="0" bIns="0" anchor="t">
            <a:spAutoFit/>
          </a:bodyPr>
          <a:lstStyle/>
          <a:p>
            <a:pPr algn="l">
              <a:lnSpc>
                <a:spcPct val="112000"/>
              </a:lnSpc>
              <a:spcBef>
                <a:spcPts val="0"/>
              </a:spcBef>
              <a:spcAft>
                <a:spcPts val="0"/>
              </a:spcAft>
            </a:pPr>
            <a:r>
              <a:rPr sz="1500" b="1" i="0">
                <a:solidFill>
                  <a:srgbClr val="0E88AE"/>
                </a:solidFill>
                <a:latin typeface="Open Sans"/>
                <a:ea typeface="Noto Sans CJK KR"/>
              </a:rPr>
              <a:t>T13   </a:t>
            </a:r>
            <a:r>
              <a:rPr sz="1500" b="0" i="0">
                <a:solidFill>
                  <a:srgbClr val="4E4F51"/>
                </a:solidFill>
                <a:latin typeface="Open Sans"/>
                <a:ea typeface="Noto Sans CJK KR"/>
              </a:rPr>
              <a:t>두 실행 비교</a:t>
            </a:r>
          </a:p>
        </p:txBody>
      </p:sp>
      <p:sp>
        <p:nvSpPr>
          <p:cNvPr id="33" name="TextBox 32"/>
          <p:cNvSpPr txBox="1"/>
          <p:nvPr/>
        </p:nvSpPr>
        <p:spPr>
          <a:xfrm>
            <a:off x="8055864" y="5056632"/>
            <a:ext cx="3474720" cy="347472"/>
          </a:xfrm>
          <a:prstGeom prst="rect">
            <a:avLst/>
          </a:prstGeom>
          <a:noFill/>
        </p:spPr>
        <p:txBody>
          <a:bodyPr wrap="square" lIns="0" rIns="0" tIns="0" bIns="0" anchor="t">
            <a:spAutoFit/>
          </a:bodyPr>
          <a:lstStyle/>
          <a:p>
            <a:pPr algn="l">
              <a:lnSpc>
                <a:spcPct val="112000"/>
              </a:lnSpc>
              <a:spcBef>
                <a:spcPts val="0"/>
              </a:spcBef>
              <a:spcAft>
                <a:spcPts val="0"/>
              </a:spcAft>
            </a:pPr>
            <a:r>
              <a:rPr sz="1500" b="1" i="0">
                <a:solidFill>
                  <a:srgbClr val="0E88AE"/>
                </a:solidFill>
                <a:latin typeface="Open Sans"/>
                <a:ea typeface="Noto Sans CJK KR"/>
              </a:rPr>
              <a:t>T14   </a:t>
            </a:r>
            <a:r>
              <a:rPr sz="1500" b="0" i="0">
                <a:solidFill>
                  <a:srgbClr val="4E4F51"/>
                </a:solidFill>
                <a:latin typeface="Open Sans"/>
                <a:ea typeface="Noto Sans CJK KR"/>
              </a:rPr>
              <a:t>결과 기반 수정과 재검증</a:t>
            </a:r>
          </a:p>
        </p:txBody>
      </p:sp>
      <p:sp>
        <p:nvSpPr>
          <p:cNvPr id="34" name="TextBox 33"/>
          <p:cNvSpPr txBox="1"/>
          <p:nvPr/>
        </p:nvSpPr>
        <p:spPr>
          <a:xfrm>
            <a:off x="649224" y="5925312"/>
            <a:ext cx="10881360" cy="420624"/>
          </a:xfrm>
          <a:prstGeom prst="rect">
            <a:avLst/>
          </a:prstGeom>
          <a:noFill/>
        </p:spPr>
        <p:txBody>
          <a:bodyPr wrap="square" lIns="0" rIns="0" tIns="0" bIns="0" anchor="t">
            <a:spAutoFit/>
          </a:bodyPr>
          <a:lstStyle/>
          <a:p>
            <a:pPr algn="l">
              <a:lnSpc>
                <a:spcPct val="112000"/>
              </a:lnSpc>
              <a:spcBef>
                <a:spcPts val="0"/>
              </a:spcBef>
              <a:spcAft>
                <a:spcPts val="400"/>
              </a:spcAft>
            </a:pPr>
            <a:r>
              <a:rPr sz="1250" b="0" i="0">
                <a:solidFill>
                  <a:srgbClr val="4E4F51"/>
                </a:solidFill>
                <a:latin typeface="Open Sans"/>
                <a:ea typeface="Noto Sans CJK KR"/>
              </a:rPr>
              <a:t>T00 공통 머리말은 대화를 시작할 때 한 번 붙여 넣는 규칙 6줄입니다. 전체 문구는 워크북 5장에 있습니다.</a:t>
            </a:r>
          </a:p>
        </p:txBody>
      </p:sp>
      <p:sp>
        <p:nvSpPr>
          <p:cNvPr id="35" name="TextBox 34"/>
          <p:cNvSpPr txBox="1"/>
          <p:nvPr/>
        </p:nvSpPr>
        <p:spPr>
          <a:xfrm>
            <a:off x="9784080" y="6373368"/>
            <a:ext cx="1737360" cy="109728"/>
          </a:xfrm>
          <a:prstGeom prst="rect">
            <a:avLst/>
          </a:prstGeom>
          <a:noFill/>
        </p:spPr>
        <p:txBody>
          <a:bodyPr wrap="square" lIns="0" rIns="0" tIns="0" bIns="0" anchor="t">
            <a:spAutoFit/>
          </a:bodyPr>
          <a:lstStyle/>
          <a:p>
            <a:pPr algn="r">
              <a:lnSpc>
                <a:spcPct val="112000"/>
              </a:lnSpc>
              <a:spcBef>
                <a:spcPts val="0"/>
              </a:spcBef>
              <a:spcAft>
                <a:spcPts val="0"/>
              </a:spcAft>
            </a:pPr>
            <a:r>
              <a:rPr sz="750" b="0" i="0">
                <a:solidFill>
                  <a:srgbClr val="4E4F51"/>
                </a:solidFill>
                <a:latin typeface="Open Sans"/>
                <a:ea typeface="Noto Sans CJK KR"/>
              </a:rPr>
              <a:t>워크북 5장</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100" b="0" i="0">
                <a:solidFill>
                  <a:srgbClr val="004C97"/>
                </a:solidFill>
                <a:latin typeface="Open Sans"/>
                <a:ea typeface="Noto Sans CJK KR"/>
              </a:rPr>
              <a:t>T00 공통 머리말: 대화를 시작할 때 한 번</a:t>
            </a:r>
          </a:p>
        </p:txBody>
      </p:sp>
      <p:sp>
        <p:nvSpPr>
          <p:cNvPr id="3" name="TextBox 2"/>
          <p:cNvSpPr txBox="1"/>
          <p:nvPr/>
        </p:nvSpPr>
        <p:spPr>
          <a:xfrm>
            <a:off x="1828800" y="6510528"/>
            <a:ext cx="8046720" cy="210312"/>
          </a:xfrm>
          <a:prstGeom prst="rect">
            <a:avLst/>
          </a:prstGeom>
          <a:noFill/>
        </p:spPr>
        <p:txBody>
          <a:bodyPr wrap="square" lIns="0" rIns="0" tIns="0" bIns="0" anchor="t">
            <a:spAutoFit/>
          </a:bodyPr>
          <a:lstStyle/>
          <a:p>
            <a:pPr algn="l">
              <a:lnSpc>
                <a:spcPct val="112000"/>
              </a:lnSpc>
              <a:spcBef>
                <a:spcPts val="0"/>
              </a:spcBef>
              <a:spcAft>
                <a:spcPts val="0"/>
              </a:spcAft>
            </a:pPr>
            <a:r>
              <a:rPr sz="1000" b="0" i="0">
                <a:solidFill>
                  <a:srgbClr val="FFFFFF"/>
                </a:solidFill>
                <a:latin typeface="Open Sans"/>
                <a:ea typeface="Noto Sans CJK KR"/>
              </a:rPr>
              <a:t>Tosca Commander MCP 입문  |  AI 어시스턴트 실습</a:t>
            </a:r>
          </a:p>
        </p:txBody>
      </p:sp>
      <p:sp>
        <p:nvSpPr>
          <p:cNvPr id="4" name="TextBox 3"/>
          <p:cNvSpPr txBox="1"/>
          <p:nvPr/>
        </p:nvSpPr>
        <p:spPr>
          <a:xfrm>
            <a:off x="11503152" y="6510528"/>
            <a:ext cx="292608" cy="228600"/>
          </a:xfrm>
          <a:prstGeom prst="rect">
            <a:avLst/>
          </a:prstGeom>
          <a:noFill/>
        </p:spPr>
        <p:txBody>
          <a:bodyPr wrap="none" lIns="0" rIns="0" tIns="0" bIns="0">
            <a:spAutoFit/>
          </a:bodyPr>
          <a:lstStyle/>
          <a:p>
            <a:pPr algn="l"/>
            <a:fld id="{5C7A3F71-3D8E-4C1B-9A44-2E5B7D0F6A11}" type="slidenum">
              <a:rPr lang="ko-KR" sz="1100">
                <a:solidFill>
                  <a:srgbClr val="FFFFFF"/>
                </a:solidFill>
                <a:latin typeface="Open Sans"/>
                <a:ea typeface="Noto Sans CJK KR"/>
              </a:rPr>
              <a:t>42</a:t>
            </a:fld>
          </a:p>
        </p:txBody>
      </p:sp>
      <p:sp>
        <p:nvSpPr>
          <p:cNvPr id="5" name="Rectangle 4"/>
          <p:cNvSpPr/>
          <p:nvPr/>
        </p:nvSpPr>
        <p:spPr>
          <a:xfrm>
            <a:off x="649224" y="1298448"/>
            <a:ext cx="10881360" cy="4434840"/>
          </a:xfrm>
          <a:prstGeom prst="rect">
            <a:avLst/>
          </a:prstGeom>
          <a:solidFill>
            <a:srgbClr val="F1F5F9"/>
          </a:solidFill>
          <a:ln w="10160">
            <a:solidFill>
              <a:srgbClr val="DCE5E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0392" y="1444751"/>
            <a:ext cx="10479024" cy="274320"/>
          </a:xfrm>
          <a:prstGeom prst="rect">
            <a:avLst/>
          </a:prstGeom>
          <a:noFill/>
        </p:spPr>
        <p:txBody>
          <a:bodyPr wrap="square" lIns="0" rIns="0" tIns="0" bIns="0" anchor="t">
            <a:spAutoFit/>
          </a:bodyPr>
          <a:lstStyle/>
          <a:p>
            <a:pPr algn="l">
              <a:lnSpc>
                <a:spcPct val="112000"/>
              </a:lnSpc>
              <a:spcBef>
                <a:spcPts val="0"/>
              </a:spcBef>
              <a:spcAft>
                <a:spcPts val="0"/>
              </a:spcAft>
            </a:pPr>
            <a:r>
              <a:rPr sz="1300" b="1" i="0">
                <a:solidFill>
                  <a:srgbClr val="0E88AE"/>
                </a:solidFill>
                <a:latin typeface="Open Sans"/>
                <a:ea typeface="Noto Sans CJK KR"/>
              </a:rPr>
              <a:t>T00 공통 머리말</a:t>
            </a:r>
          </a:p>
        </p:txBody>
      </p:sp>
      <p:sp>
        <p:nvSpPr>
          <p:cNvPr id="7" name="TextBox 6"/>
          <p:cNvSpPr txBox="1"/>
          <p:nvPr/>
        </p:nvSpPr>
        <p:spPr>
          <a:xfrm>
            <a:off x="850392" y="1801368"/>
            <a:ext cx="10479024" cy="3813048"/>
          </a:xfrm>
          <a:prstGeom prst="rect">
            <a:avLst/>
          </a:prstGeom>
          <a:noFill/>
        </p:spPr>
        <p:txBody>
          <a:bodyPr wrap="square" lIns="0" rIns="0" tIns="0" bIns="0" anchor="t">
            <a:spAutoFit/>
          </a:bodyPr>
          <a:lstStyle/>
          <a:p>
            <a:pPr algn="l">
              <a:lnSpc>
                <a:spcPct val="108000"/>
              </a:lnSpc>
              <a:spcBef>
                <a:spcPts val="0"/>
              </a:spcBef>
              <a:spcAft>
                <a:spcPts val="200"/>
              </a:spcAft>
            </a:pPr>
            <a:r>
              <a:rPr sz="1700" b="0" i="0">
                <a:solidFill>
                  <a:srgbClr val="4E4F51"/>
                </a:solidFill>
                <a:latin typeface="Open Sans"/>
                <a:ea typeface="Noto Sans CJK KR"/>
              </a:rPr>
              <a:t>앞으로 Tosca Commander MCP(tosca-commander)로 작업할 거야. 아래 규칙을 지켜줘.</a:t>
            </a:r>
          </a:p>
          <a:p>
            <a:pPr algn="l">
              <a:lnSpc>
                <a:spcPct val="108000"/>
              </a:lnSpc>
              <a:spcBef>
                <a:spcPts val="0"/>
              </a:spcBef>
              <a:spcAft>
                <a:spcPts val="200"/>
              </a:spcAft>
            </a:pPr>
            <a:r>
              <a:rPr sz="1700" b="0" i="0">
                <a:solidFill>
                  <a:srgbClr val="4E4F51"/>
                </a:solidFill>
                <a:latin typeface="Open Sans"/>
                <a:ea typeface="Noto Sans CJK KR"/>
              </a:rPr>
              <a:t>1. 객체는 내가 적은 경로로 찾고, Commander 화면에서 선택된 객체에 기대지 마.</a:t>
            </a:r>
          </a:p>
          <a:p>
            <a:pPr algn="l">
              <a:lnSpc>
                <a:spcPct val="108000"/>
              </a:lnSpc>
              <a:spcBef>
                <a:spcPts val="0"/>
              </a:spcBef>
              <a:spcAft>
                <a:spcPts val="200"/>
              </a:spcAft>
            </a:pPr>
            <a:r>
              <a:rPr sz="1700" b="0" i="0">
                <a:solidFill>
                  <a:srgbClr val="4E4F51"/>
                </a:solidFill>
                <a:latin typeface="Open Sans"/>
                <a:ea typeface="Noto Sans CJK KR"/>
              </a:rPr>
              <a:t>2. 무언가를 만들거나 바꾸기 전에는 쓸 도구와 대상을 표로 보여주고 내 승인을 기다려.</a:t>
            </a:r>
          </a:p>
          <a:p>
            <a:pPr algn="l">
              <a:lnSpc>
                <a:spcPct val="108000"/>
              </a:lnSpc>
              <a:spcBef>
                <a:spcPts val="0"/>
              </a:spcBef>
              <a:spcAft>
                <a:spcPts val="200"/>
              </a:spcAft>
            </a:pPr>
            <a:r>
              <a:rPr sz="1700" b="0" i="0">
                <a:solidFill>
                  <a:srgbClr val="4E4F51"/>
                </a:solidFill>
                <a:latin typeface="Open Sans"/>
                <a:ea typeface="Noto Sans CJK KR"/>
              </a:rPr>
              <a:t>3. 삭제, 체크인, Checkout Tree는 따로 한 번 더 확인받아.</a:t>
            </a:r>
          </a:p>
          <a:p>
            <a:pPr algn="l">
              <a:lnSpc>
                <a:spcPct val="108000"/>
              </a:lnSpc>
              <a:spcBef>
                <a:spcPts val="0"/>
              </a:spcBef>
              <a:spcAft>
                <a:spcPts val="200"/>
              </a:spcAft>
            </a:pPr>
            <a:r>
              <a:rPr sz="1700" b="0" i="0">
                <a:solidFill>
                  <a:srgbClr val="4E4F51"/>
                </a:solidFill>
                <a:latin typeface="Open Sans"/>
                <a:ea typeface="Noto Sans CJK KR"/>
              </a:rPr>
              <a:t>4. UI 모듈을 새로 스캔하지 마. 필요한 모듈이 없으면 없다고 알려줘.</a:t>
            </a:r>
          </a:p>
          <a:p>
            <a:pPr algn="l">
              <a:lnSpc>
                <a:spcPct val="108000"/>
              </a:lnSpc>
              <a:spcBef>
                <a:spcPts val="0"/>
              </a:spcBef>
              <a:spcAft>
                <a:spcPts val="200"/>
              </a:spcAft>
            </a:pPr>
            <a:r>
              <a:rPr sz="1700" b="0" i="0">
                <a:solidFill>
                  <a:srgbClr val="4E4F51"/>
                </a:solidFill>
                <a:latin typeface="Open Sans"/>
                <a:ea typeface="Noto Sans CJK KR"/>
              </a:rPr>
              <a:t>5. 이름, 설명, 작업 상태(TestCaseWorkState)는 메뉴 작업 말고 속성 변경(set_attribute)으로 바꿔.</a:t>
            </a:r>
          </a:p>
          <a:p>
            <a:pPr algn="l">
              <a:lnSpc>
                <a:spcPct val="108000"/>
              </a:lnSpc>
              <a:spcBef>
                <a:spcPts val="0"/>
              </a:spcBef>
              <a:spcAft>
                <a:spcPts val="200"/>
              </a:spcAft>
            </a:pPr>
            <a:r>
              <a:rPr sz="1700" b="0" i="0">
                <a:solidFill>
                  <a:srgbClr val="4E4F51"/>
                </a:solidFill>
                <a:latin typeface="Open Sans"/>
                <a:ea typeface="Noto Sans CJK KR"/>
              </a:rPr>
              <a:t>6. 작업이 끝나면 바뀐 객체와 경로를 정리하고, 저장했는지 알려줘.</a:t>
            </a:r>
          </a:p>
        </p:txBody>
      </p:sp>
      <p:sp>
        <p:nvSpPr>
          <p:cNvPr id="8" name="TextBox 7"/>
          <p:cNvSpPr txBox="1"/>
          <p:nvPr/>
        </p:nvSpPr>
        <p:spPr>
          <a:xfrm>
            <a:off x="649224" y="5925312"/>
            <a:ext cx="10881360" cy="420624"/>
          </a:xfrm>
          <a:prstGeom prst="rect">
            <a:avLst/>
          </a:prstGeom>
          <a:noFill/>
        </p:spPr>
        <p:txBody>
          <a:bodyPr wrap="square" lIns="0" rIns="0" tIns="0" bIns="0" anchor="t">
            <a:spAutoFit/>
          </a:bodyPr>
          <a:lstStyle/>
          <a:p>
            <a:pPr algn="l">
              <a:lnSpc>
                <a:spcPct val="112000"/>
              </a:lnSpc>
              <a:spcBef>
                <a:spcPts val="0"/>
              </a:spcBef>
              <a:spcAft>
                <a:spcPts val="400"/>
              </a:spcAft>
            </a:pPr>
            <a:r>
              <a:rPr sz="1250" b="0" i="0">
                <a:solidFill>
                  <a:srgbClr val="4E4F51"/>
                </a:solidFill>
                <a:latin typeface="Open Sans"/>
                <a:ea typeface="Noto Sans CJK KR"/>
              </a:rPr>
              <a:t>스킬팩 지침이 짧게 설치되는 VS Code나 Claude Desktop에서는 T00을 꼭 붙여 넣으세요.</a:t>
            </a:r>
          </a:p>
        </p:txBody>
      </p:sp>
      <p:sp>
        <p:nvSpPr>
          <p:cNvPr id="9" name="TextBox 8"/>
          <p:cNvSpPr txBox="1"/>
          <p:nvPr/>
        </p:nvSpPr>
        <p:spPr>
          <a:xfrm>
            <a:off x="9784080" y="6373368"/>
            <a:ext cx="1737360" cy="109728"/>
          </a:xfrm>
          <a:prstGeom prst="rect">
            <a:avLst/>
          </a:prstGeom>
          <a:noFill/>
        </p:spPr>
        <p:txBody>
          <a:bodyPr wrap="square" lIns="0" rIns="0" tIns="0" bIns="0" anchor="t">
            <a:spAutoFit/>
          </a:bodyPr>
          <a:lstStyle/>
          <a:p>
            <a:pPr algn="r">
              <a:lnSpc>
                <a:spcPct val="112000"/>
              </a:lnSpc>
              <a:spcBef>
                <a:spcPts val="0"/>
              </a:spcBef>
              <a:spcAft>
                <a:spcPts val="0"/>
              </a:spcAft>
            </a:pPr>
            <a:r>
              <a:rPr sz="750" b="0" i="0">
                <a:solidFill>
                  <a:srgbClr val="4E4F51"/>
                </a:solidFill>
                <a:latin typeface="Open Sans"/>
                <a:ea typeface="Noto Sans CJK KR"/>
              </a:rPr>
              <a:t>워크북 5장 T00</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6" name="Title 5"/>
          <p:cNvSpPr>
            <a:spLocks noGrp="1"/>
          </p:cNvSpPr>
          <p:nvPr>
            <p:ph type="title"/>
          </p:nvPr>
        </p:nvSpPr>
        <p:spPr/>
        <p:txBody>
          <a:bodyPr/>
          <a:lstStyle/>
          <a:p>
            <a:r>
              <a:rPr sz="2800" b="0" i="0">
                <a:solidFill>
                  <a:srgbClr val="004C97"/>
                </a:solidFill>
                <a:latin typeface="Open Sans"/>
                <a:ea typeface="Noto Sans CJK KR"/>
              </a:rPr>
              <a:t>템플릿 하나 뜯어보기: T06 자동 테스트케이스 작성</a:t>
            </a:r>
          </a:p>
        </p:txBody>
      </p:sp>
      <p:sp>
        <p:nvSpPr>
          <p:cNvPr id="7" name="TextBox 6"/>
          <p:cNvSpPr txBox="1"/>
          <p:nvPr/>
        </p:nvSpPr>
        <p:spPr>
          <a:xfrm>
            <a:off x="1828800" y="6510528"/>
            <a:ext cx="8046720" cy="210312"/>
          </a:xfrm>
          <a:prstGeom prst="rect">
            <a:avLst/>
          </a:prstGeom>
          <a:noFill/>
        </p:spPr>
        <p:txBody>
          <a:bodyPr wrap="square" lIns="0" rIns="0" tIns="0" bIns="0" anchor="t">
            <a:spAutoFit/>
          </a:bodyPr>
          <a:lstStyle/>
          <a:p>
            <a:pPr algn="l">
              <a:lnSpc>
                <a:spcPct val="112000"/>
              </a:lnSpc>
              <a:spcBef>
                <a:spcPts val="0"/>
              </a:spcBef>
              <a:spcAft>
                <a:spcPts val="0"/>
              </a:spcAft>
            </a:pPr>
            <a:r>
              <a:rPr sz="1000" b="0" i="0">
                <a:solidFill>
                  <a:srgbClr val="FFFFFF"/>
                </a:solidFill>
                <a:latin typeface="Open Sans"/>
                <a:ea typeface="Noto Sans CJK KR"/>
              </a:rPr>
              <a:t>Tosca Commander MCP 입문  |  AI 어시스턴트 실습</a:t>
            </a:r>
          </a:p>
        </p:txBody>
      </p:sp>
      <p:sp>
        <p:nvSpPr>
          <p:cNvPr id="8" name="TextBox 7"/>
          <p:cNvSpPr txBox="1"/>
          <p:nvPr/>
        </p:nvSpPr>
        <p:spPr>
          <a:xfrm>
            <a:off x="11503152" y="6510528"/>
            <a:ext cx="292608" cy="228600"/>
          </a:xfrm>
          <a:prstGeom prst="rect">
            <a:avLst/>
          </a:prstGeom>
          <a:noFill/>
        </p:spPr>
        <p:txBody>
          <a:bodyPr wrap="none" lIns="0" rIns="0" tIns="0" bIns="0">
            <a:spAutoFit/>
          </a:bodyPr>
          <a:lstStyle/>
          <a:p>
            <a:pPr algn="l"/>
            <a:fld id="{5C7A3F71-3D8E-4C1B-9A44-2E5B7D0F6A11}" type="slidenum">
              <a:rPr lang="ko-KR" sz="1100">
                <a:solidFill>
                  <a:srgbClr val="FFFFFF"/>
                </a:solidFill>
                <a:latin typeface="Open Sans"/>
                <a:ea typeface="Noto Sans CJK KR"/>
              </a:rPr>
              <a:t>43</a:t>
            </a:fld>
          </a:p>
        </p:txBody>
      </p:sp>
      <p:sp>
        <p:nvSpPr>
          <p:cNvPr id="9" name="Rectangle 8"/>
          <p:cNvSpPr/>
          <p:nvPr/>
        </p:nvSpPr>
        <p:spPr>
          <a:xfrm>
            <a:off x="649224" y="1298448"/>
            <a:ext cx="6492240" cy="4480560"/>
          </a:xfrm>
          <a:prstGeom prst="rect">
            <a:avLst/>
          </a:prstGeom>
          <a:solidFill>
            <a:srgbClr val="F1F5F9"/>
          </a:solidFill>
          <a:ln w="10160">
            <a:solidFill>
              <a:srgbClr val="DCE5E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50392" y="1444751"/>
            <a:ext cx="6089903" cy="274320"/>
          </a:xfrm>
          <a:prstGeom prst="rect">
            <a:avLst/>
          </a:prstGeom>
          <a:noFill/>
        </p:spPr>
        <p:txBody>
          <a:bodyPr wrap="square" lIns="0" rIns="0" tIns="0" bIns="0" anchor="t">
            <a:spAutoFit/>
          </a:bodyPr>
          <a:lstStyle/>
          <a:p>
            <a:pPr algn="l">
              <a:lnSpc>
                <a:spcPct val="112000"/>
              </a:lnSpc>
              <a:spcBef>
                <a:spcPts val="0"/>
              </a:spcBef>
              <a:spcAft>
                <a:spcPts val="0"/>
              </a:spcAft>
            </a:pPr>
            <a:r>
              <a:rPr sz="1300" b="1" i="0">
                <a:solidFill>
                  <a:srgbClr val="0E88AE"/>
                </a:solidFill>
                <a:latin typeface="Open Sans"/>
                <a:ea typeface="Noto Sans CJK KR"/>
              </a:rPr>
              <a:t>T06 본문</a:t>
            </a:r>
          </a:p>
        </p:txBody>
      </p:sp>
      <p:sp>
        <p:nvSpPr>
          <p:cNvPr id="11" name="TextBox 10"/>
          <p:cNvSpPr txBox="1"/>
          <p:nvPr/>
        </p:nvSpPr>
        <p:spPr>
          <a:xfrm>
            <a:off x="850392" y="1801368"/>
            <a:ext cx="6089903" cy="3858768"/>
          </a:xfrm>
          <a:prstGeom prst="rect">
            <a:avLst/>
          </a:prstGeom>
          <a:noFill/>
        </p:spPr>
        <p:txBody>
          <a:bodyPr wrap="square" lIns="0" rIns="0" tIns="0" bIns="0" anchor="t">
            <a:spAutoFit/>
          </a:bodyPr>
          <a:lstStyle/>
          <a:p>
            <a:pPr algn="l">
              <a:lnSpc>
                <a:spcPct val="108000"/>
              </a:lnSpc>
              <a:spcBef>
                <a:spcPts val="0"/>
              </a:spcBef>
              <a:spcAft>
                <a:spcPts val="200"/>
              </a:spcAft>
            </a:pPr>
            <a:r>
              <a:rPr sz="1500" b="1" i="0">
                <a:solidFill>
                  <a:srgbClr val="004C97"/>
                </a:solidFill>
                <a:latin typeface="Open Sans"/>
                <a:ea typeface="Noto Sans CJK KR"/>
              </a:rPr>
              <a:t>[폴더 경로]</a:t>
            </a:r>
            <a:r>
              <a:rPr sz="1500" b="0" i="0">
                <a:solidFill>
                  <a:srgbClr val="4E4F51"/>
                </a:solidFill>
                <a:latin typeface="Open Sans"/>
                <a:ea typeface="Noto Sans CJK KR"/>
              </a:rPr>
              <a:t>에 '</a:t>
            </a:r>
            <a:r>
              <a:rPr sz="1500" b="1" i="0">
                <a:solidFill>
                  <a:srgbClr val="004C97"/>
                </a:solidFill>
                <a:latin typeface="Open Sans"/>
                <a:ea typeface="Noto Sans CJK KR"/>
              </a:rPr>
              <a:t>[테스트케이스 이름]</a:t>
            </a:r>
            <a:r>
              <a:rPr sz="1500" b="0" i="0">
                <a:solidFill>
                  <a:srgbClr val="4E4F51"/>
                </a:solidFill>
                <a:latin typeface="Open Sans"/>
                <a:ea typeface="Noto Sans CJK KR"/>
              </a:rPr>
              <a:t>' 자동화 테스트케이스를 만들려고 해. 아직 만들지 말고 계획만 보여줘.</a:t>
            </a:r>
          </a:p>
          <a:p>
            <a:pPr algn="l">
              <a:lnSpc>
                <a:spcPct val="108000"/>
              </a:lnSpc>
              <a:spcBef>
                <a:spcPts val="0"/>
              </a:spcBef>
              <a:spcAft>
                <a:spcPts val="200"/>
              </a:spcAft>
            </a:pPr>
            <a:r>
              <a:rPr sz="1500" b="0" i="0">
                <a:solidFill>
                  <a:srgbClr val="4E4F51"/>
                </a:solidFill>
                <a:latin typeface="Open Sans"/>
                <a:ea typeface="Noto Sans CJK KR"/>
              </a:rPr>
              <a:t>- 모듈 범위: </a:t>
            </a:r>
            <a:r>
              <a:rPr sz="1500" b="1" i="0">
                <a:solidFill>
                  <a:srgbClr val="004C97"/>
                </a:solidFill>
                <a:latin typeface="Open Sans"/>
                <a:ea typeface="Noto Sans CJK KR"/>
              </a:rPr>
              <a:t>[모듈 폴더 경로]</a:t>
            </a:r>
            <a:r>
              <a:rPr sz="1500" b="0" i="0">
                <a:solidFill>
                  <a:srgbClr val="4E4F51"/>
                </a:solidFill>
                <a:latin typeface="Open Sans"/>
                <a:ea typeface="Noto Sans CJK KR"/>
              </a:rPr>
              <a:t>와 </a:t>
            </a:r>
            <a:r>
              <a:rPr sz="1500" b="1" i="0">
                <a:solidFill>
                  <a:srgbClr val="004C97"/>
                </a:solidFill>
                <a:latin typeface="Open Sans"/>
                <a:ea typeface="Noto Sans CJK KR"/>
              </a:rPr>
              <a:t>[표준 모듈]</a:t>
            </a:r>
            <a:r>
              <a:rPr sz="1500" b="0" i="0">
                <a:solidFill>
                  <a:srgbClr val="4E4F51"/>
                </a:solidFill>
                <a:latin typeface="Open Sans"/>
                <a:ea typeface="Noto Sans CJK KR"/>
              </a:rPr>
              <a:t>에서만 찾아. 새로 스캔하지 마.</a:t>
            </a:r>
          </a:p>
          <a:p>
            <a:pPr algn="l">
              <a:lnSpc>
                <a:spcPct val="108000"/>
              </a:lnSpc>
              <a:spcBef>
                <a:spcPts val="0"/>
              </a:spcBef>
              <a:spcAft>
                <a:spcPts val="200"/>
              </a:spcAft>
            </a:pPr>
            <a:r>
              <a:rPr sz="1500" b="0" i="0">
                <a:solidFill>
                  <a:srgbClr val="4E4F51"/>
                </a:solidFill>
                <a:latin typeface="Open Sans"/>
                <a:ea typeface="Noto Sans CJK KR"/>
              </a:rPr>
              <a:t>- 시나리오:</a:t>
            </a:r>
          </a:p>
          <a:p>
            <a:pPr algn="l">
              <a:lnSpc>
                <a:spcPct val="108000"/>
              </a:lnSpc>
              <a:spcBef>
                <a:spcPts val="0"/>
              </a:spcBef>
              <a:spcAft>
                <a:spcPts val="200"/>
              </a:spcAft>
            </a:pPr>
            <a:r>
              <a:rPr sz="1500" b="0" i="0">
                <a:solidFill>
                  <a:srgbClr val="4E4F51"/>
                </a:solidFill>
                <a:latin typeface="Open Sans"/>
                <a:ea typeface="Noto Sans CJK KR"/>
              </a:rPr>
              <a:t>  1. </a:t>
            </a:r>
            <a:r>
              <a:rPr sz="1500" b="1" i="0">
                <a:solidFill>
                  <a:srgbClr val="004C97"/>
                </a:solidFill>
                <a:latin typeface="Open Sans"/>
                <a:ea typeface="Noto Sans CJK KR"/>
              </a:rPr>
              <a:t>[동작]</a:t>
            </a:r>
          </a:p>
          <a:p>
            <a:pPr algn="l">
              <a:lnSpc>
                <a:spcPct val="108000"/>
              </a:lnSpc>
              <a:spcBef>
                <a:spcPts val="0"/>
              </a:spcBef>
              <a:spcAft>
                <a:spcPts val="200"/>
              </a:spcAft>
            </a:pPr>
            <a:r>
              <a:rPr sz="1500" b="0" i="0">
                <a:solidFill>
                  <a:srgbClr val="4E4F51"/>
                </a:solidFill>
                <a:latin typeface="Open Sans"/>
                <a:ea typeface="Noto Sans CJK KR"/>
              </a:rPr>
              <a:t>  2. </a:t>
            </a:r>
            <a:r>
              <a:rPr sz="1500" b="1" i="0">
                <a:solidFill>
                  <a:srgbClr val="004C97"/>
                </a:solidFill>
                <a:latin typeface="Open Sans"/>
                <a:ea typeface="Noto Sans CJK KR"/>
              </a:rPr>
              <a:t>[동작]</a:t>
            </a:r>
          </a:p>
          <a:p>
            <a:pPr algn="l">
              <a:lnSpc>
                <a:spcPct val="108000"/>
              </a:lnSpc>
              <a:spcBef>
                <a:spcPts val="0"/>
              </a:spcBef>
              <a:spcAft>
                <a:spcPts val="200"/>
              </a:spcAft>
            </a:pPr>
            <a:r>
              <a:rPr sz="1500" b="0" i="0">
                <a:solidFill>
                  <a:srgbClr val="4E4F51"/>
                </a:solidFill>
                <a:latin typeface="Open Sans"/>
                <a:ea typeface="Noto Sans CJK KR"/>
              </a:rPr>
              <a:t>- 검증: </a:t>
            </a:r>
            <a:r>
              <a:rPr sz="1500" b="1" i="0">
                <a:solidFill>
                  <a:srgbClr val="004C97"/>
                </a:solidFill>
                <a:latin typeface="Open Sans"/>
                <a:ea typeface="Noto Sans CJK KR"/>
              </a:rPr>
              <a:t>[어떤 화면 요소를 어떤 값으로 Verify]</a:t>
            </a:r>
          </a:p>
          <a:p>
            <a:pPr algn="l">
              <a:lnSpc>
                <a:spcPct val="108000"/>
              </a:lnSpc>
              <a:spcBef>
                <a:spcPts val="0"/>
              </a:spcBef>
              <a:spcAft>
                <a:spcPts val="200"/>
              </a:spcAft>
            </a:pPr>
            <a:r>
              <a:rPr sz="1500" b="0" i="0">
                <a:solidFill>
                  <a:srgbClr val="4E4F51"/>
                </a:solidFill>
                <a:latin typeface="Open Sans"/>
                <a:ea typeface="Noto Sans CJK KR"/>
              </a:rPr>
              <a:t>- 재사용할 값: </a:t>
            </a:r>
            <a:r>
              <a:rPr sz="1500" b="1" i="0">
                <a:solidFill>
                  <a:srgbClr val="004C97"/>
                </a:solidFill>
                <a:latin typeface="Open Sans"/>
                <a:ea typeface="Noto Sans CJK KR"/>
              </a:rPr>
              <a:t>[버퍼 이름과 대상, 없으면 없음]</a:t>
            </a:r>
          </a:p>
          <a:p>
            <a:pPr algn="l">
              <a:lnSpc>
                <a:spcPct val="108000"/>
              </a:lnSpc>
              <a:spcBef>
                <a:spcPts val="0"/>
              </a:spcBef>
              <a:spcAft>
                <a:spcPts val="200"/>
              </a:spcAft>
            </a:pPr>
            <a:r>
              <a:rPr sz="1500" b="0" i="0">
                <a:solidFill>
                  <a:srgbClr val="4E4F51"/>
                </a:solidFill>
                <a:latin typeface="Open Sans"/>
                <a:ea typeface="Noto Sans CJK KR"/>
              </a:rPr>
              <a:t>스텝별로 모듈, 속성, 값, ActionMode를 표로 보여주고, 맞는 모듈이 없는 스텝은 따로 표시해줘.</a:t>
            </a:r>
          </a:p>
        </p:txBody>
      </p:sp>
      <p:sp>
        <p:nvSpPr>
          <p:cNvPr id="12" name="TextBox 11"/>
          <p:cNvSpPr txBox="1"/>
          <p:nvPr/>
        </p:nvSpPr>
        <p:spPr>
          <a:xfrm>
            <a:off x="7406640" y="1298448"/>
            <a:ext cx="4114800" cy="329184"/>
          </a:xfrm>
          <a:prstGeom prst="rect">
            <a:avLst/>
          </a:prstGeom>
          <a:noFill/>
        </p:spPr>
        <p:txBody>
          <a:bodyPr wrap="square" lIns="0" rIns="0" tIns="0" bIns="0" anchor="t">
            <a:spAutoFit/>
          </a:bodyPr>
          <a:lstStyle/>
          <a:p>
            <a:pPr algn="l">
              <a:lnSpc>
                <a:spcPct val="112000"/>
              </a:lnSpc>
              <a:spcBef>
                <a:spcPts val="0"/>
              </a:spcBef>
              <a:spcAft>
                <a:spcPts val="400"/>
              </a:spcAft>
            </a:pPr>
            <a:r>
              <a:rPr sz="1600" b="1" i="0">
                <a:solidFill>
                  <a:srgbClr val="004C97"/>
                </a:solidFill>
                <a:latin typeface="Open Sans"/>
                <a:ea typeface="Noto Sans CJK KR"/>
              </a:rPr>
              <a:t>언제 쓰나</a:t>
            </a:r>
          </a:p>
        </p:txBody>
      </p:sp>
      <p:sp>
        <p:nvSpPr>
          <p:cNvPr id="13" name="TextBox 12"/>
          <p:cNvSpPr txBox="1"/>
          <p:nvPr/>
        </p:nvSpPr>
        <p:spPr>
          <a:xfrm>
            <a:off x="7406640" y="1645919"/>
            <a:ext cx="4114800" cy="595335"/>
          </a:xfrm>
          <a:prstGeom prst="rect">
            <a:avLst/>
          </a:prstGeom>
          <a:noFill/>
        </p:spPr>
        <p:txBody>
          <a:bodyPr wrap="square" lIns="0" rIns="0" tIns="0" bIns="0" anchor="t">
            <a:spAutoFit/>
          </a:bodyPr>
          <a:lstStyle/>
          <a:p>
            <a:pPr algn="l">
              <a:lnSpc>
                <a:spcPct val="112000"/>
              </a:lnSpc>
              <a:spcBef>
                <a:spcPts val="0"/>
              </a:spcBef>
              <a:spcAft>
                <a:spcPts val="400"/>
              </a:spcAft>
            </a:pPr>
            <a:r>
              <a:rPr sz="1400" b="0" i="0">
                <a:solidFill>
                  <a:srgbClr val="4E4F51"/>
                </a:solidFill>
                <a:latin typeface="Open Sans"/>
                <a:ea typeface="Noto Sans CJK KR"/>
              </a:rPr>
              <a:t>시나리오 문장으로 자동화 테스트케이스 초안을 만들 때</a:t>
            </a:r>
          </a:p>
        </p:txBody>
      </p:sp>
      <p:sp>
        <p:nvSpPr>
          <p:cNvPr id="14" name="TextBox 13"/>
          <p:cNvSpPr txBox="1"/>
          <p:nvPr/>
        </p:nvSpPr>
        <p:spPr>
          <a:xfrm>
            <a:off x="7406640" y="2442423"/>
            <a:ext cx="4114800" cy="329184"/>
          </a:xfrm>
          <a:prstGeom prst="rect">
            <a:avLst/>
          </a:prstGeom>
          <a:noFill/>
        </p:spPr>
        <p:txBody>
          <a:bodyPr wrap="square" lIns="0" rIns="0" tIns="0" bIns="0" anchor="t">
            <a:spAutoFit/>
          </a:bodyPr>
          <a:lstStyle/>
          <a:p>
            <a:pPr algn="l">
              <a:lnSpc>
                <a:spcPct val="112000"/>
              </a:lnSpc>
              <a:spcBef>
                <a:spcPts val="0"/>
              </a:spcBef>
              <a:spcAft>
                <a:spcPts val="400"/>
              </a:spcAft>
            </a:pPr>
            <a:r>
              <a:rPr sz="1600" b="1" i="0">
                <a:solidFill>
                  <a:srgbClr val="004C97"/>
                </a:solidFill>
                <a:latin typeface="Open Sans"/>
                <a:ea typeface="Noto Sans CJK KR"/>
              </a:rPr>
              <a:t>공식 워크플로</a:t>
            </a:r>
          </a:p>
        </p:txBody>
      </p:sp>
      <p:sp>
        <p:nvSpPr>
          <p:cNvPr id="15" name="TextBox 14"/>
          <p:cNvSpPr txBox="1"/>
          <p:nvPr/>
        </p:nvSpPr>
        <p:spPr>
          <a:xfrm>
            <a:off x="7406640" y="2789895"/>
            <a:ext cx="4114800" cy="300898"/>
          </a:xfrm>
          <a:prstGeom prst="rect">
            <a:avLst/>
          </a:prstGeom>
          <a:noFill/>
        </p:spPr>
        <p:txBody>
          <a:bodyPr wrap="square" lIns="0" rIns="0" tIns="0" bIns="0" anchor="t">
            <a:spAutoFit/>
          </a:bodyPr>
          <a:lstStyle/>
          <a:p>
            <a:pPr algn="l">
              <a:lnSpc>
                <a:spcPct val="112000"/>
              </a:lnSpc>
              <a:spcBef>
                <a:spcPts val="0"/>
              </a:spcBef>
              <a:spcAft>
                <a:spcPts val="400"/>
              </a:spcAft>
            </a:pPr>
            <a:r>
              <a:rPr sz="1300" b="0" i="0">
                <a:solidFill>
                  <a:srgbClr val="4E4F51"/>
                </a:solidFill>
                <a:latin typeface="Consolas"/>
                <a:ea typeface="Noto Sans CJK KR"/>
              </a:rPr>
              <a:t>author-automated-test-case.md</a:t>
            </a:r>
          </a:p>
        </p:txBody>
      </p:sp>
      <p:sp>
        <p:nvSpPr>
          <p:cNvPr id="16" name="TextBox 15"/>
          <p:cNvSpPr txBox="1"/>
          <p:nvPr/>
        </p:nvSpPr>
        <p:spPr>
          <a:xfrm>
            <a:off x="7406640" y="3291961"/>
            <a:ext cx="4114800" cy="329184"/>
          </a:xfrm>
          <a:prstGeom prst="rect">
            <a:avLst/>
          </a:prstGeom>
          <a:noFill/>
        </p:spPr>
        <p:txBody>
          <a:bodyPr wrap="square" lIns="0" rIns="0" tIns="0" bIns="0" anchor="t">
            <a:spAutoFit/>
          </a:bodyPr>
          <a:lstStyle/>
          <a:p>
            <a:pPr algn="l">
              <a:lnSpc>
                <a:spcPct val="112000"/>
              </a:lnSpc>
              <a:spcBef>
                <a:spcPts val="0"/>
              </a:spcBef>
              <a:spcAft>
                <a:spcPts val="400"/>
              </a:spcAft>
            </a:pPr>
            <a:r>
              <a:rPr sz="1600" b="1" i="0">
                <a:solidFill>
                  <a:srgbClr val="004C97"/>
                </a:solidFill>
                <a:latin typeface="Open Sans"/>
                <a:ea typeface="Noto Sans CJK KR"/>
              </a:rPr>
              <a:t>AI가 주로 쓰는 도구</a:t>
            </a:r>
          </a:p>
        </p:txBody>
      </p:sp>
      <p:sp>
        <p:nvSpPr>
          <p:cNvPr id="17" name="TextBox 16"/>
          <p:cNvSpPr txBox="1"/>
          <p:nvPr/>
        </p:nvSpPr>
        <p:spPr>
          <a:xfrm>
            <a:off x="7406640" y="3639433"/>
            <a:ext cx="4114800" cy="752368"/>
          </a:xfrm>
          <a:prstGeom prst="rect">
            <a:avLst/>
          </a:prstGeom>
          <a:noFill/>
        </p:spPr>
        <p:txBody>
          <a:bodyPr wrap="square" lIns="0" rIns="0" tIns="0" bIns="0" anchor="t">
            <a:spAutoFit/>
          </a:bodyPr>
          <a:lstStyle/>
          <a:p>
            <a:pPr algn="l">
              <a:lnSpc>
                <a:spcPct val="112000"/>
              </a:lnSpc>
              <a:spcBef>
                <a:spcPts val="0"/>
              </a:spcBef>
              <a:spcAft>
                <a:spcPts val="400"/>
              </a:spcAft>
            </a:pPr>
            <a:r>
              <a:rPr sz="1200" b="0" i="0">
                <a:solidFill>
                  <a:srgbClr val="4E4F51"/>
                </a:solidFill>
                <a:latin typeface="Consolas"/>
                <a:ea typeface="Noto Sans CJK KR"/>
              </a:rPr>
              <a:t>list_assets, get_object_info, create_test_cases, set_attribute, execute_test_suite, execute_test_suite_status</a:t>
            </a:r>
          </a:p>
        </p:txBody>
      </p:sp>
      <p:sp>
        <p:nvSpPr>
          <p:cNvPr id="18" name="TextBox 17"/>
          <p:cNvSpPr txBox="1"/>
          <p:nvPr/>
        </p:nvSpPr>
        <p:spPr>
          <a:xfrm>
            <a:off x="7406640" y="4592970"/>
            <a:ext cx="4114800" cy="329184"/>
          </a:xfrm>
          <a:prstGeom prst="rect">
            <a:avLst/>
          </a:prstGeom>
          <a:noFill/>
        </p:spPr>
        <p:txBody>
          <a:bodyPr wrap="square" lIns="0" rIns="0" tIns="0" bIns="0" anchor="t">
            <a:spAutoFit/>
          </a:bodyPr>
          <a:lstStyle/>
          <a:p>
            <a:pPr algn="l">
              <a:lnSpc>
                <a:spcPct val="112000"/>
              </a:lnSpc>
              <a:spcBef>
                <a:spcPts val="0"/>
              </a:spcBef>
              <a:spcAft>
                <a:spcPts val="400"/>
              </a:spcAft>
            </a:pPr>
            <a:r>
              <a:rPr sz="1600" b="1" i="0">
                <a:solidFill>
                  <a:srgbClr val="004C97"/>
                </a:solidFill>
                <a:latin typeface="Open Sans"/>
                <a:ea typeface="Noto Sans CJK KR"/>
              </a:rPr>
              <a:t>확인할 점</a:t>
            </a:r>
          </a:p>
        </p:txBody>
      </p:sp>
      <p:sp>
        <p:nvSpPr>
          <p:cNvPr id="19" name="TextBox 18"/>
          <p:cNvSpPr txBox="1"/>
          <p:nvPr/>
        </p:nvSpPr>
        <p:spPr>
          <a:xfrm>
            <a:off x="7406640" y="4940442"/>
            <a:ext cx="4114800" cy="1066434"/>
          </a:xfrm>
          <a:prstGeom prst="rect">
            <a:avLst/>
          </a:prstGeom>
          <a:noFill/>
        </p:spPr>
        <p:txBody>
          <a:bodyPr wrap="square" lIns="0" rIns="0" tIns="0" bIns="0" anchor="t">
            <a:spAutoFit/>
          </a:bodyPr>
          <a:lstStyle/>
          <a:p>
            <a:pPr algn="l">
              <a:lnSpc>
                <a:spcPct val="112000"/>
              </a:lnSpc>
              <a:spcBef>
                <a:spcPts val="0"/>
              </a:spcBef>
              <a:spcAft>
                <a:spcPts val="400"/>
              </a:spcAft>
            </a:pPr>
            <a:r>
              <a:rPr sz="1300" b="0" i="0">
                <a:solidFill>
                  <a:srgbClr val="4E4F51"/>
                </a:solidFill>
                <a:latin typeface="Open Sans"/>
                <a:ea typeface="Noto Sans CJK KR"/>
              </a:rPr>
              <a:t>모듈이 없는 스텝은 사람이 XScan으로 스캔해야 합니다. 비밀번호 같은 값은 프롬프트에 쓰지 말고 TCP 참조 {CP[이름]}로 넣습니다. 버퍼 값은 소비하는 쪽에서 {B[이름]}으로 참조됩니다.</a:t>
            </a:r>
          </a:p>
        </p:txBody>
      </p:sp>
      <p:sp>
        <p:nvSpPr>
          <p:cNvPr id="20" name="TextBox 19"/>
          <p:cNvSpPr txBox="1"/>
          <p:nvPr/>
        </p:nvSpPr>
        <p:spPr>
          <a:xfrm>
            <a:off x="9784080" y="6373368"/>
            <a:ext cx="1737360" cy="109728"/>
          </a:xfrm>
          <a:prstGeom prst="rect">
            <a:avLst/>
          </a:prstGeom>
          <a:noFill/>
        </p:spPr>
        <p:txBody>
          <a:bodyPr wrap="square" lIns="0" rIns="0" tIns="0" bIns="0" anchor="t">
            <a:spAutoFit/>
          </a:bodyPr>
          <a:lstStyle/>
          <a:p>
            <a:pPr algn="r">
              <a:lnSpc>
                <a:spcPct val="112000"/>
              </a:lnSpc>
              <a:spcBef>
                <a:spcPts val="0"/>
              </a:spcBef>
              <a:spcAft>
                <a:spcPts val="0"/>
              </a:spcAft>
            </a:pPr>
            <a:r>
              <a:rPr sz="750" b="0" i="0">
                <a:solidFill>
                  <a:srgbClr val="4E4F51"/>
                </a:solidFill>
                <a:latin typeface="Open Sans"/>
                <a:ea typeface="Noto Sans CJK KR"/>
              </a:rPr>
              <a:t>워크북 5장 T06</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100" b="0" i="0">
                <a:solidFill>
                  <a:srgbClr val="004C97"/>
                </a:solidFill>
                <a:latin typeface="Open Sans"/>
                <a:ea typeface="Noto Sans CJK KR"/>
              </a:rPr>
              <a:t>템플릿 쓰는 순서</a:t>
            </a:r>
          </a:p>
        </p:txBody>
      </p:sp>
      <p:sp>
        <p:nvSpPr>
          <p:cNvPr id="3" name="TextBox 2"/>
          <p:cNvSpPr txBox="1"/>
          <p:nvPr/>
        </p:nvSpPr>
        <p:spPr>
          <a:xfrm>
            <a:off x="1828800" y="6510528"/>
            <a:ext cx="8046720" cy="210312"/>
          </a:xfrm>
          <a:prstGeom prst="rect">
            <a:avLst/>
          </a:prstGeom>
          <a:noFill/>
        </p:spPr>
        <p:txBody>
          <a:bodyPr wrap="square" lIns="0" rIns="0" tIns="0" bIns="0" anchor="t">
            <a:spAutoFit/>
          </a:bodyPr>
          <a:lstStyle/>
          <a:p>
            <a:pPr algn="l">
              <a:lnSpc>
                <a:spcPct val="112000"/>
              </a:lnSpc>
              <a:spcBef>
                <a:spcPts val="0"/>
              </a:spcBef>
              <a:spcAft>
                <a:spcPts val="0"/>
              </a:spcAft>
            </a:pPr>
            <a:r>
              <a:rPr sz="1000" b="0" i="0">
                <a:solidFill>
                  <a:srgbClr val="FFFFFF"/>
                </a:solidFill>
                <a:latin typeface="Open Sans"/>
                <a:ea typeface="Noto Sans CJK KR"/>
              </a:rPr>
              <a:t>Tosca Commander MCP 입문  |  AI 어시스턴트 실습</a:t>
            </a:r>
          </a:p>
        </p:txBody>
      </p:sp>
      <p:sp>
        <p:nvSpPr>
          <p:cNvPr id="4" name="TextBox 3"/>
          <p:cNvSpPr txBox="1"/>
          <p:nvPr/>
        </p:nvSpPr>
        <p:spPr>
          <a:xfrm>
            <a:off x="11503152" y="6510528"/>
            <a:ext cx="292608" cy="228600"/>
          </a:xfrm>
          <a:prstGeom prst="rect">
            <a:avLst/>
          </a:prstGeom>
          <a:noFill/>
        </p:spPr>
        <p:txBody>
          <a:bodyPr wrap="none" lIns="0" rIns="0" tIns="0" bIns="0">
            <a:spAutoFit/>
          </a:bodyPr>
          <a:lstStyle/>
          <a:p>
            <a:pPr algn="l"/>
            <a:fld id="{5C7A3F71-3D8E-4C1B-9A44-2E5B7D0F6A11}" type="slidenum">
              <a:rPr lang="ko-KR" sz="1100">
                <a:solidFill>
                  <a:srgbClr val="FFFFFF"/>
                </a:solidFill>
                <a:latin typeface="Open Sans"/>
                <a:ea typeface="Noto Sans CJK KR"/>
              </a:rPr>
              <a:t>44</a:t>
            </a:fld>
          </a:p>
        </p:txBody>
      </p:sp>
      <p:sp>
        <p:nvSpPr>
          <p:cNvPr id="5" name="Rectangle 4"/>
          <p:cNvSpPr/>
          <p:nvPr/>
        </p:nvSpPr>
        <p:spPr>
          <a:xfrm>
            <a:off x="649224" y="1645920"/>
            <a:ext cx="1684020" cy="1280160"/>
          </a:xfrm>
          <a:prstGeom prst="rect">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58952" y="1737360"/>
            <a:ext cx="1464564" cy="1097280"/>
          </a:xfrm>
          <a:prstGeom prst="rect">
            <a:avLst/>
          </a:prstGeom>
          <a:noFill/>
        </p:spPr>
        <p:txBody>
          <a:bodyPr wrap="square" lIns="0" rIns="0" tIns="0" bIns="0" anchor="ctr">
            <a:spAutoFit/>
          </a:bodyPr>
          <a:lstStyle/>
          <a:p>
            <a:pPr algn="ctr">
              <a:lnSpc>
                <a:spcPct val="112000"/>
              </a:lnSpc>
              <a:spcBef>
                <a:spcPts val="0"/>
              </a:spcBef>
              <a:spcAft>
                <a:spcPts val="200"/>
              </a:spcAft>
            </a:pPr>
            <a:r>
              <a:rPr sz="2000" b="1" i="0">
                <a:solidFill>
                  <a:srgbClr val="004C97"/>
                </a:solidFill>
                <a:latin typeface="Open Sans"/>
                <a:ea typeface="Noto Sans CJK KR"/>
              </a:rPr>
              <a:t>T00</a:t>
            </a:r>
          </a:p>
          <a:p>
            <a:pPr algn="ctr">
              <a:lnSpc>
                <a:spcPct val="112000"/>
              </a:lnSpc>
              <a:spcBef>
                <a:spcPts val="0"/>
              </a:spcBef>
              <a:spcAft>
                <a:spcPts val="200"/>
              </a:spcAft>
            </a:pPr>
            <a:r>
              <a:rPr sz="1600" b="0" i="0">
                <a:solidFill>
                  <a:srgbClr val="4E4F51"/>
                </a:solidFill>
                <a:latin typeface="Open Sans"/>
                <a:ea typeface="Noto Sans CJK KR"/>
              </a:rPr>
              <a:t>붙여 넣기</a:t>
            </a:r>
          </a:p>
        </p:txBody>
      </p:sp>
      <p:sp>
        <p:nvSpPr>
          <p:cNvPr id="7" name="TextBox 6"/>
          <p:cNvSpPr txBox="1"/>
          <p:nvPr/>
        </p:nvSpPr>
        <p:spPr>
          <a:xfrm>
            <a:off x="2337816" y="2084831"/>
            <a:ext cx="155448" cy="365760"/>
          </a:xfrm>
          <a:prstGeom prst="rect">
            <a:avLst/>
          </a:prstGeom>
          <a:noFill/>
        </p:spPr>
        <p:txBody>
          <a:bodyPr wrap="square" lIns="0" rIns="0" tIns="0" bIns="0" anchor="t">
            <a:spAutoFit/>
          </a:bodyPr>
          <a:lstStyle/>
          <a:p>
            <a:pPr algn="ctr">
              <a:lnSpc>
                <a:spcPct val="112000"/>
              </a:lnSpc>
              <a:spcBef>
                <a:spcPts val="0"/>
              </a:spcBef>
              <a:spcAft>
                <a:spcPts val="0"/>
              </a:spcAft>
            </a:pPr>
            <a:r>
              <a:rPr sz="2300" b="0" i="0">
                <a:solidFill>
                  <a:srgbClr val="0E88AE"/>
                </a:solidFill>
                <a:latin typeface="Open Sans"/>
                <a:ea typeface="Noto Sans CJK KR"/>
              </a:rPr>
              <a:t>›</a:t>
            </a:r>
          </a:p>
        </p:txBody>
      </p:sp>
      <p:sp>
        <p:nvSpPr>
          <p:cNvPr id="8" name="Rectangle 7"/>
          <p:cNvSpPr/>
          <p:nvPr/>
        </p:nvSpPr>
        <p:spPr>
          <a:xfrm>
            <a:off x="2488692" y="1645920"/>
            <a:ext cx="1684020" cy="1280160"/>
          </a:xfrm>
          <a:prstGeom prst="rect">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2598420" y="1737360"/>
            <a:ext cx="1464564" cy="1097280"/>
          </a:xfrm>
          <a:prstGeom prst="rect">
            <a:avLst/>
          </a:prstGeom>
          <a:noFill/>
        </p:spPr>
        <p:txBody>
          <a:bodyPr wrap="square" lIns="0" rIns="0" tIns="0" bIns="0" anchor="ctr">
            <a:spAutoFit/>
          </a:bodyPr>
          <a:lstStyle/>
          <a:p>
            <a:pPr algn="ctr">
              <a:lnSpc>
                <a:spcPct val="112000"/>
              </a:lnSpc>
              <a:spcBef>
                <a:spcPts val="0"/>
              </a:spcBef>
              <a:spcAft>
                <a:spcPts val="200"/>
              </a:spcAft>
            </a:pPr>
            <a:r>
              <a:rPr sz="2000" b="1" i="0">
                <a:solidFill>
                  <a:srgbClr val="004C97"/>
                </a:solidFill>
                <a:latin typeface="Open Sans"/>
                <a:ea typeface="Noto Sans CJK KR"/>
              </a:rPr>
              <a:t>템플릿</a:t>
            </a:r>
          </a:p>
          <a:p>
            <a:pPr algn="ctr">
              <a:lnSpc>
                <a:spcPct val="112000"/>
              </a:lnSpc>
              <a:spcBef>
                <a:spcPts val="0"/>
              </a:spcBef>
              <a:spcAft>
                <a:spcPts val="200"/>
              </a:spcAft>
            </a:pPr>
            <a:r>
              <a:rPr sz="1600" b="0" i="0">
                <a:solidFill>
                  <a:srgbClr val="4E4F51"/>
                </a:solidFill>
                <a:latin typeface="Open Sans"/>
                <a:ea typeface="Noto Sans CJK KR"/>
              </a:rPr>
              <a:t>고르기</a:t>
            </a:r>
          </a:p>
        </p:txBody>
      </p:sp>
      <p:sp>
        <p:nvSpPr>
          <p:cNvPr id="10" name="TextBox 9"/>
          <p:cNvSpPr txBox="1"/>
          <p:nvPr/>
        </p:nvSpPr>
        <p:spPr>
          <a:xfrm>
            <a:off x="4177284" y="2084831"/>
            <a:ext cx="155448" cy="365760"/>
          </a:xfrm>
          <a:prstGeom prst="rect">
            <a:avLst/>
          </a:prstGeom>
          <a:noFill/>
        </p:spPr>
        <p:txBody>
          <a:bodyPr wrap="square" lIns="0" rIns="0" tIns="0" bIns="0" anchor="t">
            <a:spAutoFit/>
          </a:bodyPr>
          <a:lstStyle/>
          <a:p>
            <a:pPr algn="ctr">
              <a:lnSpc>
                <a:spcPct val="112000"/>
              </a:lnSpc>
              <a:spcBef>
                <a:spcPts val="0"/>
              </a:spcBef>
              <a:spcAft>
                <a:spcPts val="0"/>
              </a:spcAft>
            </a:pPr>
            <a:r>
              <a:rPr sz="2300" b="0" i="0">
                <a:solidFill>
                  <a:srgbClr val="0E88AE"/>
                </a:solidFill>
                <a:latin typeface="Open Sans"/>
                <a:ea typeface="Noto Sans CJK KR"/>
              </a:rPr>
              <a:t>›</a:t>
            </a:r>
          </a:p>
        </p:txBody>
      </p:sp>
      <p:sp>
        <p:nvSpPr>
          <p:cNvPr id="11" name="Rectangle 10"/>
          <p:cNvSpPr/>
          <p:nvPr/>
        </p:nvSpPr>
        <p:spPr>
          <a:xfrm>
            <a:off x="4328160" y="1645920"/>
            <a:ext cx="1684020" cy="1280160"/>
          </a:xfrm>
          <a:prstGeom prst="rect">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437888" y="1737360"/>
            <a:ext cx="1464564" cy="1097280"/>
          </a:xfrm>
          <a:prstGeom prst="rect">
            <a:avLst/>
          </a:prstGeom>
          <a:noFill/>
        </p:spPr>
        <p:txBody>
          <a:bodyPr wrap="square" lIns="0" rIns="0" tIns="0" bIns="0" anchor="ctr">
            <a:spAutoFit/>
          </a:bodyPr>
          <a:lstStyle/>
          <a:p>
            <a:pPr algn="ctr">
              <a:lnSpc>
                <a:spcPct val="112000"/>
              </a:lnSpc>
              <a:spcBef>
                <a:spcPts val="0"/>
              </a:spcBef>
              <a:spcAft>
                <a:spcPts val="200"/>
              </a:spcAft>
            </a:pPr>
            <a:r>
              <a:rPr sz="2000" b="1" i="0">
                <a:solidFill>
                  <a:srgbClr val="004C97"/>
                </a:solidFill>
                <a:latin typeface="Open Sans"/>
                <a:ea typeface="Noto Sans CJK KR"/>
              </a:rPr>
              <a:t>[ ]</a:t>
            </a:r>
          </a:p>
          <a:p>
            <a:pPr algn="ctr">
              <a:lnSpc>
                <a:spcPct val="112000"/>
              </a:lnSpc>
              <a:spcBef>
                <a:spcPts val="0"/>
              </a:spcBef>
              <a:spcAft>
                <a:spcPts val="200"/>
              </a:spcAft>
            </a:pPr>
            <a:r>
              <a:rPr sz="1600" b="0" i="0">
                <a:solidFill>
                  <a:srgbClr val="4E4F51"/>
                </a:solidFill>
                <a:latin typeface="Open Sans"/>
                <a:ea typeface="Noto Sans CJK KR"/>
              </a:rPr>
              <a:t>채우기</a:t>
            </a:r>
          </a:p>
        </p:txBody>
      </p:sp>
      <p:sp>
        <p:nvSpPr>
          <p:cNvPr id="13" name="TextBox 12"/>
          <p:cNvSpPr txBox="1"/>
          <p:nvPr/>
        </p:nvSpPr>
        <p:spPr>
          <a:xfrm>
            <a:off x="6016752" y="2084831"/>
            <a:ext cx="155448" cy="365760"/>
          </a:xfrm>
          <a:prstGeom prst="rect">
            <a:avLst/>
          </a:prstGeom>
          <a:noFill/>
        </p:spPr>
        <p:txBody>
          <a:bodyPr wrap="square" lIns="0" rIns="0" tIns="0" bIns="0" anchor="t">
            <a:spAutoFit/>
          </a:bodyPr>
          <a:lstStyle/>
          <a:p>
            <a:pPr algn="ctr">
              <a:lnSpc>
                <a:spcPct val="112000"/>
              </a:lnSpc>
              <a:spcBef>
                <a:spcPts val="0"/>
              </a:spcBef>
              <a:spcAft>
                <a:spcPts val="0"/>
              </a:spcAft>
            </a:pPr>
            <a:r>
              <a:rPr sz="2300" b="0" i="0">
                <a:solidFill>
                  <a:srgbClr val="0E88AE"/>
                </a:solidFill>
                <a:latin typeface="Open Sans"/>
                <a:ea typeface="Noto Sans CJK KR"/>
              </a:rPr>
              <a:t>›</a:t>
            </a:r>
          </a:p>
        </p:txBody>
      </p:sp>
      <p:sp>
        <p:nvSpPr>
          <p:cNvPr id="14" name="Rectangle 13"/>
          <p:cNvSpPr/>
          <p:nvPr/>
        </p:nvSpPr>
        <p:spPr>
          <a:xfrm>
            <a:off x="6167628" y="1645920"/>
            <a:ext cx="1684020" cy="1280160"/>
          </a:xfrm>
          <a:prstGeom prst="rect">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277356" y="1737360"/>
            <a:ext cx="1464564" cy="1097280"/>
          </a:xfrm>
          <a:prstGeom prst="rect">
            <a:avLst/>
          </a:prstGeom>
          <a:noFill/>
        </p:spPr>
        <p:txBody>
          <a:bodyPr wrap="square" lIns="0" rIns="0" tIns="0" bIns="0" anchor="ctr">
            <a:spAutoFit/>
          </a:bodyPr>
          <a:lstStyle/>
          <a:p>
            <a:pPr algn="ctr">
              <a:lnSpc>
                <a:spcPct val="112000"/>
              </a:lnSpc>
              <a:spcBef>
                <a:spcPts val="0"/>
              </a:spcBef>
              <a:spcAft>
                <a:spcPts val="200"/>
              </a:spcAft>
            </a:pPr>
            <a:r>
              <a:rPr sz="2000" b="1" i="0">
                <a:solidFill>
                  <a:srgbClr val="004C97"/>
                </a:solidFill>
                <a:latin typeface="Open Sans"/>
                <a:ea typeface="Noto Sans CJK KR"/>
              </a:rPr>
              <a:t>계획</a:t>
            </a:r>
          </a:p>
          <a:p>
            <a:pPr algn="ctr">
              <a:lnSpc>
                <a:spcPct val="112000"/>
              </a:lnSpc>
              <a:spcBef>
                <a:spcPts val="0"/>
              </a:spcBef>
              <a:spcAft>
                <a:spcPts val="200"/>
              </a:spcAft>
            </a:pPr>
            <a:r>
              <a:rPr sz="1600" b="0" i="0">
                <a:solidFill>
                  <a:srgbClr val="4E4F51"/>
                </a:solidFill>
                <a:latin typeface="Open Sans"/>
                <a:ea typeface="Noto Sans CJK KR"/>
              </a:rPr>
              <a:t>확인·승인</a:t>
            </a:r>
          </a:p>
        </p:txBody>
      </p:sp>
      <p:sp>
        <p:nvSpPr>
          <p:cNvPr id="16" name="TextBox 15"/>
          <p:cNvSpPr txBox="1"/>
          <p:nvPr/>
        </p:nvSpPr>
        <p:spPr>
          <a:xfrm>
            <a:off x="7856220" y="2084831"/>
            <a:ext cx="155448" cy="365760"/>
          </a:xfrm>
          <a:prstGeom prst="rect">
            <a:avLst/>
          </a:prstGeom>
          <a:noFill/>
        </p:spPr>
        <p:txBody>
          <a:bodyPr wrap="square" lIns="0" rIns="0" tIns="0" bIns="0" anchor="t">
            <a:spAutoFit/>
          </a:bodyPr>
          <a:lstStyle/>
          <a:p>
            <a:pPr algn="ctr">
              <a:lnSpc>
                <a:spcPct val="112000"/>
              </a:lnSpc>
              <a:spcBef>
                <a:spcPts val="0"/>
              </a:spcBef>
              <a:spcAft>
                <a:spcPts val="0"/>
              </a:spcAft>
            </a:pPr>
            <a:r>
              <a:rPr sz="2300" b="0" i="0">
                <a:solidFill>
                  <a:srgbClr val="0E88AE"/>
                </a:solidFill>
                <a:latin typeface="Open Sans"/>
                <a:ea typeface="Noto Sans CJK KR"/>
              </a:rPr>
              <a:t>›</a:t>
            </a:r>
          </a:p>
        </p:txBody>
      </p:sp>
      <p:sp>
        <p:nvSpPr>
          <p:cNvPr id="17" name="Rectangle 16"/>
          <p:cNvSpPr/>
          <p:nvPr/>
        </p:nvSpPr>
        <p:spPr>
          <a:xfrm>
            <a:off x="8007096" y="1645920"/>
            <a:ext cx="1684020" cy="1280160"/>
          </a:xfrm>
          <a:prstGeom prst="rect">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116824" y="1737360"/>
            <a:ext cx="1464564" cy="1097280"/>
          </a:xfrm>
          <a:prstGeom prst="rect">
            <a:avLst/>
          </a:prstGeom>
          <a:noFill/>
        </p:spPr>
        <p:txBody>
          <a:bodyPr wrap="square" lIns="0" rIns="0" tIns="0" bIns="0" anchor="ctr">
            <a:spAutoFit/>
          </a:bodyPr>
          <a:lstStyle/>
          <a:p>
            <a:pPr algn="ctr">
              <a:lnSpc>
                <a:spcPct val="112000"/>
              </a:lnSpc>
              <a:spcBef>
                <a:spcPts val="0"/>
              </a:spcBef>
              <a:spcAft>
                <a:spcPts val="200"/>
              </a:spcAft>
            </a:pPr>
            <a:r>
              <a:rPr sz="2000" b="1" i="0">
                <a:solidFill>
                  <a:srgbClr val="004C97"/>
                </a:solidFill>
                <a:latin typeface="Open Sans"/>
                <a:ea typeface="Noto Sans CJK KR"/>
              </a:rPr>
              <a:t>결과</a:t>
            </a:r>
          </a:p>
          <a:p>
            <a:pPr algn="ctr">
              <a:lnSpc>
                <a:spcPct val="112000"/>
              </a:lnSpc>
              <a:spcBef>
                <a:spcPts val="0"/>
              </a:spcBef>
              <a:spcAft>
                <a:spcPts val="200"/>
              </a:spcAft>
            </a:pPr>
            <a:r>
              <a:rPr sz="1600" b="0" i="0">
                <a:solidFill>
                  <a:srgbClr val="4E4F51"/>
                </a:solidFill>
                <a:latin typeface="Open Sans"/>
                <a:ea typeface="Noto Sans CJK KR"/>
              </a:rPr>
              <a:t>검토·저장</a:t>
            </a:r>
          </a:p>
        </p:txBody>
      </p:sp>
      <p:sp>
        <p:nvSpPr>
          <p:cNvPr id="19" name="TextBox 18"/>
          <p:cNvSpPr txBox="1"/>
          <p:nvPr/>
        </p:nvSpPr>
        <p:spPr>
          <a:xfrm>
            <a:off x="9695688" y="2084831"/>
            <a:ext cx="155448" cy="365760"/>
          </a:xfrm>
          <a:prstGeom prst="rect">
            <a:avLst/>
          </a:prstGeom>
          <a:noFill/>
        </p:spPr>
        <p:txBody>
          <a:bodyPr wrap="square" lIns="0" rIns="0" tIns="0" bIns="0" anchor="t">
            <a:spAutoFit/>
          </a:bodyPr>
          <a:lstStyle/>
          <a:p>
            <a:pPr algn="ctr">
              <a:lnSpc>
                <a:spcPct val="112000"/>
              </a:lnSpc>
              <a:spcBef>
                <a:spcPts val="0"/>
              </a:spcBef>
              <a:spcAft>
                <a:spcPts val="0"/>
              </a:spcAft>
            </a:pPr>
            <a:r>
              <a:rPr sz="2300" b="0" i="0">
                <a:solidFill>
                  <a:srgbClr val="0E88AE"/>
                </a:solidFill>
                <a:latin typeface="Open Sans"/>
                <a:ea typeface="Noto Sans CJK KR"/>
              </a:rPr>
              <a:t>›</a:t>
            </a:r>
          </a:p>
        </p:txBody>
      </p:sp>
      <p:sp>
        <p:nvSpPr>
          <p:cNvPr id="20" name="Rectangle 19"/>
          <p:cNvSpPr/>
          <p:nvPr/>
        </p:nvSpPr>
        <p:spPr>
          <a:xfrm>
            <a:off x="9846564" y="1645920"/>
            <a:ext cx="1684020" cy="1280160"/>
          </a:xfrm>
          <a:prstGeom prst="rect">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956292" y="1737360"/>
            <a:ext cx="1464564" cy="1097280"/>
          </a:xfrm>
          <a:prstGeom prst="rect">
            <a:avLst/>
          </a:prstGeom>
          <a:noFill/>
        </p:spPr>
        <p:txBody>
          <a:bodyPr wrap="square" lIns="0" rIns="0" tIns="0" bIns="0" anchor="ctr">
            <a:spAutoFit/>
          </a:bodyPr>
          <a:lstStyle/>
          <a:p>
            <a:pPr algn="ctr">
              <a:lnSpc>
                <a:spcPct val="112000"/>
              </a:lnSpc>
              <a:spcBef>
                <a:spcPts val="0"/>
              </a:spcBef>
              <a:spcAft>
                <a:spcPts val="200"/>
              </a:spcAft>
            </a:pPr>
            <a:r>
              <a:rPr sz="2000" b="1" i="0">
                <a:solidFill>
                  <a:srgbClr val="004C97"/>
                </a:solidFill>
                <a:latin typeface="Open Sans"/>
                <a:ea typeface="Noto Sans CJK KR"/>
              </a:rPr>
              <a:t>팀 템플릿</a:t>
            </a:r>
          </a:p>
          <a:p>
            <a:pPr algn="ctr">
              <a:lnSpc>
                <a:spcPct val="112000"/>
              </a:lnSpc>
              <a:spcBef>
                <a:spcPts val="0"/>
              </a:spcBef>
              <a:spcAft>
                <a:spcPts val="200"/>
              </a:spcAft>
            </a:pPr>
            <a:r>
              <a:rPr sz="1600" b="0" i="0">
                <a:solidFill>
                  <a:srgbClr val="4E4F51"/>
                </a:solidFill>
                <a:latin typeface="Open Sans"/>
                <a:ea typeface="Noto Sans CJK KR"/>
              </a:rPr>
              <a:t>추가</a:t>
            </a:r>
          </a:p>
        </p:txBody>
      </p:sp>
      <p:sp>
        <p:nvSpPr>
          <p:cNvPr id="22" name="TextBox 21"/>
          <p:cNvSpPr txBox="1"/>
          <p:nvPr/>
        </p:nvSpPr>
        <p:spPr>
          <a:xfrm>
            <a:off x="777240" y="3456432"/>
            <a:ext cx="10332720" cy="1691640"/>
          </a:xfrm>
          <a:prstGeom prst="rect">
            <a:avLst/>
          </a:prstGeom>
          <a:noFill/>
        </p:spPr>
        <p:txBody>
          <a:bodyPr wrap="square" lIns="0" rIns="0" tIns="0" bIns="0" anchor="t">
            <a:spAutoFit/>
          </a:bodyPr>
          <a:lstStyle/>
          <a:p>
            <a:pPr algn="l">
              <a:lnSpc>
                <a:spcPct val="112000"/>
              </a:lnSpc>
              <a:spcBef>
                <a:spcPts val="0"/>
              </a:spcBef>
              <a:spcAft>
                <a:spcPts val="400"/>
              </a:spcAft>
            </a:pPr>
            <a:r>
              <a:rPr sz="2300" b="0" i="0">
                <a:solidFill>
                  <a:srgbClr val="4E4F51"/>
                </a:solidFill>
                <a:latin typeface="Open Sans"/>
                <a:ea typeface="Noto Sans CJK KR"/>
              </a:rPr>
              <a:t>스킬팩을 설치하면 AI가 요청에 맞는 공식 워크플로를 골라 따릅니다.</a:t>
            </a:r>
          </a:p>
          <a:p>
            <a:pPr algn="l">
              <a:lnSpc>
                <a:spcPct val="112000"/>
              </a:lnSpc>
              <a:spcBef>
                <a:spcPts val="0"/>
              </a:spcBef>
              <a:spcAft>
                <a:spcPts val="400"/>
              </a:spcAft>
            </a:pPr>
            <a:r>
              <a:rPr sz="2300" b="0" i="0">
                <a:solidFill>
                  <a:srgbClr val="4E4F51"/>
                </a:solidFill>
                <a:latin typeface="Open Sans"/>
                <a:ea typeface="Noto Sans CJK KR"/>
              </a:rPr>
              <a:t>템플릿은 그 워크플로에 필요한 정보를 빠짐없이 넘겨주는 역할입니다.</a:t>
            </a:r>
          </a:p>
        </p:txBody>
      </p:sp>
      <p:sp>
        <p:nvSpPr>
          <p:cNvPr id="23" name="TextBox 22"/>
          <p:cNvSpPr txBox="1"/>
          <p:nvPr/>
        </p:nvSpPr>
        <p:spPr>
          <a:xfrm>
            <a:off x="649224" y="5925312"/>
            <a:ext cx="10881360" cy="420624"/>
          </a:xfrm>
          <a:prstGeom prst="rect">
            <a:avLst/>
          </a:prstGeom>
          <a:noFill/>
        </p:spPr>
        <p:txBody>
          <a:bodyPr wrap="square" lIns="0" rIns="0" tIns="0" bIns="0" anchor="t">
            <a:spAutoFit/>
          </a:bodyPr>
          <a:lstStyle/>
          <a:p>
            <a:pPr algn="l">
              <a:lnSpc>
                <a:spcPct val="112000"/>
              </a:lnSpc>
              <a:spcBef>
                <a:spcPts val="0"/>
              </a:spcBef>
              <a:spcAft>
                <a:spcPts val="400"/>
              </a:spcAft>
            </a:pPr>
            <a:r>
              <a:rPr sz="1250" b="0" i="0">
                <a:solidFill>
                  <a:srgbClr val="4E4F51"/>
                </a:solidFill>
                <a:latin typeface="Open Sans"/>
                <a:ea typeface="Noto Sans CJK KR"/>
              </a:rPr>
              <a:t>사내에서 만든 템플릿이 있다면 같은 형식(언제 쓰나, 본문, 예시, 도구, 확인할 점)으로 워크북 5장에 추가합니다.</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100" b="0" i="0">
                <a:solidFill>
                  <a:srgbClr val="004C97"/>
                </a:solidFill>
                <a:latin typeface="Open Sans"/>
                <a:ea typeface="Noto Sans CJK KR"/>
              </a:rPr>
              <a:t>마무리: 오늘 가져갈 세 가지</a:t>
            </a:r>
          </a:p>
        </p:txBody>
      </p:sp>
      <p:sp>
        <p:nvSpPr>
          <p:cNvPr id="3" name="TextBox 2"/>
          <p:cNvSpPr txBox="1"/>
          <p:nvPr/>
        </p:nvSpPr>
        <p:spPr>
          <a:xfrm>
            <a:off x="1828800" y="6510528"/>
            <a:ext cx="8046720" cy="210312"/>
          </a:xfrm>
          <a:prstGeom prst="rect">
            <a:avLst/>
          </a:prstGeom>
          <a:noFill/>
        </p:spPr>
        <p:txBody>
          <a:bodyPr wrap="square" lIns="0" rIns="0" tIns="0" bIns="0" anchor="t">
            <a:spAutoFit/>
          </a:bodyPr>
          <a:lstStyle/>
          <a:p>
            <a:pPr algn="l">
              <a:lnSpc>
                <a:spcPct val="112000"/>
              </a:lnSpc>
              <a:spcBef>
                <a:spcPts val="0"/>
              </a:spcBef>
              <a:spcAft>
                <a:spcPts val="0"/>
              </a:spcAft>
            </a:pPr>
            <a:r>
              <a:rPr sz="1000" b="0" i="0">
                <a:solidFill>
                  <a:srgbClr val="FFFFFF"/>
                </a:solidFill>
                <a:latin typeface="Open Sans"/>
                <a:ea typeface="Noto Sans CJK KR"/>
              </a:rPr>
              <a:t>Tosca Commander MCP 입문  |  AI 어시스턴트 실습</a:t>
            </a:r>
          </a:p>
        </p:txBody>
      </p:sp>
      <p:sp>
        <p:nvSpPr>
          <p:cNvPr id="4" name="TextBox 3"/>
          <p:cNvSpPr txBox="1"/>
          <p:nvPr/>
        </p:nvSpPr>
        <p:spPr>
          <a:xfrm>
            <a:off x="11503152" y="6510528"/>
            <a:ext cx="292608" cy="228600"/>
          </a:xfrm>
          <a:prstGeom prst="rect">
            <a:avLst/>
          </a:prstGeom>
          <a:noFill/>
        </p:spPr>
        <p:txBody>
          <a:bodyPr wrap="none" lIns="0" rIns="0" tIns="0" bIns="0">
            <a:spAutoFit/>
          </a:bodyPr>
          <a:lstStyle/>
          <a:p>
            <a:pPr algn="l"/>
            <a:fld id="{5C7A3F71-3D8E-4C1B-9A44-2E5B7D0F6A11}" type="slidenum">
              <a:rPr lang="ko-KR" sz="1100">
                <a:solidFill>
                  <a:srgbClr val="FFFFFF"/>
                </a:solidFill>
                <a:latin typeface="Open Sans"/>
                <a:ea typeface="Noto Sans CJK KR"/>
              </a:rPr>
              <a:t>45</a:t>
            </a:fld>
          </a:p>
        </p:txBody>
      </p:sp>
      <p:sp>
        <p:nvSpPr>
          <p:cNvPr id="5" name="Rectangle 4"/>
          <p:cNvSpPr/>
          <p:nvPr/>
        </p:nvSpPr>
        <p:spPr>
          <a:xfrm>
            <a:off x="649224" y="1491615"/>
            <a:ext cx="64008" cy="64008"/>
          </a:xfrm>
          <a:prstGeom prst="rect">
            <a:avLst/>
          </a:prstGeom>
          <a:solidFill>
            <a:srgbClr val="0E8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41247" y="1371600"/>
            <a:ext cx="10689336" cy="870143"/>
          </a:xfrm>
          <a:prstGeom prst="rect">
            <a:avLst/>
          </a:prstGeom>
          <a:noFill/>
        </p:spPr>
        <p:txBody>
          <a:bodyPr wrap="square" lIns="0" rIns="0" tIns="0" bIns="0" anchor="t">
            <a:spAutoFit/>
          </a:bodyPr>
          <a:lstStyle/>
          <a:p>
            <a:pPr algn="l">
              <a:lnSpc>
                <a:spcPct val="112000"/>
              </a:lnSpc>
              <a:spcBef>
                <a:spcPts val="0"/>
              </a:spcBef>
              <a:spcAft>
                <a:spcPts val="400"/>
              </a:spcAft>
            </a:pPr>
            <a:r>
              <a:rPr sz="2100" b="0" i="0">
                <a:solidFill>
                  <a:srgbClr val="4E4F51"/>
                </a:solidFill>
                <a:latin typeface="Open Sans"/>
                <a:ea typeface="Noto Sans CJK KR"/>
              </a:rPr>
              <a:t>MCP는 AI가 Commander를 다루게 해 주는 연결 규격입니다. Commander 2026.1 Patch 1부터 애드인으로 들어 있습니다.</a:t>
            </a:r>
          </a:p>
        </p:txBody>
      </p:sp>
      <p:sp>
        <p:nvSpPr>
          <p:cNvPr id="7" name="Rectangle 6"/>
          <p:cNvSpPr/>
          <p:nvPr/>
        </p:nvSpPr>
        <p:spPr>
          <a:xfrm>
            <a:off x="649224" y="2636078"/>
            <a:ext cx="64008" cy="64008"/>
          </a:xfrm>
          <a:prstGeom prst="rect">
            <a:avLst/>
          </a:prstGeom>
          <a:solidFill>
            <a:srgbClr val="0E8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41247" y="2516063"/>
            <a:ext cx="10689336" cy="870143"/>
          </a:xfrm>
          <a:prstGeom prst="rect">
            <a:avLst/>
          </a:prstGeom>
          <a:noFill/>
        </p:spPr>
        <p:txBody>
          <a:bodyPr wrap="square" lIns="0" rIns="0" tIns="0" bIns="0" anchor="t">
            <a:spAutoFit/>
          </a:bodyPr>
          <a:lstStyle/>
          <a:p>
            <a:pPr algn="l">
              <a:lnSpc>
                <a:spcPct val="112000"/>
              </a:lnSpc>
              <a:spcBef>
                <a:spcPts val="0"/>
              </a:spcBef>
              <a:spcAft>
                <a:spcPts val="400"/>
              </a:spcAft>
            </a:pPr>
            <a:r>
              <a:rPr sz="2100" b="0" i="0">
                <a:solidFill>
                  <a:srgbClr val="4E4F51"/>
                </a:solidFill>
                <a:latin typeface="Open Sans"/>
                <a:ea typeface="Noto Sans CJK KR"/>
              </a:rPr>
              <a:t>AI가 만들고, 사람은 계획과 결과를 확인합니다. 화면 스캔, 비밀번호, 삭제, 결함 판단은 사람이 합니다.</a:t>
            </a:r>
          </a:p>
        </p:txBody>
      </p:sp>
      <p:sp>
        <p:nvSpPr>
          <p:cNvPr id="9" name="Rectangle 8"/>
          <p:cNvSpPr/>
          <p:nvPr/>
        </p:nvSpPr>
        <p:spPr>
          <a:xfrm>
            <a:off x="649224" y="3780541"/>
            <a:ext cx="64008" cy="64008"/>
          </a:xfrm>
          <a:prstGeom prst="rect">
            <a:avLst/>
          </a:prstGeom>
          <a:solidFill>
            <a:srgbClr val="0E8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41247" y="3660526"/>
            <a:ext cx="10689336" cy="870143"/>
          </a:xfrm>
          <a:prstGeom prst="rect">
            <a:avLst/>
          </a:prstGeom>
          <a:noFill/>
        </p:spPr>
        <p:txBody>
          <a:bodyPr wrap="square" lIns="0" rIns="0" tIns="0" bIns="0" anchor="t">
            <a:spAutoFit/>
          </a:bodyPr>
          <a:lstStyle/>
          <a:p>
            <a:pPr algn="l">
              <a:lnSpc>
                <a:spcPct val="112000"/>
              </a:lnSpc>
              <a:spcBef>
                <a:spcPts val="0"/>
              </a:spcBef>
              <a:spcAft>
                <a:spcPts val="400"/>
              </a:spcAft>
            </a:pPr>
            <a:r>
              <a:rPr sz="2100" b="0" i="0">
                <a:solidFill>
                  <a:srgbClr val="4E4F51"/>
                </a:solidFill>
                <a:latin typeface="Open Sans"/>
                <a:ea typeface="Noto Sans CJK KR"/>
              </a:rPr>
              <a:t>템플릿으로 시작해서 우리 업무에 맞게 고칩니다. 잘 된 프롬프트는 팀 템플릿에 추가합니다.</a:t>
            </a:r>
          </a:p>
        </p:txBody>
      </p:sp>
      <p:sp>
        <p:nvSpPr>
          <p:cNvPr id="11" name="Rectangle 10"/>
          <p:cNvSpPr/>
          <p:nvPr/>
        </p:nvSpPr>
        <p:spPr>
          <a:xfrm>
            <a:off x="649224" y="4925004"/>
            <a:ext cx="64008" cy="64008"/>
          </a:xfrm>
          <a:prstGeom prst="rect">
            <a:avLst/>
          </a:prstGeom>
          <a:solidFill>
            <a:srgbClr val="0E8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41247" y="4804989"/>
            <a:ext cx="10689336" cy="870143"/>
          </a:xfrm>
          <a:prstGeom prst="rect">
            <a:avLst/>
          </a:prstGeom>
          <a:noFill/>
        </p:spPr>
        <p:txBody>
          <a:bodyPr wrap="square" lIns="0" rIns="0" tIns="0" bIns="0" anchor="t">
            <a:spAutoFit/>
          </a:bodyPr>
          <a:lstStyle/>
          <a:p>
            <a:pPr algn="l">
              <a:lnSpc>
                <a:spcPct val="112000"/>
              </a:lnSpc>
              <a:spcBef>
                <a:spcPts val="0"/>
              </a:spcBef>
              <a:spcAft>
                <a:spcPts val="400"/>
              </a:spcAft>
            </a:pPr>
            <a:r>
              <a:rPr sz="2100" b="0" i="0">
                <a:solidFill>
                  <a:srgbClr val="4E4F51"/>
                </a:solidFill>
                <a:latin typeface="Open Sans"/>
                <a:ea typeface="Noto Sans CJK KR"/>
              </a:rPr>
              <a:t>다음 단계: 사내 앱 모듈을 XScan으로 준비하고, 반복 업무 하나에 템플릿을 적용해 봅니다.</a:t>
            </a:r>
          </a:p>
        </p:txBody>
      </p:sp>
      <p:sp>
        <p:nvSpPr>
          <p:cNvPr id="13" name="TextBox 12"/>
          <p:cNvSpPr txBox="1"/>
          <p:nvPr/>
        </p:nvSpPr>
        <p:spPr>
          <a:xfrm>
            <a:off x="649224" y="5925312"/>
            <a:ext cx="10881360" cy="420624"/>
          </a:xfrm>
          <a:prstGeom prst="rect">
            <a:avLst/>
          </a:prstGeom>
          <a:noFill/>
        </p:spPr>
        <p:txBody>
          <a:bodyPr wrap="square" lIns="0" rIns="0" tIns="0" bIns="0" anchor="t">
            <a:spAutoFit/>
          </a:bodyPr>
          <a:lstStyle/>
          <a:p>
            <a:pPr algn="l">
              <a:lnSpc>
                <a:spcPct val="112000"/>
              </a:lnSpc>
              <a:spcBef>
                <a:spcPts val="0"/>
              </a:spcBef>
              <a:spcAft>
                <a:spcPts val="400"/>
              </a:spcAft>
            </a:pPr>
            <a:r>
              <a:rPr sz="1250" b="0" i="0">
                <a:solidFill>
                  <a:srgbClr val="4E4F51"/>
                </a:solidFill>
                <a:latin typeface="Open Sans"/>
                <a:ea typeface="Noto Sans CJK KR"/>
              </a:rPr>
              <a:t>워크북 5장 템플릿과 부록 B 문제 해결은 교육 뒤 업무에서 그대로 쓰면 됩니다.</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100" b="0" i="0">
                <a:solidFill>
                  <a:srgbClr val="004C97"/>
                </a:solidFill>
                <a:latin typeface="Open Sans"/>
                <a:ea typeface="Noto Sans CJK KR"/>
              </a:rPr>
              <a:t>출처와 참고</a:t>
            </a:r>
          </a:p>
        </p:txBody>
      </p:sp>
      <p:sp>
        <p:nvSpPr>
          <p:cNvPr id="3" name="TextBox 2"/>
          <p:cNvSpPr txBox="1"/>
          <p:nvPr/>
        </p:nvSpPr>
        <p:spPr>
          <a:xfrm>
            <a:off x="1828800" y="6510528"/>
            <a:ext cx="8046720" cy="210312"/>
          </a:xfrm>
          <a:prstGeom prst="rect">
            <a:avLst/>
          </a:prstGeom>
          <a:noFill/>
        </p:spPr>
        <p:txBody>
          <a:bodyPr wrap="square" lIns="0" rIns="0" tIns="0" bIns="0" anchor="t">
            <a:spAutoFit/>
          </a:bodyPr>
          <a:lstStyle/>
          <a:p>
            <a:pPr algn="l">
              <a:lnSpc>
                <a:spcPct val="112000"/>
              </a:lnSpc>
              <a:spcBef>
                <a:spcPts val="0"/>
              </a:spcBef>
              <a:spcAft>
                <a:spcPts val="0"/>
              </a:spcAft>
            </a:pPr>
            <a:r>
              <a:rPr sz="1000" b="0" i="0">
                <a:solidFill>
                  <a:srgbClr val="FFFFFF"/>
                </a:solidFill>
                <a:latin typeface="Open Sans"/>
                <a:ea typeface="Noto Sans CJK KR"/>
              </a:rPr>
              <a:t>Tosca Commander MCP 입문  |  AI 어시스턴트 실습</a:t>
            </a:r>
          </a:p>
        </p:txBody>
      </p:sp>
      <p:sp>
        <p:nvSpPr>
          <p:cNvPr id="4" name="TextBox 3"/>
          <p:cNvSpPr txBox="1"/>
          <p:nvPr/>
        </p:nvSpPr>
        <p:spPr>
          <a:xfrm>
            <a:off x="11503152" y="6510528"/>
            <a:ext cx="292608" cy="228600"/>
          </a:xfrm>
          <a:prstGeom prst="rect">
            <a:avLst/>
          </a:prstGeom>
          <a:noFill/>
        </p:spPr>
        <p:txBody>
          <a:bodyPr wrap="none" lIns="0" rIns="0" tIns="0" bIns="0">
            <a:spAutoFit/>
          </a:bodyPr>
          <a:lstStyle/>
          <a:p>
            <a:pPr algn="l"/>
            <a:fld id="{5C7A3F71-3D8E-4C1B-9A44-2E5B7D0F6A11}" type="slidenum">
              <a:rPr lang="ko-KR" sz="1100">
                <a:solidFill>
                  <a:srgbClr val="FFFFFF"/>
                </a:solidFill>
                <a:latin typeface="Open Sans"/>
                <a:ea typeface="Noto Sans CJK KR"/>
              </a:rPr>
              <a:t>46</a:t>
            </a:fld>
          </a:p>
        </p:txBody>
      </p:sp>
      <p:graphicFrame>
        <p:nvGraphicFramePr>
          <p:cNvPr id="5" name="Table 4"/>
          <p:cNvGraphicFramePr>
            <a:graphicFrameLocks noGrp="1"/>
          </p:cNvGraphicFramePr>
          <p:nvPr/>
        </p:nvGraphicFramePr>
        <p:xfrm>
          <a:off x="649224" y="1298448"/>
          <a:ext cx="10881360" cy="3691188"/>
        </p:xfrm>
        <a:graphic>
          <a:graphicData uri="http://schemas.openxmlformats.org/drawingml/2006/table">
            <a:tbl>
              <a:tblPr firstRow="1" bandRow="1">
                <a:tableStyleId>{5C22544A-7EE6-4342-B048-85BDC9FD1C3A}</a:tableStyleId>
              </a:tblPr>
              <a:tblGrid>
                <a:gridCol w="4206240"/>
                <a:gridCol w="6675120"/>
              </a:tblGrid>
              <a:tr h="457200">
                <a:tc>
                  <a:txBody>
                    <a:bodyPr wrap="square"/>
                    <a:lstStyle/>
                    <a:p>
                      <a:pPr>
                        <a:lnSpc>
                          <a:spcPct val="106000"/>
                        </a:lnSpc>
                        <a:spcAft>
                          <a:spcPts val="0"/>
                        </a:spcAft>
                      </a:pPr>
                      <a:r>
                        <a:rPr sz="1550" b="1" i="0">
                          <a:solidFill>
                            <a:srgbClr val="FFFFFF"/>
                          </a:solidFill>
                          <a:latin typeface="Open Sans"/>
                          <a:ea typeface="Noto Sans CJK KR"/>
                        </a:rPr>
                        <a:t>자료</a:t>
                      </a:r>
                    </a:p>
                  </a:txBody>
                  <a:tcPr marL="109728" marR="91440" marT="54864" marB="45720" anchor="ctr">
                    <a:solidFill>
                      <a:srgbClr val="004C97"/>
                    </a:solidFill>
                  </a:tcPr>
                </a:tc>
                <a:tc>
                  <a:txBody>
                    <a:bodyPr wrap="square"/>
                    <a:lstStyle/>
                    <a:p>
                      <a:pPr>
                        <a:lnSpc>
                          <a:spcPct val="106000"/>
                        </a:lnSpc>
                        <a:spcAft>
                          <a:spcPts val="0"/>
                        </a:spcAft>
                      </a:pPr>
                      <a:r>
                        <a:rPr sz="1550" b="1" i="0">
                          <a:solidFill>
                            <a:srgbClr val="FFFFFF"/>
                          </a:solidFill>
                          <a:latin typeface="Open Sans"/>
                          <a:ea typeface="Noto Sans CJK KR"/>
                        </a:rPr>
                        <a:t>주소</a:t>
                      </a:r>
                    </a:p>
                  </a:txBody>
                  <a:tcPr marL="109728" marR="91440" marT="54864" marB="45720" anchor="ctr">
                    <a:solidFill>
                      <a:srgbClr val="004C97"/>
                    </a:solidFill>
                  </a:tcPr>
                </a:tc>
              </a:tr>
              <a:tr h="666765">
                <a:tc>
                  <a:txBody>
                    <a:bodyPr wrap="square"/>
                    <a:lstStyle/>
                    <a:p>
                      <a:pPr>
                        <a:lnSpc>
                          <a:spcPct val="106000"/>
                        </a:lnSpc>
                        <a:spcAft>
                          <a:spcPts val="0"/>
                        </a:spcAft>
                      </a:pPr>
                      <a:r>
                        <a:rPr sz="1450" b="0" i="0">
                          <a:solidFill>
                            <a:srgbClr val="4E4F51"/>
                          </a:solidFill>
                          <a:latin typeface="Open Sans"/>
                          <a:ea typeface="Noto Sans CJK KR"/>
                        </a:rPr>
                        <a:t>Tosca 2026.1 문서: Model Context Protocol integration</a:t>
                      </a:r>
                    </a:p>
                  </a:txBody>
                  <a:tcPr marL="109728" marR="91440" marT="54864" marB="45720" anchor="ctr">
                    <a:solidFill>
                      <a:srgbClr val="F1F5F9"/>
                    </a:solidFill>
                  </a:tcPr>
                </a:tc>
                <a:tc>
                  <a:txBody>
                    <a:bodyPr wrap="square"/>
                    <a:lstStyle/>
                    <a:p>
                      <a:pPr>
                        <a:lnSpc>
                          <a:spcPct val="106000"/>
                        </a:lnSpc>
                        <a:spcAft>
                          <a:spcPts val="0"/>
                        </a:spcAft>
                      </a:pPr>
                      <a:r>
                        <a:rPr sz="1450" b="0" i="0">
                          <a:solidFill>
                            <a:srgbClr val="4E4F51"/>
                          </a:solidFill>
                          <a:latin typeface="Consolas"/>
                          <a:ea typeface="Noto Sans CJK KR"/>
                        </a:rPr>
                        <a:t>docs.tricentis.com/tosca-2026.1/en-us/content/mcp/overview.htm</a:t>
                      </a:r>
                    </a:p>
                  </a:txBody>
                  <a:tcPr marL="109728" marR="91440" marT="54864" marB="45720" anchor="ctr">
                    <a:solidFill>
                      <a:srgbClr val="F1F5F9"/>
                    </a:solidFill>
                  </a:tcPr>
                </a:tc>
              </a:tr>
              <a:tr h="666765">
                <a:tc>
                  <a:txBody>
                    <a:bodyPr wrap="square"/>
                    <a:lstStyle/>
                    <a:p>
                      <a:pPr>
                        <a:lnSpc>
                          <a:spcPct val="106000"/>
                        </a:lnSpc>
                        <a:spcAft>
                          <a:spcPts val="0"/>
                        </a:spcAft>
                      </a:pPr>
                      <a:r>
                        <a:rPr sz="1450" b="0" i="0">
                          <a:solidFill>
                            <a:srgbClr val="4E4F51"/>
                          </a:solidFill>
                          <a:latin typeface="Open Sans"/>
                          <a:ea typeface="Noto Sans CJK KR"/>
                        </a:rPr>
                        <a:t>Tosca 2026.1 문서: Use Tosca MCP Server</a:t>
                      </a:r>
                    </a:p>
                  </a:txBody>
                  <a:tcPr marL="109728" marR="91440" marT="54864" marB="45720" anchor="ctr">
                    <a:solidFill>
                      <a:srgbClr val="FFFFFF"/>
                    </a:solidFill>
                  </a:tcPr>
                </a:tc>
                <a:tc>
                  <a:txBody>
                    <a:bodyPr wrap="square"/>
                    <a:lstStyle/>
                    <a:p>
                      <a:pPr>
                        <a:lnSpc>
                          <a:spcPct val="106000"/>
                        </a:lnSpc>
                        <a:spcAft>
                          <a:spcPts val="0"/>
                        </a:spcAft>
                      </a:pPr>
                      <a:r>
                        <a:rPr sz="1450" b="0" i="0">
                          <a:solidFill>
                            <a:srgbClr val="4E4F51"/>
                          </a:solidFill>
                          <a:latin typeface="Consolas"/>
                          <a:ea typeface="Noto Sans CJK KR"/>
                        </a:rPr>
                        <a:t>docs.tricentis.com/tosca-2026.1/en-us/content/mcp/use_mcp_server.htm</a:t>
                      </a:r>
                    </a:p>
                  </a:txBody>
                  <a:tcPr marL="109728" marR="91440" marT="54864" marB="45720" anchor="ctr">
                    <a:solidFill>
                      <a:srgbClr val="FFFFFF"/>
                    </a:solidFill>
                  </a:tcPr>
                </a:tc>
              </a:tr>
              <a:tr h="666765">
                <a:tc>
                  <a:txBody>
                    <a:bodyPr wrap="square"/>
                    <a:lstStyle/>
                    <a:p>
                      <a:pPr>
                        <a:lnSpc>
                          <a:spcPct val="106000"/>
                        </a:lnSpc>
                        <a:spcAft>
                          <a:spcPts val="0"/>
                        </a:spcAft>
                      </a:pPr>
                      <a:r>
                        <a:rPr sz="1450" b="0" i="0">
                          <a:solidFill>
                            <a:srgbClr val="4E4F51"/>
                          </a:solidFill>
                          <a:latin typeface="Open Sans"/>
                          <a:ea typeface="Noto Sans CJK KR"/>
                        </a:rPr>
                        <a:t>Tosca 2026.1 LTS 클라이언트 패치 노트</a:t>
                      </a:r>
                    </a:p>
                  </a:txBody>
                  <a:tcPr marL="109728" marR="91440" marT="54864" marB="45720" anchor="ctr">
                    <a:solidFill>
                      <a:srgbClr val="F1F5F9"/>
                    </a:solidFill>
                  </a:tcPr>
                </a:tc>
                <a:tc>
                  <a:txBody>
                    <a:bodyPr wrap="square"/>
                    <a:lstStyle/>
                    <a:p>
                      <a:pPr>
                        <a:lnSpc>
                          <a:spcPct val="106000"/>
                        </a:lnSpc>
                        <a:spcAft>
                          <a:spcPts val="0"/>
                        </a:spcAft>
                      </a:pPr>
                      <a:r>
                        <a:rPr sz="1450" b="0" i="0">
                          <a:solidFill>
                            <a:srgbClr val="4E4F51"/>
                          </a:solidFill>
                          <a:latin typeface="Consolas"/>
                          <a:ea typeface="Noto Sans CJK KR"/>
                        </a:rPr>
                        <a:t>docs.tricentis.com/tosca-2026.1/en-us/content/resources/webhelp/patch_notes_testsuite.htm</a:t>
                      </a:r>
                    </a:p>
                  </a:txBody>
                  <a:tcPr marL="109728" marR="91440" marT="54864" marB="45720" anchor="ctr">
                    <a:solidFill>
                      <a:srgbClr val="F1F5F9"/>
                    </a:solidFill>
                  </a:tcPr>
                </a:tc>
              </a:tr>
              <a:tr h="666765">
                <a:tc>
                  <a:txBody>
                    <a:bodyPr wrap="square"/>
                    <a:lstStyle/>
                    <a:p>
                      <a:pPr>
                        <a:lnSpc>
                          <a:spcPct val="106000"/>
                        </a:lnSpc>
                        <a:spcAft>
                          <a:spcPts val="0"/>
                        </a:spcAft>
                      </a:pPr>
                      <a:r>
                        <a:rPr sz="1450" b="0" i="0">
                          <a:solidFill>
                            <a:srgbClr val="4E4F51"/>
                          </a:solidFill>
                          <a:latin typeface="Open Sans"/>
                          <a:ea typeface="Noto Sans CJK KR"/>
                        </a:rPr>
                        <a:t>Tricentis mcp-skills (Commander MCP 스킬팩)</a:t>
                      </a:r>
                    </a:p>
                  </a:txBody>
                  <a:tcPr marL="109728" marR="91440" marT="54864" marB="45720" anchor="ctr">
                    <a:solidFill>
                      <a:srgbClr val="FFFFFF"/>
                    </a:solidFill>
                  </a:tcPr>
                </a:tc>
                <a:tc>
                  <a:txBody>
                    <a:bodyPr wrap="square"/>
                    <a:lstStyle/>
                    <a:p>
                      <a:pPr>
                        <a:lnSpc>
                          <a:spcPct val="106000"/>
                        </a:lnSpc>
                        <a:spcAft>
                          <a:spcPts val="0"/>
                        </a:spcAft>
                      </a:pPr>
                      <a:r>
                        <a:rPr sz="1450" b="0" i="0">
                          <a:solidFill>
                            <a:srgbClr val="4E4F51"/>
                          </a:solidFill>
                          <a:latin typeface="Consolas"/>
                          <a:ea typeface="Noto Sans CJK KR"/>
                        </a:rPr>
                        <a:t>github.com/Tricentis/mcp-skills/tree/main/Tosca/Commander/MCP</a:t>
                      </a:r>
                    </a:p>
                  </a:txBody>
                  <a:tcPr marL="109728" marR="91440" marT="54864" marB="45720" anchor="ctr">
                    <a:solidFill>
                      <a:srgbClr val="FFFFFF"/>
                    </a:solidFill>
                  </a:tcPr>
                </a:tc>
              </a:tr>
              <a:tr h="566928">
                <a:tc>
                  <a:txBody>
                    <a:bodyPr wrap="square"/>
                    <a:lstStyle/>
                    <a:p>
                      <a:pPr>
                        <a:lnSpc>
                          <a:spcPct val="106000"/>
                        </a:lnSpc>
                        <a:spcAft>
                          <a:spcPts val="0"/>
                        </a:spcAft>
                      </a:pPr>
                      <a:r>
                        <a:rPr sz="1450" b="0" i="0">
                          <a:solidFill>
                            <a:srgbClr val="4E4F51"/>
                          </a:solidFill>
                          <a:latin typeface="Open Sans"/>
                          <a:ea typeface="Noto Sans CJK KR"/>
                        </a:rPr>
                        <a:t>Model Context Protocol 소개</a:t>
                      </a:r>
                    </a:p>
                  </a:txBody>
                  <a:tcPr marL="109728" marR="91440" marT="54864" marB="45720" anchor="ctr">
                    <a:solidFill>
                      <a:srgbClr val="F1F5F9"/>
                    </a:solidFill>
                  </a:tcPr>
                </a:tc>
                <a:tc>
                  <a:txBody>
                    <a:bodyPr wrap="square"/>
                    <a:lstStyle/>
                    <a:p>
                      <a:pPr>
                        <a:lnSpc>
                          <a:spcPct val="106000"/>
                        </a:lnSpc>
                        <a:spcAft>
                          <a:spcPts val="0"/>
                        </a:spcAft>
                      </a:pPr>
                      <a:r>
                        <a:rPr sz="1450" b="0" i="0">
                          <a:solidFill>
                            <a:srgbClr val="4E4F51"/>
                          </a:solidFill>
                          <a:latin typeface="Consolas"/>
                          <a:ea typeface="Noto Sans CJK KR"/>
                        </a:rPr>
                        <a:t>modelcontextprotocol.io</a:t>
                      </a:r>
                    </a:p>
                  </a:txBody>
                  <a:tcPr marL="109728" marR="91440" marT="54864" marB="45720" anchor="ctr">
                    <a:solidFill>
                      <a:srgbClr val="F1F5F9"/>
                    </a:solidFill>
                  </a:tcPr>
                </a:tc>
              </a:tr>
            </a:tbl>
          </a:graphicData>
        </a:graphic>
      </p:graphicFrame>
      <p:sp>
        <p:nvSpPr>
          <p:cNvPr id="6" name="TextBox 5"/>
          <p:cNvSpPr txBox="1"/>
          <p:nvPr/>
        </p:nvSpPr>
        <p:spPr>
          <a:xfrm>
            <a:off x="649224" y="5925312"/>
            <a:ext cx="10881360" cy="420624"/>
          </a:xfrm>
          <a:prstGeom prst="rect">
            <a:avLst/>
          </a:prstGeom>
          <a:noFill/>
        </p:spPr>
        <p:txBody>
          <a:bodyPr wrap="square" lIns="0" rIns="0" tIns="0" bIns="0" anchor="t">
            <a:spAutoFit/>
          </a:bodyPr>
          <a:lstStyle/>
          <a:p>
            <a:pPr algn="l">
              <a:lnSpc>
                <a:spcPct val="112000"/>
              </a:lnSpc>
              <a:spcBef>
                <a:spcPts val="0"/>
              </a:spcBef>
              <a:spcAft>
                <a:spcPts val="400"/>
              </a:spcAft>
            </a:pPr>
            <a:r>
              <a:rPr sz="1250" b="0" i="0">
                <a:solidFill>
                  <a:srgbClr val="4E4F51"/>
                </a:solidFill>
                <a:latin typeface="Open Sans"/>
                <a:ea typeface="Noto Sans CJK KR"/>
              </a:rPr>
              <a:t>도구 목록과 워크플로 이름은 2026년 10월 기준 commander-mcp 스킬팩 1.2.1을 따릅니다.</a:t>
            </a:r>
          </a:p>
        </p:txBody>
      </p:sp>
    </p:spTree>
  </p:cSld>
  <p:clrMapOvr>
    <a:masterClrMapping/>
  </p:clrMapOvr>
</p:sld>
</file>

<file path=ppt/theme/theme1.xml><?xml version="1.0" encoding="utf-8"?>
<a:theme xmlns:a="http://schemas.openxmlformats.org/drawingml/2006/main" name="Tricentis Theme">
  <a:themeElements>
    <a:clrScheme name="Tricentis 2023">
      <a:dk1>
        <a:srgbClr val="181816"/>
      </a:dk1>
      <a:lt1>
        <a:srgbClr val="FFFFFF"/>
      </a:lt1>
      <a:dk2>
        <a:srgbClr val="4E4F51"/>
      </a:dk2>
      <a:lt2>
        <a:srgbClr val="898D8D"/>
      </a:lt2>
      <a:accent1>
        <a:srgbClr val="004C97"/>
      </a:accent1>
      <a:accent2>
        <a:srgbClr val="1C375D"/>
      </a:accent2>
      <a:accent3>
        <a:srgbClr val="007FFD"/>
      </a:accent3>
      <a:accent4>
        <a:srgbClr val="0E88AE"/>
      </a:accent4>
      <a:accent5>
        <a:srgbClr val="5BC9E6"/>
      </a:accent5>
      <a:accent6>
        <a:srgbClr val="D2D755"/>
      </a:accent6>
      <a:hlink>
        <a:srgbClr val="0E88AE"/>
      </a:hlink>
      <a:folHlink>
        <a:srgbClr val="5BC9E6"/>
      </a:folHlink>
    </a:clrScheme>
    <a:fontScheme name="Tricentis Font Theme">
      <a:majorFont>
        <a:latin typeface="Open Sans"/>
        <a:ea typeface=""/>
        <a:cs typeface=""/>
      </a:majorFont>
      <a:minorFont>
        <a:latin typeface="Open Sans Light"/>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ln>
          <a:solidFill>
            <a:schemeClr val="accent1"/>
          </a:solidFill>
        </a:ln>
      </a:spPr>
      <a:bodyPr rtlCol="0" anchor="ctr"/>
      <a:lstStyle>
        <a:defPPr algn="ctr">
          <a:defRPr dirty="0" err="1" smtClean="0"/>
        </a:defPPr>
      </a:lstStyle>
      <a:style>
        <a:lnRef idx="2">
          <a:schemeClr val="accent1">
            <a:shade val="50000"/>
          </a:schemeClr>
        </a:lnRef>
        <a:fillRef idx="1">
          <a:schemeClr val="accent1"/>
        </a:fillRef>
        <a:effectRef idx="0">
          <a:schemeClr val="accent1"/>
        </a:effectRef>
        <a:fontRef idx="minor">
          <a:schemeClr val="lt1"/>
        </a:fontRef>
      </a:style>
    </a:spDef>
    <a:lnDef>
      <a:spPr>
        <a:ln w="9525"/>
      </a:spPr>
      <a:bodyPr/>
      <a:lstStyle/>
      <a:style>
        <a:lnRef idx="1">
          <a:schemeClr val="accent1"/>
        </a:lnRef>
        <a:fillRef idx="0">
          <a:schemeClr val="accent1"/>
        </a:fillRef>
        <a:effectRef idx="0">
          <a:schemeClr val="accent1"/>
        </a:effectRef>
        <a:fontRef idx="minor">
          <a:schemeClr val="tx1"/>
        </a:fontRef>
      </a:style>
    </a:lnDef>
    <a:txDef>
      <a:spPr>
        <a:noFill/>
      </a:spPr>
      <a:bodyPr wrap="none" rtlCol="0">
        <a:spAutoFit/>
      </a:bodyPr>
      <a:lstStyle>
        <a:defPPr algn="l">
          <a:defRPr dirty="0" err="1" smtClean="0">
            <a:solidFill>
              <a:schemeClr val="tx2"/>
            </a:solidFill>
          </a:defRPr>
        </a:defPPr>
      </a:lstStyle>
    </a:txDef>
  </a:objectDefaults>
  <a:extraClrSchemeLst/>
  <a:custClrLst>
    <a:custClr name="Accelerate">
      <a:srgbClr val="FF6C0E"/>
    </a:custClr>
    <a:custClr name="Fusion">
      <a:srgbClr val="FFB400"/>
    </a:custClr>
    <a:custClr name="Chestnut">
      <a:srgbClr val="988078"/>
    </a:custClr>
  </a:custClrLst>
  <a:extLst>
    <a:ext uri="{05A4C25C-085E-4340-85A3-A5531E510DB2}">
      <thm15:themeFamily xmlns:thm15="http://schemas.microsoft.com/office/thememl/2012/main" name="00. TRI_Master 2023_ A_Left justified" id="{1DF7233C-37B4-0442-B6B4-D31D7D0EA779}" vid="{8E2B58B7-BF77-4E47-969E-90B0CCE0BA55}"/>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Application>Microsoft Office PowerPoint</Application>
  <PresentationFormat>Widescreen</PresentationFormat>
  <Slides>46</Slides>
  <Notes>46</Notes>
  <Company/>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Tosca Commander MCP 입문</dc:title>
  <dc:creator>QA 교육</dc:creator>
  <cp:lastModifiedBy>QA 교육</cp:lastModifiedBy>
  <cp:revision>1</cp:revision>
  <dcterms:created xsi:type="dcterms:W3CDTF">2026-10-26T06:52:15Z</dcterms:created>
  <dcterms:modified xsi:type="dcterms:W3CDTF">2026-10-26T06:52:15Z</dcterms:modified>
  <dc:subject>AI 어시스턴트로 테스트케이스 만들기</dc:subject>
  <cp:keywords>Tosca Commander, MCP, AI 어시스턴트, 교육</cp:keywords>
</cp:coreProperties>
</file>