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7"/>
    <p:sldId id="257" r:id="rId6"/>
    <p:sldId id="258" r:id="rId9"/>
    <p:sldId id="259" r:id="rId10"/>
    <p:sldId id="260" r:id="rId11"/>
    <p:sldId id="261" r:id="rId12"/>
    <p:sldId id="262" r:id="rId13"/>
    <p:sldId id="263" r:id="rId14"/>
    <p:sldId id="264" r:id="rId5"/>
    <p:sldId id="265" r:id="rId4"/>
    <p:sldId id="266" r:id="rId3"/>
    <p:sldId id="267" r:id="rId2"/>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55" d="100"/>
          <a:sy n="155" d="100"/>
        </p:scale>
        <p:origin x="390" y="15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2.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소개. 오늘은 Tosca Commander에 들어 있는 MCP Server를 써서, VS Code의 GitHub Copilot에게 말로 요청해 테스트케이스를 만드는 방법을 배운다. 기준 버전은 Commander 2026.1 LTS Patch 1 이상이고, Tricentis가 공개한 commander-mcp 스킬팩 1.2.1 내용을 기준으로 했다. Tosca를 많이 안 써 본 분도 따라올 수 있게 용어부터 짚고 간다.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세 가지다. MCP Server가 Commander와 AI 사이에서 무엇을 하는지 설명할 수 있고, 기존 모듈로 테스트케이스를 만들어 ScratchBook에서 검증할 수 있고, 프롬프트를 네 가지 요소로 써서 템플릿을 업무에 맞게 고칠 수 있으면 된다. 오늘 실습에서 만든 테스트케이스와 프롬프트는 그대로 가져가서 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3시간 20분 중 절반 가까이가 실습이다. 이론은 실습에 필요한 만큼만 다룬다. 실습은 1부와 2부로 나누고 사이에 10분 쉰다. 휴식 전까지 95분 연속이므로 Lab 사이사이 진행 상황을 확인한다. 실습 결과 칸은 실습 내용을 정한 뒤 채운다.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돌려주는 답에는 Tosca 용어가 그대로 나온다. 용어를 모르면 결과가 맞는지 판단할 수 없다. 8개만 기억하면 오늘 실습은 충분하다. 특히 ActionMode의 Input과 Verify 차이, ScratchBook과 ExecutionList 차이는 실습에서 계속 나오니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Tosca 테스트는 화면을 스캔해 모듈을 만들고, 모듈을 조합해 테스트케이스를 만들고, 실행해서 결과를 보는 순서로 만들어진다. MCP로 AI가 도와줄 수 있는 구간은 2번부터 5번까지다. 2번은 이미 있는 모듈을 찾아 쓰는 것까지다. 1번 화면 스캔은 XScan 화면에서 사람이 해야 하고, AI는 화면을 스캔해 UI 모듈을 만들 수 없다. 그래서 실습에 쓸 모듈은 미리 스캔해 둔다. 참고로 API 모듈은 MCP 도구로 만들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1은 25분. MCP 자체를 깊게 파지는 않는다. 오늘 실습을 이해하는 데 필요한 정도, 그리고 AI에게 맡기면 안 되는 일이 무엇인지까지가 목표다.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MCP는 Model Context Protocol의 약자다. AI 앱이 외부 프로그램의 기능을 도구처럼 불러 쓸 수 있게 해 주는 공개 규격이다. 예전에는 AI 앱과 프로그램을 잇는 연동을 조합마다 따로 만들어야 했다. MCP가 생긴 뒤로는 각자 규격 하나만 맞추면 된다. VS Code의 GitHub Copilot도 MCP를 지원하므로, Commander의 MCP 서버 주소만 등록하면 Copilot이 Tosca 도구를 쓸 수 있다. 2024년 11월 Anthropic이 공개했고, 2025년 12월 Linux Foundation 산하 Agentic AI Foundation으로 넘어갔다.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Host는 우리가 직접 쓰는 AI 앱이다. 오늘은 GitHub Copilot이 들어 있는 VS Code. Client는 VS Code 안에 들어 있어서 MCP 서버와 통신을 맡는다. 사용자가 따로 신경 쓸 일은 없다. Server는 기능을 도구 형태로 내놓는 쪽이고, 오늘은 Tosca MCP Server가 여기에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단계 흐름을 실습 내내 보게 된다. 특히 2번, AI가 어떤 도구를 쓸지와 도구에 넣을 값을 스스로 고른다는 점이 중요하다. 그래서 프롬프트가 구체적이어야 한다. 도구가 여러 개 필요한 요청이면 2번에서 4번까지를 여러 번 반복한다.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Tosca MCP Server는 별도 프로그램이 아니라 Commander에 들어 있는 애드인이다. VS Code도 같은 PC에서 돌고, 내 PC 안의 주소로 Commander에 붙는다. 2026.1 LTS Patch 1부터 들어갔고, Patch 2부터는 기본으로 켜져 있다. Commander가 실행되는 동안 내 PC 안에서만 접속되는 주소로 열린다. 그래서 Commander와 워크스페이스가 열려 있어야만 쓸 수 있다. AI는 워크스페이스를 연 사람의 권한으로 움직이고, 멀티 유저라면 체크아웃 체크인 규칙도 똑같이 지켜야 한다. Copilot이 쓰는 모델은 클라우드에서 돌기 때문에, 요청과 결과 일부가 모델 쪽으로 전달된다. 사내 AI 사용 정책을 확인하고 쓰자.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자동화 테스트케이스 하나를 만든다고 해 보자. 직접 하면 폴더 만들고, 모듈을 끌어다 놓고, 값을 하나씩 넣고, ActionMode를 바꾸고, 실행하고, 고치는 일을 전부 클릭으로 한다. MCP를 쓰면 사람이 하는 일은 요청하고, 계획을 확인하고, 결과를 검토하는 세 가지로 줄어든다. 단, 검토를 건너뛰면 안 된다. AI가 고른 모듈이나 값이 틀릴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Tosca MCP Server가 내놓는 도구는 스킬팩 1.2.1 기준 32개다. 외울 필요는 없다. AI가 알아서 고른다. 다만 어떤 묶음이 있는지 알면 무엇을 시킬 수 있는지 감이 온다. 실습에서 주로 쓰는 것은 조회, 작성, 실행 묶음이다. 실제 목록은 Commander 패치에 따라 조금 다를 수 있으니, VS Code의 Open Customizations → Tools에서 tosca-commander 묶음을 펼쳐 보거나 Copilot에게 도구 목록을 물어본다.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맡기지 않을 일도 미리 정해 둔다. 화면 스캔은 AI가 못 한다. UI 모듈은 사람이 XScan으로 만든다. 비밀번호 같은 민감 정보는 사람이 넣는다. Data Integrity 연결을 AI가 만들면 Allow AI queries 옵션이 꺼진 채로 만들어지고, 켜는 건 사람이 Connection Manager에서 한다. 삭제는 되돌릴 수 없으니 목록 확인 후 따로 승인한다. 실패가 진짜 결함인지 판단하는 것도 사람 몫이다. 테스트를 고쳐서 결함을 덮으면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전에 이 네 가지가 준비돼 있어야 한다. Commander는 2026.1 LTS Patch 1 이상이어야 하고, Patch 1이라면 MCP Server 애드인을 직접 켜야 한다. VS Code는 최신 버전으로 올리고 GitHub Copilot에 로그인한다. 회사 계정(Copilot Business, Enterprise)은 조직 정책 'MCP servers in Copilot'이 켜져 있어야 MCP 서버를 쓸 수 있는데, 기본값이 꺼짐이라 관리자 확인이 먼저다. 스킬팩은 VS Code용으로 설치한다. VS Code용은 프로젝트 폴더에만 설치되므로, 실습 때 VS Code에서 그 폴더를 연다.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 Code에서는 명령 팔레트의 MCP: Add Server로 등록한다. HTTP를 고르고 주소를 넣고, 서버 ID는 스킬팩 안내와 같게 tosca-commander로 한다. 저장 위치는 Global 다음 Copilot Global. 그러면 오른쪽 내용이 사용자 폴더의 .copilot/mcp-config.json에 저장된다. 인터넷 예제에 자주 나오는 .vscode/mcp.json은 servers 키를 쓰는 예전 형식이라 섞어 쓰면 안 된다. 등록한 뒤에는 채팅 창에서 Agent를 고르고, 도구 목록에 tosca-commander가 켜져 있는지 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Copilot은 도구를 쓰기 전에 확인 창을 띄운다. 도구 이름과 입력값이 나오니 펼쳐서 읽고 허용한다. 허용 범위는 한 번, 이 세션, 이 워크스페이스, 항상 중에서 고를 수 있다. 조회 도구는 세션 동안 허용해도 되지만, 만들거나 바꾸거나 지우는 도구는 매번 한 번만 허용한다. 권한 수준은 기본값인 Manual permissions를 그대로 둔다. Allow all이나 Autopilot은 확인 없이 다 실행하므로 실습에서 쓰지 않는다. 허용을 잘못 눌렀으면 Chat: Reset Tool Confirmations로 되돌린다.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실습. 워크북 3장을 펴게 한다. 각 Lab의 프롬프트는 워크북에 그대로 있으니 복사해서 쓰면 된다. 대괄호 부분만 자기 값으로 바꾼다. 실습은 처음부터 끝까지 VS Code의 한 채팅 세션에서 이어서 한다. 새 채팅을 열면 Copilot이 앞의 작업을 기억하지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이 슬라이드에는 실습할 화면과 미리 준비한 모듈을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되돌리기 쉬운 작업(조회)부터 시작하고, 만들기, 실행, 저장 순서로 배치하면 실습 중 사고가 적다.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오른쪽에는 결과 화면 캡처나 Copilot 응답 예시를 넣는다.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오른쪽에는 결과 화면 캡처나 Copilot 응답 예시를 넣는다.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오른쪽에는 결과 화면 캡처나 Copilot 응답 예시를 넣는다.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10분 쉰다. 앞 Lab이 끝나지 않은 사람은 쉬는 동안 도와준다. Commander와 VS Code 채팅 창은 닫지 않고 그대로 둔다.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오른쪽에는 결과 화면 캡처나 Copilot 응답 예시를 넣는다.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오른쪽에는 결과 화면 캡처나 Copilot 응답 예시를 넣는다.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틀 슬라이드입니다. 대괄호 부분을 실습 내용으로 바꿔 넣으세요. 발표자 노트에는 이 Lab에서 강조할 점, 시작 전에 확인할 화면, 자주 막히는 지점을 적어 둡니다. 오른쪽에는 결과 화면 캡처나 Copilot 응답 예시를 넣는다.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자주 막히는 지점이다. 대부분 Commander가 닫혀 있거나, VS Code에서 서버가 멈춰 있거나, 경로가 틀렸거나, 저장을 안 한 경우다. 서버 문제는 MCP: List Servers에서 Show Output으로 로그를 보면 빨리 찾는다. 그래도 안 되면 Copilot 응답을 그대로 복사해 보여 달라고 한다. 어떤 도구가 어떤 오류를 냈는지가 가장 빠른 단서다.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 손으로 해 봤으니, 이제 실제 업무에 어디에 쓸지와 프롬프트를 어떻게 써야 원하는 결과가 나오는지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워크플로와 도구를 기준으로 업무에 바로 적용해 볼 수 있는 쓰임새를 여섯 가지로 묶었다. 실습에서 해 본 것과 연결해 설명한다. 4번 실패 원인 분석은 야간 실행 결과를 볼 때 쓸모가 크다. 6번 중 API 모듈 만들기는 대응하는 공식 워크플로가 없어 템플릿이 없으므로 네 요소로 직접 쓴다. Data Integrity는 라이선스와 권한 설정이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AI는 프롬프트를 읽고 도구에 넣을 값을 뽑아낸다. 경로를 적으면 create_test_cases의 path가 되고, 모듈 범위를 적으면 list_assets의 검색 범위가 된다. 반대로 프롬프트에 없는 정보는 AI가 추측하거나 다시 묻는다. 추측이 틀리면 엉뚱한 폴더에 테스트케이스가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Tricentis는 MCP 프롬프트를 쓸 때 구체적으로 쓰고, 맥락을 주고, 단계를 나눠 요청하라고 권한다. 이걸 실무에서 바로 쓰기 좋게 대상, 작업, 조건, 확인 네 가지로 정리했다. 아래 예시처럼 네 가지가 다 들어가면 AI가 추측할 여지가 거의 없다.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실제로 자주 보는 요청이다. 짧고 편하지만 AI가 추측해야 할 게 많다. 가운데는 같은 의도를 네 요소로 고쳐 쓴 것이다. 두 번째와 세 번째 예시는 특히 위험한 경우다. 분석과 수정을 한 번에 시키면 결함을 테스트 수정으로 덮을 수 있고, 정리해 달라는 말은 삭제로 이어질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가지 중 가장 중요한 것은 세 번째, 바꾸는 일은 계획부터다. 계획을 보면 AI가 무엇을 오해했는지 실행 전에 알 수 있다. 나머지는 계획을 더 정확하게 만들기 위한 요령이다. 공통 머리말 템플릿 T00에 이 요령들을 규칙으로 넣어 두었다.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 지금 바로 쓸 수 있는 템플릿을 소개한다. 전체 문구는 워크북 5장에 있으니 슬라이드에서는 구성과 쓰는 법만 본다.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구분할 것이 있다. Tricentis가 공개한 commander-mcp 스킬팩 1.2.1에 들어 있는 것은 AI가 따라 하는 작업 순서, 즉 워크플로 템플릿 18종이다. 이건 AI용이고 Tricentis가 제공한다. 다만 VS Code용 팩은 짧은 지침 파일만 설치하고 이 워크플로 문서는 넣지 않는다. 그래서 VS Code에서는 사람이 입력하는 템플릿이 그 내용을 대신 전한다. 사람이 입력하는 프롬프트 템플릿 T00~T18은 이 과정에서 그 18종에 하나씩 맞춰 만든 것이다. 번호는 대응 관계를 찾기 쉽게 공식 목록 순서를 따랐다.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T00은 앞에서 본 작성 요령을 규칙으로 바꾼 것이다. 채팅을 시작할 때 한 번 붙여 넣으면 이후 요청에 계속 적용된다. 5번 규칙은 Commander가 대화상자 때문에 멈추는 일을 막는다. VS Code용 팩에는 워크플로 문서가 없으므로 T00을 빼먹지 않게 한다.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템플릿마다 같은 구성이다. 언제 쓰는지, 프롬프트 본문, 작성 예시, AI가 주로 쓰는 도구, 확인할 점. 본문의 대괄호 부분만 바꿔 쓰면 된다. T06은 자동화 테스트케이스를 계획부터 받는 템플릿이다. 대응하는 공식 워크플로는 author-automated-test-case다.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쓸 때는 이 순서를 따른다. 채팅을 시작하면 T00 머리말을 먼저 붙여 넣는다. 하려는 일에 맞는 템플릿을 고르고, 대괄호를 채운다. AI가 계획을 보여주면 확인하고 승인한다. 결과를 검토하고 저장한다. 그리고 써 보니 잘 된 프롬프트는 팀 템플릿에 추가해서 같이 쓴다.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내용을 세 줄로 정리한다. 다음 단계로 사내 앱에 바로 적용해 보길 권한다. 모듈이 준비되지 않은 앱은 MCP로 할 수 있는 게 거의 없으니, 모듈 준비가 첫 번째다. 질문 받는다.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 출처다. 도구 목록과 워크플로 이름은 2026년 10월 기준 commander-mcp 스킬팩 1.2.1을, VS Code 메뉴 이름은 2026년 10월 VS Code 문서를 따랐다. 스킬팩이나 VS Code가 바뀌면 함께 고친다.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2.png"/><Relationship Id="rId4" Type="http://schemas.openxmlformats.org/officeDocument/2006/relationships/image" Target="../media/image3.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 Id="rId3" Type="http://schemas.openxmlformats.org/officeDocument/2006/relationships/image" Target="../media/image2.png"/><Relationship Id="rId4" Type="http://schemas.openxmlformats.org/officeDocument/2006/relationships/image" Target="../media/image3.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A9DDA3A-52E2-D5CB-116C-67B06351153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00" y="-22571"/>
            <a:ext cx="12196800" cy="6880571"/>
          </a:xfrm>
          <a:prstGeom prst="rect">
            <a:avLst/>
          </a:prstGeom>
        </p:spPr>
      </p:pic>
      <p:sp>
        <p:nvSpPr>
          <p:cNvPr id="2" name="Title 1">
            <a:extLst>
              <a:ext uri="{FF2B5EF4-FFF2-40B4-BE49-F238E27FC236}">
                <a16:creationId xmlns:a16="http://schemas.microsoft.com/office/drawing/2014/main" id="{C2BCD4FA-1DD7-44F1-92EE-79F7D5C3F582}"/>
              </a:ext>
            </a:extLst>
          </p:cNvPr>
          <p:cNvSpPr>
            <a:spLocks noGrp="1"/>
          </p:cNvSpPr>
          <p:nvPr>
            <p:ph type="ctrTitle" hasCustomPrompt="1"/>
          </p:nvPr>
        </p:nvSpPr>
        <p:spPr>
          <a:xfrm>
            <a:off x="659304" y="1612585"/>
            <a:ext cx="7313071" cy="1701105"/>
          </a:xfrm>
        </p:spPr>
        <p:txBody>
          <a:bodyPr anchor="b">
            <a:noAutofit/>
          </a:bodyPr>
          <a:lstStyle>
            <a:lvl1pPr algn="l">
              <a:defRPr sz="4000"/>
            </a:lvl1pPr>
          </a:lstStyle>
          <a:p>
            <a:r>
              <a:rPr lang="en-US" dirty="0"/>
              <a:t>[Insert title here]</a:t>
            </a:r>
          </a:p>
        </p:txBody>
      </p:sp>
      <p:sp>
        <p:nvSpPr>
          <p:cNvPr id="3" name="Subtitle 2">
            <a:extLst>
              <a:ext uri="{FF2B5EF4-FFF2-40B4-BE49-F238E27FC236}">
                <a16:creationId xmlns:a16="http://schemas.microsoft.com/office/drawing/2014/main" id="{0FD38753-5618-4399-98B6-641235EA5E9C}"/>
              </a:ext>
            </a:extLst>
          </p:cNvPr>
          <p:cNvSpPr>
            <a:spLocks noGrp="1"/>
          </p:cNvSpPr>
          <p:nvPr>
            <p:ph type="subTitle" idx="1" hasCustomPrompt="1"/>
          </p:nvPr>
        </p:nvSpPr>
        <p:spPr>
          <a:xfrm>
            <a:off x="652463" y="3842379"/>
            <a:ext cx="7295783" cy="1415420"/>
          </a:xfrm>
        </p:spPr>
        <p:txBody>
          <a:bodyPr>
            <a:no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[Insert subtitle here]</a:t>
            </a:r>
          </a:p>
        </p:txBody>
      </p:sp>
      <p:grpSp>
        <p:nvGrpSpPr>
          <p:cNvPr id="14" name="Graphic 6">
            <a:extLst>
              <a:ext uri="{FF2B5EF4-FFF2-40B4-BE49-F238E27FC236}">
                <a16:creationId xmlns:a16="http://schemas.microsoft.com/office/drawing/2014/main" id="{6A318EF2-F713-47CA-BFAF-32E41F0D01D9}"/>
              </a:ext>
            </a:extLst>
          </p:cNvPr>
          <p:cNvGrpSpPr/>
          <p:nvPr userDrawn="1"/>
        </p:nvGrpSpPr>
        <p:grpSpPr>
          <a:xfrm>
            <a:off x="335933" y="508051"/>
            <a:ext cx="3130969" cy="644467"/>
            <a:chOff x="335933" y="374658"/>
            <a:chExt cx="3130969" cy="644467"/>
          </a:xfrm>
          <a:solidFill>
            <a:srgbClr val="0D4E96"/>
          </a:solidFill>
        </p:grpSpPr>
        <p:grpSp>
          <p:nvGrpSpPr>
            <p:cNvPr id="15" name="Graphic 6">
              <a:extLst>
                <a:ext uri="{FF2B5EF4-FFF2-40B4-BE49-F238E27FC236}">
                  <a16:creationId xmlns:a16="http://schemas.microsoft.com/office/drawing/2014/main" id="{BFB1FC13-4601-43F1-BD0E-12379D73F080}"/>
                </a:ext>
              </a:extLst>
            </p:cNvPr>
            <p:cNvGrpSpPr/>
            <p:nvPr/>
          </p:nvGrpSpPr>
          <p:grpSpPr>
            <a:xfrm>
              <a:off x="1000369" y="435515"/>
              <a:ext cx="2466533" cy="515146"/>
              <a:chOff x="1000369" y="435515"/>
              <a:chExt cx="2466533" cy="515146"/>
            </a:xfrm>
            <a:solidFill>
              <a:srgbClr val="0D4E96"/>
            </a:solidFill>
          </p:grpSpPr>
          <p:sp>
            <p:nvSpPr>
              <p:cNvPr id="30" name="Freeform: Shape 29">
                <a:extLst>
                  <a:ext uri="{FF2B5EF4-FFF2-40B4-BE49-F238E27FC236}">
                    <a16:creationId xmlns:a16="http://schemas.microsoft.com/office/drawing/2014/main" id="{E3C04A37-4BDC-4123-9386-472B0D8D23CE}"/>
                  </a:ext>
                </a:extLst>
              </p:cNvPr>
              <p:cNvSpPr/>
              <p:nvPr/>
            </p:nvSpPr>
            <p:spPr>
              <a:xfrm>
                <a:off x="1000369" y="447876"/>
                <a:ext cx="410191" cy="495771"/>
              </a:xfrm>
              <a:custGeom>
                <a:avLst/>
                <a:gdLst>
                  <a:gd name="connsiteX0" fmla="*/ 410191 w 410191"/>
                  <a:gd name="connsiteY0" fmla="*/ 0 h 495771"/>
                  <a:gd name="connsiteX1" fmla="*/ 0 w 410191"/>
                  <a:gd name="connsiteY1" fmla="*/ 0 h 495771"/>
                  <a:gd name="connsiteX2" fmla="*/ 0 w 410191"/>
                  <a:gd name="connsiteY2" fmla="*/ 75953 h 495771"/>
                  <a:gd name="connsiteX3" fmla="*/ 164980 w 410191"/>
                  <a:gd name="connsiteY3" fmla="*/ 75953 h 495771"/>
                  <a:gd name="connsiteX4" fmla="*/ 164980 w 410191"/>
                  <a:gd name="connsiteY4" fmla="*/ 495772 h 495771"/>
                  <a:gd name="connsiteX5" fmla="*/ 245211 w 410191"/>
                  <a:gd name="connsiteY5" fmla="*/ 495772 h 495771"/>
                  <a:gd name="connsiteX6" fmla="*/ 245211 w 410191"/>
                  <a:gd name="connsiteY6" fmla="*/ 75953 h 495771"/>
                  <a:gd name="connsiteX7" fmla="*/ 410191 w 410191"/>
                  <a:gd name="connsiteY7" fmla="*/ 75953 h 495771"/>
                  <a:gd name="connsiteX8" fmla="*/ 410191 w 410191"/>
                  <a:gd name="connsiteY8" fmla="*/ 0 h 4957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0191" h="495771">
                    <a:moveTo>
                      <a:pt x="410191" y="0"/>
                    </a:moveTo>
                    <a:lnTo>
                      <a:pt x="0" y="0"/>
                    </a:lnTo>
                    <a:lnTo>
                      <a:pt x="0" y="75953"/>
                    </a:lnTo>
                    <a:lnTo>
                      <a:pt x="164980" y="75953"/>
                    </a:lnTo>
                    <a:lnTo>
                      <a:pt x="164980" y="495772"/>
                    </a:lnTo>
                    <a:lnTo>
                      <a:pt x="245211" y="495772"/>
                    </a:lnTo>
                    <a:lnTo>
                      <a:pt x="245211" y="75953"/>
                    </a:lnTo>
                    <a:lnTo>
                      <a:pt x="410191" y="75953"/>
                    </a:lnTo>
                    <a:lnTo>
                      <a:pt x="410191" y="0"/>
                    </a:lnTo>
                    <a:close/>
                  </a:path>
                </a:pathLst>
              </a:custGeom>
              <a:solidFill>
                <a:srgbClr val="0D4E96"/>
              </a:solidFill>
              <a:ln w="11886"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AA0A0D2-4A44-4C24-897B-727048EEF762}"/>
                  </a:ext>
                </a:extLst>
              </p:cNvPr>
              <p:cNvSpPr/>
              <p:nvPr/>
            </p:nvSpPr>
            <p:spPr>
              <a:xfrm>
                <a:off x="1346613" y="569672"/>
                <a:ext cx="215377" cy="373976"/>
              </a:xfrm>
              <a:custGeom>
                <a:avLst/>
                <a:gdLst>
                  <a:gd name="connsiteX0" fmla="*/ 78686 w 215377"/>
                  <a:gd name="connsiteY0" fmla="*/ 49841 h 373976"/>
                  <a:gd name="connsiteX1" fmla="*/ 71317 w 215377"/>
                  <a:gd name="connsiteY1" fmla="*/ 6932 h 373976"/>
                  <a:gd name="connsiteX2" fmla="*/ 0 w 215377"/>
                  <a:gd name="connsiteY2" fmla="*/ 6932 h 373976"/>
                  <a:gd name="connsiteX3" fmla="*/ 0 w 215377"/>
                  <a:gd name="connsiteY3" fmla="*/ 373976 h 373976"/>
                  <a:gd name="connsiteX4" fmla="*/ 80113 w 215377"/>
                  <a:gd name="connsiteY4" fmla="*/ 373976 h 373976"/>
                  <a:gd name="connsiteX5" fmla="*/ 80113 w 215377"/>
                  <a:gd name="connsiteY5" fmla="*/ 131023 h 373976"/>
                  <a:gd name="connsiteX6" fmla="*/ 129678 w 215377"/>
                  <a:gd name="connsiteY6" fmla="*/ 92393 h 373976"/>
                  <a:gd name="connsiteX7" fmla="*/ 200995 w 215377"/>
                  <a:gd name="connsiteY7" fmla="*/ 77417 h 373976"/>
                  <a:gd name="connsiteX8" fmla="*/ 215377 w 215377"/>
                  <a:gd name="connsiteY8" fmla="*/ 77417 h 373976"/>
                  <a:gd name="connsiteX9" fmla="*/ 215377 w 215377"/>
                  <a:gd name="connsiteY9" fmla="*/ 38 h 373976"/>
                  <a:gd name="connsiteX10" fmla="*/ 200995 w 215377"/>
                  <a:gd name="connsiteY10" fmla="*/ 38 h 373976"/>
                  <a:gd name="connsiteX11" fmla="*/ 78686 w 215377"/>
                  <a:gd name="connsiteY11" fmla="*/ 49841 h 3739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5377" h="373976">
                    <a:moveTo>
                      <a:pt x="78686" y="49841"/>
                    </a:moveTo>
                    <a:lnTo>
                      <a:pt x="71317" y="6932"/>
                    </a:lnTo>
                    <a:lnTo>
                      <a:pt x="0" y="6932"/>
                    </a:lnTo>
                    <a:lnTo>
                      <a:pt x="0" y="373976"/>
                    </a:lnTo>
                    <a:lnTo>
                      <a:pt x="80113" y="373976"/>
                    </a:lnTo>
                    <a:lnTo>
                      <a:pt x="80113" y="131023"/>
                    </a:lnTo>
                    <a:cubicBezTo>
                      <a:pt x="93045" y="114107"/>
                      <a:pt x="110113" y="100804"/>
                      <a:pt x="129678" y="92393"/>
                    </a:cubicBezTo>
                    <a:cubicBezTo>
                      <a:pt x="152131" y="82423"/>
                      <a:pt x="176426" y="77319"/>
                      <a:pt x="200995" y="77417"/>
                    </a:cubicBezTo>
                    <a:lnTo>
                      <a:pt x="215377" y="77417"/>
                    </a:lnTo>
                    <a:lnTo>
                      <a:pt x="215377" y="38"/>
                    </a:lnTo>
                    <a:lnTo>
                      <a:pt x="200995" y="38"/>
                    </a:lnTo>
                    <a:cubicBezTo>
                      <a:pt x="155103" y="-941"/>
                      <a:pt x="110838" y="17080"/>
                      <a:pt x="78686" y="49841"/>
                    </a:cubicBezTo>
                    <a:close/>
                  </a:path>
                </a:pathLst>
              </a:custGeom>
              <a:solidFill>
                <a:srgbClr val="0D4E96"/>
              </a:solidFill>
              <a:ln w="11886" cap="flat">
                <a:noFill/>
                <a:prstDash val="solid"/>
                <a:miter/>
              </a:ln>
            </p:spPr>
            <p:txBody>
              <a:bodyPr rtlCol="0" anchor="ctr"/>
              <a:lstStyle/>
              <a:p>
                <a:endParaRPr lang="en-US"/>
              </a:p>
            </p:txBody>
          </p:sp>
          <p:grpSp>
            <p:nvGrpSpPr>
              <p:cNvPr id="32" name="Graphic 6">
                <a:extLst>
                  <a:ext uri="{FF2B5EF4-FFF2-40B4-BE49-F238E27FC236}">
                    <a16:creationId xmlns:a16="http://schemas.microsoft.com/office/drawing/2014/main" id="{1018E060-F71B-4686-BC0C-CFDA850345EE}"/>
                  </a:ext>
                </a:extLst>
              </p:cNvPr>
              <p:cNvGrpSpPr/>
              <p:nvPr/>
            </p:nvGrpSpPr>
            <p:grpSpPr>
              <a:xfrm>
                <a:off x="1602284" y="435515"/>
                <a:ext cx="84986" cy="508252"/>
                <a:chOff x="1602284" y="435515"/>
                <a:chExt cx="84986" cy="508252"/>
              </a:xfrm>
              <a:solidFill>
                <a:srgbClr val="0D4E96"/>
              </a:solidFill>
            </p:grpSpPr>
            <p:sp>
              <p:nvSpPr>
                <p:cNvPr id="41" name="Freeform: Shape 40">
                  <a:extLst>
                    <a:ext uri="{FF2B5EF4-FFF2-40B4-BE49-F238E27FC236}">
                      <a16:creationId xmlns:a16="http://schemas.microsoft.com/office/drawing/2014/main" id="{257C4F79-498B-4B07-B577-A16A2F4357BC}"/>
                    </a:ext>
                  </a:extLst>
                </p:cNvPr>
                <p:cNvSpPr/>
                <p:nvPr/>
              </p:nvSpPr>
              <p:spPr>
                <a:xfrm>
                  <a:off x="1602284" y="435515"/>
                  <a:ext cx="84986" cy="84986"/>
                </a:xfrm>
                <a:custGeom>
                  <a:avLst/>
                  <a:gdLst>
                    <a:gd name="connsiteX0" fmla="*/ 0 w 84986"/>
                    <a:gd name="connsiteY0" fmla="*/ 0 h 84986"/>
                    <a:gd name="connsiteX1" fmla="*/ 84986 w 84986"/>
                    <a:gd name="connsiteY1" fmla="*/ 0 h 84986"/>
                    <a:gd name="connsiteX2" fmla="*/ 84986 w 84986"/>
                    <a:gd name="connsiteY2" fmla="*/ 84986 h 84986"/>
                    <a:gd name="connsiteX3" fmla="*/ 0 w 84986"/>
                    <a:gd name="connsiteY3" fmla="*/ 84986 h 84986"/>
                  </a:gdLst>
                  <a:ahLst/>
                  <a:cxnLst>
                    <a:cxn ang="0">
                      <a:pos x="connsiteX0" y="connsiteY0"/>
                    </a:cxn>
                    <a:cxn ang="0">
                      <a:pos x="connsiteX1" y="connsiteY1"/>
                    </a:cxn>
                    <a:cxn ang="0">
                      <a:pos x="connsiteX2" y="connsiteY2"/>
                    </a:cxn>
                    <a:cxn ang="0">
                      <a:pos x="connsiteX3" y="connsiteY3"/>
                    </a:cxn>
                  </a:cxnLst>
                  <a:rect l="l" t="t" r="r" b="b"/>
                  <a:pathLst>
                    <a:path w="84986" h="84986">
                      <a:moveTo>
                        <a:pt x="0" y="0"/>
                      </a:moveTo>
                      <a:lnTo>
                        <a:pt x="84986" y="0"/>
                      </a:lnTo>
                      <a:lnTo>
                        <a:pt x="84986" y="84986"/>
                      </a:lnTo>
                      <a:lnTo>
                        <a:pt x="0" y="84986"/>
                      </a:lnTo>
                      <a:close/>
                    </a:path>
                  </a:pathLst>
                </a:custGeom>
                <a:solidFill>
                  <a:srgbClr val="0D4E96"/>
                </a:solidFill>
                <a:ln w="11886"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5179338B-8999-4A5F-90F9-F0003CF78A44}"/>
                    </a:ext>
                  </a:extLst>
                </p:cNvPr>
                <p:cNvSpPr/>
                <p:nvPr/>
              </p:nvSpPr>
              <p:spPr>
                <a:xfrm>
                  <a:off x="1604661" y="576603"/>
                  <a:ext cx="80112" cy="367163"/>
                </a:xfrm>
                <a:custGeom>
                  <a:avLst/>
                  <a:gdLst>
                    <a:gd name="connsiteX0" fmla="*/ 0 w 80112"/>
                    <a:gd name="connsiteY0" fmla="*/ 0 h 367163"/>
                    <a:gd name="connsiteX1" fmla="*/ 80113 w 80112"/>
                    <a:gd name="connsiteY1" fmla="*/ 0 h 367163"/>
                    <a:gd name="connsiteX2" fmla="*/ 80113 w 80112"/>
                    <a:gd name="connsiteY2" fmla="*/ 367163 h 367163"/>
                    <a:gd name="connsiteX3" fmla="*/ 0 w 80112"/>
                    <a:gd name="connsiteY3" fmla="*/ 367163 h 367163"/>
                  </a:gdLst>
                  <a:ahLst/>
                  <a:cxnLst>
                    <a:cxn ang="0">
                      <a:pos x="connsiteX0" y="connsiteY0"/>
                    </a:cxn>
                    <a:cxn ang="0">
                      <a:pos x="connsiteX1" y="connsiteY1"/>
                    </a:cxn>
                    <a:cxn ang="0">
                      <a:pos x="connsiteX2" y="connsiteY2"/>
                    </a:cxn>
                    <a:cxn ang="0">
                      <a:pos x="connsiteX3" y="connsiteY3"/>
                    </a:cxn>
                  </a:cxnLst>
                  <a:rect l="l" t="t" r="r" b="b"/>
                  <a:pathLst>
                    <a:path w="80112" h="367163">
                      <a:moveTo>
                        <a:pt x="0" y="0"/>
                      </a:moveTo>
                      <a:lnTo>
                        <a:pt x="80113" y="0"/>
                      </a:lnTo>
                      <a:lnTo>
                        <a:pt x="80113" y="367163"/>
                      </a:lnTo>
                      <a:lnTo>
                        <a:pt x="0" y="367163"/>
                      </a:lnTo>
                      <a:close/>
                    </a:path>
                  </a:pathLst>
                </a:custGeom>
                <a:solidFill>
                  <a:srgbClr val="0D4E96"/>
                </a:solidFill>
                <a:ln w="11886" cap="flat">
                  <a:noFill/>
                  <a:prstDash val="solid"/>
                  <a:miter/>
                </a:ln>
              </p:spPr>
              <p:txBody>
                <a:bodyPr rtlCol="0" anchor="ctr"/>
                <a:lstStyle/>
                <a:p>
                  <a:endParaRPr lang="en-US"/>
                </a:p>
              </p:txBody>
            </p:sp>
          </p:grpSp>
          <p:sp>
            <p:nvSpPr>
              <p:cNvPr id="33" name="Freeform: Shape 32">
                <a:extLst>
                  <a:ext uri="{FF2B5EF4-FFF2-40B4-BE49-F238E27FC236}">
                    <a16:creationId xmlns:a16="http://schemas.microsoft.com/office/drawing/2014/main" id="{3AA3860D-2783-4658-87A9-0ACA60EFD0DC}"/>
                  </a:ext>
                </a:extLst>
              </p:cNvPr>
              <p:cNvSpPr/>
              <p:nvPr/>
            </p:nvSpPr>
            <p:spPr>
              <a:xfrm>
                <a:off x="2415654" y="569609"/>
                <a:ext cx="330150" cy="374039"/>
              </a:xfrm>
              <a:custGeom>
                <a:avLst/>
                <a:gdLst>
                  <a:gd name="connsiteX0" fmla="*/ 198737 w 330150"/>
                  <a:gd name="connsiteY0" fmla="*/ 101 h 374039"/>
                  <a:gd name="connsiteX1" fmla="*/ 78924 w 330150"/>
                  <a:gd name="connsiteY1" fmla="*/ 50974 h 374039"/>
                  <a:gd name="connsiteX2" fmla="*/ 71317 w 330150"/>
                  <a:gd name="connsiteY2" fmla="*/ 6995 h 374039"/>
                  <a:gd name="connsiteX3" fmla="*/ 0 w 330150"/>
                  <a:gd name="connsiteY3" fmla="*/ 6995 h 374039"/>
                  <a:gd name="connsiteX4" fmla="*/ 0 w 330150"/>
                  <a:gd name="connsiteY4" fmla="*/ 374039 h 374039"/>
                  <a:gd name="connsiteX5" fmla="*/ 80113 w 330150"/>
                  <a:gd name="connsiteY5" fmla="*/ 374039 h 374039"/>
                  <a:gd name="connsiteX6" fmla="*/ 80113 w 330150"/>
                  <a:gd name="connsiteY6" fmla="*/ 135484 h 374039"/>
                  <a:gd name="connsiteX7" fmla="*/ 183522 w 330150"/>
                  <a:gd name="connsiteY7" fmla="*/ 76053 h 374039"/>
                  <a:gd name="connsiteX8" fmla="*/ 249966 w 330150"/>
                  <a:gd name="connsiteY8" fmla="*/ 150699 h 374039"/>
                  <a:gd name="connsiteX9" fmla="*/ 249966 w 330150"/>
                  <a:gd name="connsiteY9" fmla="*/ 374039 h 374039"/>
                  <a:gd name="connsiteX10" fmla="*/ 330079 w 330150"/>
                  <a:gd name="connsiteY10" fmla="*/ 374039 h 374039"/>
                  <a:gd name="connsiteX11" fmla="*/ 330079 w 330150"/>
                  <a:gd name="connsiteY11" fmla="*/ 143210 h 374039"/>
                  <a:gd name="connsiteX12" fmla="*/ 295133 w 330150"/>
                  <a:gd name="connsiteY12" fmla="*/ 41584 h 374039"/>
                  <a:gd name="connsiteX13" fmla="*/ 198737 w 330150"/>
                  <a:gd name="connsiteY13" fmla="*/ 101 h 374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0150" h="374039">
                    <a:moveTo>
                      <a:pt x="198737" y="101"/>
                    </a:moveTo>
                    <a:cubicBezTo>
                      <a:pt x="153641" y="541"/>
                      <a:pt x="110553" y="18834"/>
                      <a:pt x="78924" y="50974"/>
                    </a:cubicBezTo>
                    <a:lnTo>
                      <a:pt x="71317" y="6995"/>
                    </a:lnTo>
                    <a:lnTo>
                      <a:pt x="0" y="6995"/>
                    </a:lnTo>
                    <a:lnTo>
                      <a:pt x="0" y="374039"/>
                    </a:lnTo>
                    <a:lnTo>
                      <a:pt x="80113" y="374039"/>
                    </a:lnTo>
                    <a:lnTo>
                      <a:pt x="80113" y="135484"/>
                    </a:lnTo>
                    <a:cubicBezTo>
                      <a:pt x="112800" y="95666"/>
                      <a:pt x="147626" y="76053"/>
                      <a:pt x="183522" y="76053"/>
                    </a:cubicBezTo>
                    <a:cubicBezTo>
                      <a:pt x="228928" y="76053"/>
                      <a:pt x="249966" y="99826"/>
                      <a:pt x="249966" y="150699"/>
                    </a:cubicBezTo>
                    <a:lnTo>
                      <a:pt x="249966" y="374039"/>
                    </a:lnTo>
                    <a:lnTo>
                      <a:pt x="330079" y="374039"/>
                    </a:lnTo>
                    <a:lnTo>
                      <a:pt x="330079" y="143210"/>
                    </a:lnTo>
                    <a:cubicBezTo>
                      <a:pt x="331220" y="106205"/>
                      <a:pt x="318799" y="70058"/>
                      <a:pt x="295133" y="41584"/>
                    </a:cubicBezTo>
                    <a:cubicBezTo>
                      <a:pt x="270945" y="13859"/>
                      <a:pt x="235501" y="-1398"/>
                      <a:pt x="198737" y="101"/>
                    </a:cubicBezTo>
                    <a:close/>
                  </a:path>
                </a:pathLst>
              </a:custGeom>
              <a:solidFill>
                <a:srgbClr val="0D4E96"/>
              </a:solidFill>
              <a:ln w="11886"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F4998362-892C-4E01-B0E4-71A06ECB57C8}"/>
                  </a:ext>
                </a:extLst>
              </p:cNvPr>
              <p:cNvSpPr/>
              <p:nvPr/>
            </p:nvSpPr>
            <p:spPr>
              <a:xfrm>
                <a:off x="2765939" y="489002"/>
                <a:ext cx="244854" cy="461658"/>
              </a:xfrm>
              <a:custGeom>
                <a:avLst/>
                <a:gdLst>
                  <a:gd name="connsiteX0" fmla="*/ 145249 w 244854"/>
                  <a:gd name="connsiteY0" fmla="*/ 0 h 461658"/>
                  <a:gd name="connsiteX1" fmla="*/ 0 w 244854"/>
                  <a:gd name="connsiteY1" fmla="*/ 142040 h 461658"/>
                  <a:gd name="connsiteX2" fmla="*/ 0 w 244854"/>
                  <a:gd name="connsiteY2" fmla="*/ 158799 h 461658"/>
                  <a:gd name="connsiteX3" fmla="*/ 65136 w 244854"/>
                  <a:gd name="connsiteY3" fmla="*/ 158799 h 461658"/>
                  <a:gd name="connsiteX4" fmla="*/ 65136 w 244854"/>
                  <a:gd name="connsiteY4" fmla="*/ 362290 h 461658"/>
                  <a:gd name="connsiteX5" fmla="*/ 174014 w 244854"/>
                  <a:gd name="connsiteY5" fmla="*/ 461658 h 461658"/>
                  <a:gd name="connsiteX6" fmla="*/ 239744 w 244854"/>
                  <a:gd name="connsiteY6" fmla="*/ 445493 h 461658"/>
                  <a:gd name="connsiteX7" fmla="*/ 244498 w 244854"/>
                  <a:gd name="connsiteY7" fmla="*/ 442997 h 461658"/>
                  <a:gd name="connsiteX8" fmla="*/ 244498 w 244854"/>
                  <a:gd name="connsiteY8" fmla="*/ 377980 h 461658"/>
                  <a:gd name="connsiteX9" fmla="*/ 228928 w 244854"/>
                  <a:gd name="connsiteY9" fmla="*/ 377980 h 461658"/>
                  <a:gd name="connsiteX10" fmla="*/ 227263 w 244854"/>
                  <a:gd name="connsiteY10" fmla="*/ 378693 h 461658"/>
                  <a:gd name="connsiteX11" fmla="*/ 155946 w 244854"/>
                  <a:gd name="connsiteY11" fmla="*/ 384161 h 461658"/>
                  <a:gd name="connsiteX12" fmla="*/ 145605 w 244854"/>
                  <a:gd name="connsiteY12" fmla="*/ 356704 h 461658"/>
                  <a:gd name="connsiteX13" fmla="*/ 145605 w 244854"/>
                  <a:gd name="connsiteY13" fmla="*/ 158799 h 461658"/>
                  <a:gd name="connsiteX14" fmla="*/ 244855 w 244854"/>
                  <a:gd name="connsiteY14" fmla="*/ 158799 h 461658"/>
                  <a:gd name="connsiteX15" fmla="*/ 244855 w 244854"/>
                  <a:gd name="connsiteY15" fmla="*/ 87482 h 461658"/>
                  <a:gd name="connsiteX16" fmla="*/ 145605 w 244854"/>
                  <a:gd name="connsiteY16" fmla="*/ 87482 h 4616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44854" h="461658">
                    <a:moveTo>
                      <a:pt x="145249" y="0"/>
                    </a:moveTo>
                    <a:lnTo>
                      <a:pt x="0" y="142040"/>
                    </a:lnTo>
                    <a:lnTo>
                      <a:pt x="0" y="158799"/>
                    </a:lnTo>
                    <a:lnTo>
                      <a:pt x="65136" y="158799"/>
                    </a:lnTo>
                    <a:lnTo>
                      <a:pt x="65136" y="362290"/>
                    </a:lnTo>
                    <a:cubicBezTo>
                      <a:pt x="65136" y="427307"/>
                      <a:pt x="102696" y="461658"/>
                      <a:pt x="174014" y="461658"/>
                    </a:cubicBezTo>
                    <a:cubicBezTo>
                      <a:pt x="196906" y="461660"/>
                      <a:pt x="219466" y="456114"/>
                      <a:pt x="239744" y="445493"/>
                    </a:cubicBezTo>
                    <a:lnTo>
                      <a:pt x="244498" y="442997"/>
                    </a:lnTo>
                    <a:lnTo>
                      <a:pt x="244498" y="377980"/>
                    </a:lnTo>
                    <a:lnTo>
                      <a:pt x="228928" y="377980"/>
                    </a:lnTo>
                    <a:lnTo>
                      <a:pt x="227263" y="378693"/>
                    </a:lnTo>
                    <a:cubicBezTo>
                      <a:pt x="205155" y="389916"/>
                      <a:pt x="179505" y="391884"/>
                      <a:pt x="155946" y="384161"/>
                    </a:cubicBezTo>
                    <a:cubicBezTo>
                      <a:pt x="149053" y="381189"/>
                      <a:pt x="145605" y="372274"/>
                      <a:pt x="145605" y="356704"/>
                    </a:cubicBezTo>
                    <a:lnTo>
                      <a:pt x="145605" y="158799"/>
                    </a:lnTo>
                    <a:lnTo>
                      <a:pt x="244855" y="158799"/>
                    </a:lnTo>
                    <a:lnTo>
                      <a:pt x="244855" y="87482"/>
                    </a:lnTo>
                    <a:lnTo>
                      <a:pt x="145605" y="87482"/>
                    </a:lnTo>
                    <a:close/>
                  </a:path>
                </a:pathLst>
              </a:custGeom>
              <a:solidFill>
                <a:srgbClr val="0D4E96"/>
              </a:solidFill>
              <a:ln w="11886" cap="flat">
                <a:noFill/>
                <a:prstDash val="solid"/>
                <a:miter/>
              </a:ln>
            </p:spPr>
            <p:txBody>
              <a:bodyPr rtlCol="0" anchor="ctr"/>
              <a:lstStyle/>
              <a:p>
                <a:endParaRPr lang="en-US"/>
              </a:p>
            </p:txBody>
          </p:sp>
          <p:grpSp>
            <p:nvGrpSpPr>
              <p:cNvPr id="35" name="Graphic 6">
                <a:extLst>
                  <a:ext uri="{FF2B5EF4-FFF2-40B4-BE49-F238E27FC236}">
                    <a16:creationId xmlns:a16="http://schemas.microsoft.com/office/drawing/2014/main" id="{1205A742-4DC2-4E0C-B1A3-E24779B514B6}"/>
                  </a:ext>
                </a:extLst>
              </p:cNvPr>
              <p:cNvGrpSpPr/>
              <p:nvPr/>
            </p:nvGrpSpPr>
            <p:grpSpPr>
              <a:xfrm>
                <a:off x="3057387" y="435515"/>
                <a:ext cx="84986" cy="508252"/>
                <a:chOff x="3057387" y="435515"/>
                <a:chExt cx="84986" cy="508252"/>
              </a:xfrm>
              <a:solidFill>
                <a:srgbClr val="0D4E96"/>
              </a:solidFill>
            </p:grpSpPr>
            <p:sp>
              <p:nvSpPr>
                <p:cNvPr id="39" name="Freeform: Shape 38">
                  <a:extLst>
                    <a:ext uri="{FF2B5EF4-FFF2-40B4-BE49-F238E27FC236}">
                      <a16:creationId xmlns:a16="http://schemas.microsoft.com/office/drawing/2014/main" id="{7E616087-17AA-49A7-B182-82F57DDD6BEC}"/>
                    </a:ext>
                  </a:extLst>
                </p:cNvPr>
                <p:cNvSpPr/>
                <p:nvPr/>
              </p:nvSpPr>
              <p:spPr>
                <a:xfrm>
                  <a:off x="3057387" y="435515"/>
                  <a:ext cx="84986" cy="84986"/>
                </a:xfrm>
                <a:custGeom>
                  <a:avLst/>
                  <a:gdLst>
                    <a:gd name="connsiteX0" fmla="*/ 0 w 84986"/>
                    <a:gd name="connsiteY0" fmla="*/ 0 h 84986"/>
                    <a:gd name="connsiteX1" fmla="*/ 84986 w 84986"/>
                    <a:gd name="connsiteY1" fmla="*/ 0 h 84986"/>
                    <a:gd name="connsiteX2" fmla="*/ 84986 w 84986"/>
                    <a:gd name="connsiteY2" fmla="*/ 84986 h 84986"/>
                    <a:gd name="connsiteX3" fmla="*/ 0 w 84986"/>
                    <a:gd name="connsiteY3" fmla="*/ 84986 h 84986"/>
                  </a:gdLst>
                  <a:ahLst/>
                  <a:cxnLst>
                    <a:cxn ang="0">
                      <a:pos x="connsiteX0" y="connsiteY0"/>
                    </a:cxn>
                    <a:cxn ang="0">
                      <a:pos x="connsiteX1" y="connsiteY1"/>
                    </a:cxn>
                    <a:cxn ang="0">
                      <a:pos x="connsiteX2" y="connsiteY2"/>
                    </a:cxn>
                    <a:cxn ang="0">
                      <a:pos x="connsiteX3" y="connsiteY3"/>
                    </a:cxn>
                  </a:cxnLst>
                  <a:rect l="l" t="t" r="r" b="b"/>
                  <a:pathLst>
                    <a:path w="84986" h="84986">
                      <a:moveTo>
                        <a:pt x="0" y="0"/>
                      </a:moveTo>
                      <a:lnTo>
                        <a:pt x="84986" y="0"/>
                      </a:lnTo>
                      <a:lnTo>
                        <a:pt x="84986" y="84986"/>
                      </a:lnTo>
                      <a:lnTo>
                        <a:pt x="0" y="84986"/>
                      </a:lnTo>
                      <a:close/>
                    </a:path>
                  </a:pathLst>
                </a:custGeom>
                <a:solidFill>
                  <a:srgbClr val="0D4E96"/>
                </a:solidFill>
                <a:ln w="11886"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DFBFC36D-C60C-4E33-B8C8-4F5DEC4DCBD9}"/>
                    </a:ext>
                  </a:extLst>
                </p:cNvPr>
                <p:cNvSpPr/>
                <p:nvPr/>
              </p:nvSpPr>
              <p:spPr>
                <a:xfrm>
                  <a:off x="3059883" y="576603"/>
                  <a:ext cx="80112" cy="367163"/>
                </a:xfrm>
                <a:custGeom>
                  <a:avLst/>
                  <a:gdLst>
                    <a:gd name="connsiteX0" fmla="*/ 0 w 80112"/>
                    <a:gd name="connsiteY0" fmla="*/ 0 h 367163"/>
                    <a:gd name="connsiteX1" fmla="*/ 80113 w 80112"/>
                    <a:gd name="connsiteY1" fmla="*/ 0 h 367163"/>
                    <a:gd name="connsiteX2" fmla="*/ 80113 w 80112"/>
                    <a:gd name="connsiteY2" fmla="*/ 367163 h 367163"/>
                    <a:gd name="connsiteX3" fmla="*/ 0 w 80112"/>
                    <a:gd name="connsiteY3" fmla="*/ 367163 h 367163"/>
                  </a:gdLst>
                  <a:ahLst/>
                  <a:cxnLst>
                    <a:cxn ang="0">
                      <a:pos x="connsiteX0" y="connsiteY0"/>
                    </a:cxn>
                    <a:cxn ang="0">
                      <a:pos x="connsiteX1" y="connsiteY1"/>
                    </a:cxn>
                    <a:cxn ang="0">
                      <a:pos x="connsiteX2" y="connsiteY2"/>
                    </a:cxn>
                    <a:cxn ang="0">
                      <a:pos x="connsiteX3" y="connsiteY3"/>
                    </a:cxn>
                  </a:cxnLst>
                  <a:rect l="l" t="t" r="r" b="b"/>
                  <a:pathLst>
                    <a:path w="80112" h="367163">
                      <a:moveTo>
                        <a:pt x="0" y="0"/>
                      </a:moveTo>
                      <a:lnTo>
                        <a:pt x="80113" y="0"/>
                      </a:lnTo>
                      <a:lnTo>
                        <a:pt x="80113" y="367163"/>
                      </a:lnTo>
                      <a:lnTo>
                        <a:pt x="0" y="367163"/>
                      </a:lnTo>
                      <a:close/>
                    </a:path>
                  </a:pathLst>
                </a:custGeom>
                <a:solidFill>
                  <a:srgbClr val="0D4E96"/>
                </a:solidFill>
                <a:ln w="11886" cap="flat">
                  <a:noFill/>
                  <a:prstDash val="solid"/>
                  <a:miter/>
                </a:ln>
              </p:spPr>
              <p:txBody>
                <a:bodyPr rtlCol="0" anchor="ctr"/>
                <a:lstStyle/>
                <a:p>
                  <a:endParaRPr lang="en-US"/>
                </a:p>
              </p:txBody>
            </p:sp>
          </p:grpSp>
          <p:sp>
            <p:nvSpPr>
              <p:cNvPr id="36" name="Freeform: Shape 35">
                <a:extLst>
                  <a:ext uri="{FF2B5EF4-FFF2-40B4-BE49-F238E27FC236}">
                    <a16:creationId xmlns:a16="http://schemas.microsoft.com/office/drawing/2014/main" id="{44D68C74-4C66-4EB7-8A72-BCCF51469B2C}"/>
                  </a:ext>
                </a:extLst>
              </p:cNvPr>
              <p:cNvSpPr/>
              <p:nvPr/>
            </p:nvSpPr>
            <p:spPr>
              <a:xfrm>
                <a:off x="3183329" y="569498"/>
                <a:ext cx="283572" cy="381052"/>
              </a:xfrm>
              <a:custGeom>
                <a:avLst/>
                <a:gdLst>
                  <a:gd name="connsiteX0" fmla="*/ 260596 w 283572"/>
                  <a:gd name="connsiteY0" fmla="*/ 201682 h 381052"/>
                  <a:gd name="connsiteX1" fmla="*/ 204969 w 283572"/>
                  <a:gd name="connsiteY1" fmla="*/ 166975 h 381052"/>
                  <a:gd name="connsiteX2" fmla="*/ 144231 w 283572"/>
                  <a:gd name="connsiteY2" fmla="*/ 151047 h 381052"/>
                  <a:gd name="connsiteX3" fmla="*/ 94071 w 283572"/>
                  <a:gd name="connsiteY3" fmla="*/ 133218 h 381052"/>
                  <a:gd name="connsiteX4" fmla="*/ 77431 w 283572"/>
                  <a:gd name="connsiteY4" fmla="*/ 111229 h 381052"/>
                  <a:gd name="connsiteX5" fmla="*/ 94071 w 283572"/>
                  <a:gd name="connsiteY5" fmla="*/ 86386 h 381052"/>
                  <a:gd name="connsiteX6" fmla="*/ 154096 w 283572"/>
                  <a:gd name="connsiteY6" fmla="*/ 74500 h 381052"/>
                  <a:gd name="connsiteX7" fmla="*/ 240390 w 283572"/>
                  <a:gd name="connsiteY7" fmla="*/ 93043 h 381052"/>
                  <a:gd name="connsiteX8" fmla="*/ 242054 w 283572"/>
                  <a:gd name="connsiteY8" fmla="*/ 93756 h 381052"/>
                  <a:gd name="connsiteX9" fmla="*/ 257625 w 283572"/>
                  <a:gd name="connsiteY9" fmla="*/ 93756 h 381052"/>
                  <a:gd name="connsiteX10" fmla="*/ 257625 w 283572"/>
                  <a:gd name="connsiteY10" fmla="*/ 22082 h 381052"/>
                  <a:gd name="connsiteX11" fmla="*/ 251801 w 283572"/>
                  <a:gd name="connsiteY11" fmla="*/ 19943 h 381052"/>
                  <a:gd name="connsiteX12" fmla="*/ 137694 w 283572"/>
                  <a:gd name="connsiteY12" fmla="*/ 212 h 381052"/>
                  <a:gd name="connsiteX13" fmla="*/ 37731 w 283572"/>
                  <a:gd name="connsiteY13" fmla="*/ 32186 h 381052"/>
                  <a:gd name="connsiteX14" fmla="*/ 52 w 283572"/>
                  <a:gd name="connsiteY14" fmla="*/ 117053 h 381052"/>
                  <a:gd name="connsiteX15" fmla="*/ 23824 w 283572"/>
                  <a:gd name="connsiteY15" fmla="*/ 180644 h 381052"/>
                  <a:gd name="connsiteX16" fmla="*/ 79689 w 283572"/>
                  <a:gd name="connsiteY16" fmla="*/ 213925 h 381052"/>
                  <a:gd name="connsiteX17" fmla="*/ 140071 w 283572"/>
                  <a:gd name="connsiteY17" fmla="*/ 230090 h 381052"/>
                  <a:gd name="connsiteX18" fmla="*/ 189517 w 283572"/>
                  <a:gd name="connsiteY18" fmla="*/ 247563 h 381052"/>
                  <a:gd name="connsiteX19" fmla="*/ 205563 w 283572"/>
                  <a:gd name="connsiteY19" fmla="*/ 265273 h 381052"/>
                  <a:gd name="connsiteX20" fmla="*/ 138525 w 283572"/>
                  <a:gd name="connsiteY20" fmla="*/ 305330 h 381052"/>
                  <a:gd name="connsiteX21" fmla="*/ 21209 w 283572"/>
                  <a:gd name="connsiteY21" fmla="*/ 273712 h 381052"/>
                  <a:gd name="connsiteX22" fmla="*/ 19070 w 283572"/>
                  <a:gd name="connsiteY22" fmla="*/ 272405 h 381052"/>
                  <a:gd name="connsiteX23" fmla="*/ 4093 w 283572"/>
                  <a:gd name="connsiteY23" fmla="*/ 272405 h 381052"/>
                  <a:gd name="connsiteX24" fmla="*/ 4093 w 283572"/>
                  <a:gd name="connsiteY24" fmla="*/ 346218 h 381052"/>
                  <a:gd name="connsiteX25" fmla="*/ 8729 w 283572"/>
                  <a:gd name="connsiteY25" fmla="*/ 348714 h 381052"/>
                  <a:gd name="connsiteX26" fmla="*/ 137218 w 283572"/>
                  <a:gd name="connsiteY26" fmla="*/ 381044 h 381052"/>
                  <a:gd name="connsiteX27" fmla="*/ 245620 w 283572"/>
                  <a:gd name="connsiteY27" fmla="*/ 350259 h 381052"/>
                  <a:gd name="connsiteX28" fmla="*/ 283418 w 283572"/>
                  <a:gd name="connsiteY28" fmla="*/ 272999 h 381052"/>
                  <a:gd name="connsiteX29" fmla="*/ 260596 w 283572"/>
                  <a:gd name="connsiteY29" fmla="*/ 201682 h 3810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283572" h="381052">
                    <a:moveTo>
                      <a:pt x="260596" y="201682"/>
                    </a:moveTo>
                    <a:cubicBezTo>
                      <a:pt x="246071" y="184666"/>
                      <a:pt x="226638" y="172546"/>
                      <a:pt x="204969" y="166975"/>
                    </a:cubicBezTo>
                    <a:lnTo>
                      <a:pt x="144231" y="151047"/>
                    </a:lnTo>
                    <a:cubicBezTo>
                      <a:pt x="126996" y="146672"/>
                      <a:pt x="110201" y="140703"/>
                      <a:pt x="94071" y="133218"/>
                    </a:cubicBezTo>
                    <a:cubicBezTo>
                      <a:pt x="79213" y="125967"/>
                      <a:pt x="77431" y="117172"/>
                      <a:pt x="77431" y="111229"/>
                    </a:cubicBezTo>
                    <a:cubicBezTo>
                      <a:pt x="78025" y="100532"/>
                      <a:pt x="84408" y="91011"/>
                      <a:pt x="94071" y="86386"/>
                    </a:cubicBezTo>
                    <a:cubicBezTo>
                      <a:pt x="112721" y="77307"/>
                      <a:pt x="133402" y="73211"/>
                      <a:pt x="154096" y="74500"/>
                    </a:cubicBezTo>
                    <a:cubicBezTo>
                      <a:pt x="183800" y="74908"/>
                      <a:pt x="213135" y="81210"/>
                      <a:pt x="240390" y="93043"/>
                    </a:cubicBezTo>
                    <a:lnTo>
                      <a:pt x="242054" y="93756"/>
                    </a:lnTo>
                    <a:lnTo>
                      <a:pt x="257625" y="93756"/>
                    </a:lnTo>
                    <a:lnTo>
                      <a:pt x="257625" y="22082"/>
                    </a:lnTo>
                    <a:lnTo>
                      <a:pt x="251801" y="19943"/>
                    </a:lnTo>
                    <a:cubicBezTo>
                      <a:pt x="215251" y="6610"/>
                      <a:pt x="176597" y="-72"/>
                      <a:pt x="137694" y="212"/>
                    </a:cubicBezTo>
                    <a:cubicBezTo>
                      <a:pt x="101583" y="-1723"/>
                      <a:pt x="66020" y="9653"/>
                      <a:pt x="37731" y="32186"/>
                    </a:cubicBezTo>
                    <a:cubicBezTo>
                      <a:pt x="12912" y="53264"/>
                      <a:pt x="-959" y="84504"/>
                      <a:pt x="52" y="117053"/>
                    </a:cubicBezTo>
                    <a:cubicBezTo>
                      <a:pt x="-662" y="140545"/>
                      <a:pt x="7873" y="163378"/>
                      <a:pt x="23824" y="180644"/>
                    </a:cubicBezTo>
                    <a:cubicBezTo>
                      <a:pt x="38920" y="196795"/>
                      <a:pt x="58294" y="208335"/>
                      <a:pt x="79689" y="213925"/>
                    </a:cubicBezTo>
                    <a:lnTo>
                      <a:pt x="140071" y="230090"/>
                    </a:lnTo>
                    <a:cubicBezTo>
                      <a:pt x="157032" y="234471"/>
                      <a:pt x="173578" y="240318"/>
                      <a:pt x="189517" y="247563"/>
                    </a:cubicBezTo>
                    <a:cubicBezTo>
                      <a:pt x="205563" y="255170"/>
                      <a:pt x="205563" y="262777"/>
                      <a:pt x="205563" y="265273"/>
                    </a:cubicBezTo>
                    <a:cubicBezTo>
                      <a:pt x="205563" y="282508"/>
                      <a:pt x="198670" y="305330"/>
                      <a:pt x="138525" y="305330"/>
                    </a:cubicBezTo>
                    <a:cubicBezTo>
                      <a:pt x="97281" y="305633"/>
                      <a:pt x="56725" y="294703"/>
                      <a:pt x="21209" y="273712"/>
                    </a:cubicBezTo>
                    <a:lnTo>
                      <a:pt x="19070" y="272405"/>
                    </a:lnTo>
                    <a:lnTo>
                      <a:pt x="4093" y="272405"/>
                    </a:lnTo>
                    <a:lnTo>
                      <a:pt x="4093" y="346218"/>
                    </a:lnTo>
                    <a:lnTo>
                      <a:pt x="8729" y="348714"/>
                    </a:lnTo>
                    <a:cubicBezTo>
                      <a:pt x="48107" y="370268"/>
                      <a:pt x="92336" y="381397"/>
                      <a:pt x="137218" y="381044"/>
                    </a:cubicBezTo>
                    <a:cubicBezTo>
                      <a:pt x="184763" y="381044"/>
                      <a:pt x="221134" y="370703"/>
                      <a:pt x="245620" y="350259"/>
                    </a:cubicBezTo>
                    <a:cubicBezTo>
                      <a:pt x="269570" y="331806"/>
                      <a:pt x="283549" y="303236"/>
                      <a:pt x="283418" y="272999"/>
                    </a:cubicBezTo>
                    <a:cubicBezTo>
                      <a:pt x="284820" y="247232"/>
                      <a:pt x="276690" y="221851"/>
                      <a:pt x="260596" y="201682"/>
                    </a:cubicBezTo>
                    <a:close/>
                  </a:path>
                </a:pathLst>
              </a:custGeom>
              <a:solidFill>
                <a:srgbClr val="0D4E96"/>
              </a:solidFill>
              <a:ln w="11886"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3D6B5F87-3EDA-4591-B111-F7D4A1660C58}"/>
                  </a:ext>
                </a:extLst>
              </p:cNvPr>
              <p:cNvSpPr/>
              <p:nvPr/>
            </p:nvSpPr>
            <p:spPr>
              <a:xfrm>
                <a:off x="2036786" y="569709"/>
                <a:ext cx="338916" cy="380888"/>
              </a:xfrm>
              <a:custGeom>
                <a:avLst/>
                <a:gdLst>
                  <a:gd name="connsiteX0" fmla="*/ 174544 w 338916"/>
                  <a:gd name="connsiteY0" fmla="*/ 1 h 380888"/>
                  <a:gd name="connsiteX1" fmla="*/ 110002 w 338916"/>
                  <a:gd name="connsiteY1" fmla="*/ 11887 h 380888"/>
                  <a:gd name="connsiteX2" fmla="*/ 54138 w 338916"/>
                  <a:gd name="connsiteY2" fmla="*/ 47545 h 380888"/>
                  <a:gd name="connsiteX3" fmla="*/ 15151 w 338916"/>
                  <a:gd name="connsiteY3" fmla="*/ 106976 h 380888"/>
                  <a:gd name="connsiteX4" fmla="*/ 56 w 338916"/>
                  <a:gd name="connsiteY4" fmla="*/ 192200 h 380888"/>
                  <a:gd name="connsiteX5" fmla="*/ 11942 w 338916"/>
                  <a:gd name="connsiteY5" fmla="*/ 267558 h 380888"/>
                  <a:gd name="connsiteX6" fmla="*/ 47600 w 338916"/>
                  <a:gd name="connsiteY6" fmla="*/ 326989 h 380888"/>
                  <a:gd name="connsiteX7" fmla="*/ 107031 w 338916"/>
                  <a:gd name="connsiteY7" fmla="*/ 366570 h 380888"/>
                  <a:gd name="connsiteX8" fmla="*/ 193206 w 338916"/>
                  <a:gd name="connsiteY8" fmla="*/ 380833 h 380888"/>
                  <a:gd name="connsiteX9" fmla="*/ 231360 w 338916"/>
                  <a:gd name="connsiteY9" fmla="*/ 378694 h 380888"/>
                  <a:gd name="connsiteX10" fmla="*/ 266305 w 338916"/>
                  <a:gd name="connsiteY10" fmla="*/ 373464 h 380888"/>
                  <a:gd name="connsiteX11" fmla="*/ 295070 w 338916"/>
                  <a:gd name="connsiteY11" fmla="*/ 366570 h 380888"/>
                  <a:gd name="connsiteX12" fmla="*/ 313731 w 338916"/>
                  <a:gd name="connsiteY12" fmla="*/ 359795 h 380888"/>
                  <a:gd name="connsiteX13" fmla="*/ 302677 w 338916"/>
                  <a:gd name="connsiteY13" fmla="*/ 293470 h 380888"/>
                  <a:gd name="connsiteX14" fmla="*/ 262621 w 338916"/>
                  <a:gd name="connsiteY14" fmla="*/ 305356 h 380888"/>
                  <a:gd name="connsiteX15" fmla="*/ 204141 w 338916"/>
                  <a:gd name="connsiteY15" fmla="*/ 311062 h 380888"/>
                  <a:gd name="connsiteX16" fmla="*/ 120938 w 338916"/>
                  <a:gd name="connsiteY16" fmla="*/ 286576 h 380888"/>
                  <a:gd name="connsiteX17" fmla="*/ 88251 w 338916"/>
                  <a:gd name="connsiteY17" fmla="*/ 217399 h 380888"/>
                  <a:gd name="connsiteX18" fmla="*/ 88251 w 338916"/>
                  <a:gd name="connsiteY18" fmla="*/ 215735 h 380888"/>
                  <a:gd name="connsiteX19" fmla="*/ 337860 w 338916"/>
                  <a:gd name="connsiteY19" fmla="*/ 215735 h 380888"/>
                  <a:gd name="connsiteX20" fmla="*/ 338811 w 338916"/>
                  <a:gd name="connsiteY20" fmla="*/ 201471 h 380888"/>
                  <a:gd name="connsiteX21" fmla="*/ 338811 w 338916"/>
                  <a:gd name="connsiteY21" fmla="*/ 185781 h 380888"/>
                  <a:gd name="connsiteX22" fmla="*/ 295427 w 338916"/>
                  <a:gd name="connsiteY22" fmla="*/ 46951 h 380888"/>
                  <a:gd name="connsiteX23" fmla="*/ 174544 w 338916"/>
                  <a:gd name="connsiteY23" fmla="*/ 1 h 380888"/>
                  <a:gd name="connsiteX24" fmla="*/ 254063 w 338916"/>
                  <a:gd name="connsiteY24" fmla="*/ 155947 h 380888"/>
                  <a:gd name="connsiteX25" fmla="*/ 87656 w 338916"/>
                  <a:gd name="connsiteY25" fmla="*/ 155947 h 380888"/>
                  <a:gd name="connsiteX26" fmla="*/ 87656 w 338916"/>
                  <a:gd name="connsiteY26" fmla="*/ 154164 h 380888"/>
                  <a:gd name="connsiteX27" fmla="*/ 95739 w 338916"/>
                  <a:gd name="connsiteY27" fmla="*/ 122428 h 380888"/>
                  <a:gd name="connsiteX28" fmla="*/ 112261 w 338916"/>
                  <a:gd name="connsiteY28" fmla="*/ 94733 h 380888"/>
                  <a:gd name="connsiteX29" fmla="*/ 138410 w 338916"/>
                  <a:gd name="connsiteY29" fmla="*/ 75121 h 380888"/>
                  <a:gd name="connsiteX30" fmla="*/ 174069 w 338916"/>
                  <a:gd name="connsiteY30" fmla="*/ 67633 h 380888"/>
                  <a:gd name="connsiteX31" fmla="*/ 208301 w 338916"/>
                  <a:gd name="connsiteY31" fmla="*/ 74408 h 380888"/>
                  <a:gd name="connsiteX32" fmla="*/ 232073 w 338916"/>
                  <a:gd name="connsiteY32" fmla="*/ 92951 h 380888"/>
                  <a:gd name="connsiteX33" fmla="*/ 247169 w 338916"/>
                  <a:gd name="connsiteY33" fmla="*/ 120764 h 380888"/>
                  <a:gd name="connsiteX34" fmla="*/ 252280 w 338916"/>
                  <a:gd name="connsiteY34" fmla="*/ 154402 h 3808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38916" h="380888">
                    <a:moveTo>
                      <a:pt x="174544" y="1"/>
                    </a:moveTo>
                    <a:cubicBezTo>
                      <a:pt x="152484" y="-65"/>
                      <a:pt x="130601" y="3966"/>
                      <a:pt x="110002" y="11887"/>
                    </a:cubicBezTo>
                    <a:cubicBezTo>
                      <a:pt x="89154" y="19848"/>
                      <a:pt x="70136" y="31982"/>
                      <a:pt x="54138" y="47545"/>
                    </a:cubicBezTo>
                    <a:cubicBezTo>
                      <a:pt x="37224" y="64490"/>
                      <a:pt x="23959" y="84715"/>
                      <a:pt x="15151" y="106976"/>
                    </a:cubicBezTo>
                    <a:cubicBezTo>
                      <a:pt x="4525" y="134105"/>
                      <a:pt x="-598" y="163073"/>
                      <a:pt x="56" y="192200"/>
                    </a:cubicBezTo>
                    <a:cubicBezTo>
                      <a:pt x="-63" y="217796"/>
                      <a:pt x="3954" y="243243"/>
                      <a:pt x="11942" y="267558"/>
                    </a:cubicBezTo>
                    <a:cubicBezTo>
                      <a:pt x="19394" y="289714"/>
                      <a:pt x="31554" y="309989"/>
                      <a:pt x="47600" y="326989"/>
                    </a:cubicBezTo>
                    <a:cubicBezTo>
                      <a:pt x="64169" y="344497"/>
                      <a:pt x="84483" y="358030"/>
                      <a:pt x="107031" y="366570"/>
                    </a:cubicBezTo>
                    <a:cubicBezTo>
                      <a:pt x="134619" y="376630"/>
                      <a:pt x="163847" y="381467"/>
                      <a:pt x="193206" y="380833"/>
                    </a:cubicBezTo>
                    <a:cubicBezTo>
                      <a:pt x="205959" y="380842"/>
                      <a:pt x="218689" y="380127"/>
                      <a:pt x="231360" y="378694"/>
                    </a:cubicBezTo>
                    <a:cubicBezTo>
                      <a:pt x="243841" y="377386"/>
                      <a:pt x="255133" y="375603"/>
                      <a:pt x="266305" y="373464"/>
                    </a:cubicBezTo>
                    <a:cubicBezTo>
                      <a:pt x="276005" y="371663"/>
                      <a:pt x="285609" y="369362"/>
                      <a:pt x="295070" y="366570"/>
                    </a:cubicBezTo>
                    <a:cubicBezTo>
                      <a:pt x="301429" y="364710"/>
                      <a:pt x="307657" y="362447"/>
                      <a:pt x="313731" y="359795"/>
                    </a:cubicBezTo>
                    <a:lnTo>
                      <a:pt x="302677" y="293470"/>
                    </a:lnTo>
                    <a:cubicBezTo>
                      <a:pt x="289697" y="298588"/>
                      <a:pt x="276290" y="302565"/>
                      <a:pt x="262621" y="305356"/>
                    </a:cubicBezTo>
                    <a:cubicBezTo>
                      <a:pt x="243389" y="309318"/>
                      <a:pt x="223777" y="311230"/>
                      <a:pt x="204141" y="311062"/>
                    </a:cubicBezTo>
                    <a:cubicBezTo>
                      <a:pt x="167769" y="311062"/>
                      <a:pt x="139718" y="302741"/>
                      <a:pt x="120938" y="286576"/>
                    </a:cubicBezTo>
                    <a:cubicBezTo>
                      <a:pt x="101017" y="268979"/>
                      <a:pt x="89190" y="243967"/>
                      <a:pt x="88251" y="217399"/>
                    </a:cubicBezTo>
                    <a:lnTo>
                      <a:pt x="88251" y="215735"/>
                    </a:lnTo>
                    <a:lnTo>
                      <a:pt x="337860" y="215735"/>
                    </a:lnTo>
                    <a:cubicBezTo>
                      <a:pt x="337860" y="211574"/>
                      <a:pt x="338573" y="206701"/>
                      <a:pt x="338811" y="201471"/>
                    </a:cubicBezTo>
                    <a:cubicBezTo>
                      <a:pt x="339049" y="196241"/>
                      <a:pt x="338811" y="190298"/>
                      <a:pt x="338811" y="185781"/>
                    </a:cubicBezTo>
                    <a:cubicBezTo>
                      <a:pt x="338811" y="124449"/>
                      <a:pt x="324191" y="77736"/>
                      <a:pt x="295427" y="46951"/>
                    </a:cubicBezTo>
                    <a:cubicBezTo>
                      <a:pt x="266662" y="16166"/>
                      <a:pt x="225893" y="1"/>
                      <a:pt x="174544" y="1"/>
                    </a:cubicBezTo>
                    <a:close/>
                    <a:moveTo>
                      <a:pt x="254063" y="155947"/>
                    </a:moveTo>
                    <a:lnTo>
                      <a:pt x="87656" y="155947"/>
                    </a:lnTo>
                    <a:lnTo>
                      <a:pt x="87656" y="154164"/>
                    </a:lnTo>
                    <a:cubicBezTo>
                      <a:pt x="89095" y="143305"/>
                      <a:pt x="91805" y="132654"/>
                      <a:pt x="95739" y="122428"/>
                    </a:cubicBezTo>
                    <a:cubicBezTo>
                      <a:pt x="99448" y="112236"/>
                      <a:pt x="105058" y="102839"/>
                      <a:pt x="112261" y="94733"/>
                    </a:cubicBezTo>
                    <a:cubicBezTo>
                      <a:pt x="119547" y="86476"/>
                      <a:pt x="128438" y="79801"/>
                      <a:pt x="138410" y="75121"/>
                    </a:cubicBezTo>
                    <a:cubicBezTo>
                      <a:pt x="149583" y="69968"/>
                      <a:pt x="161767" y="67407"/>
                      <a:pt x="174069" y="67633"/>
                    </a:cubicBezTo>
                    <a:cubicBezTo>
                      <a:pt x="185836" y="67329"/>
                      <a:pt x="197532" y="69643"/>
                      <a:pt x="208301" y="74408"/>
                    </a:cubicBezTo>
                    <a:cubicBezTo>
                      <a:pt x="217418" y="78888"/>
                      <a:pt x="225512" y="85200"/>
                      <a:pt x="232073" y="92951"/>
                    </a:cubicBezTo>
                    <a:cubicBezTo>
                      <a:pt x="238837" y="101171"/>
                      <a:pt x="243960" y="110612"/>
                      <a:pt x="247169" y="120764"/>
                    </a:cubicBezTo>
                    <a:cubicBezTo>
                      <a:pt x="250580" y="131651"/>
                      <a:pt x="252304" y="142994"/>
                      <a:pt x="252280" y="154402"/>
                    </a:cubicBezTo>
                    <a:close/>
                  </a:path>
                </a:pathLst>
              </a:custGeom>
              <a:solidFill>
                <a:srgbClr val="0D4E96"/>
              </a:solidFill>
              <a:ln w="11886"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99BF5369-FF6F-435C-A4F3-3CCE8B26A7B6}"/>
                  </a:ext>
                </a:extLst>
              </p:cNvPr>
              <p:cNvSpPr/>
              <p:nvPr/>
            </p:nvSpPr>
            <p:spPr>
              <a:xfrm>
                <a:off x="1727089" y="567131"/>
                <a:ext cx="321639" cy="380398"/>
              </a:xfrm>
              <a:custGeom>
                <a:avLst/>
                <a:gdLst>
                  <a:gd name="connsiteX0" fmla="*/ 209672 w 321639"/>
                  <a:gd name="connsiteY0" fmla="*/ 83 h 380398"/>
                  <a:gd name="connsiteX1" fmla="*/ 0 w 321639"/>
                  <a:gd name="connsiteY1" fmla="*/ 190261 h 380398"/>
                  <a:gd name="connsiteX2" fmla="*/ 0 w 321639"/>
                  <a:gd name="connsiteY2" fmla="*/ 191688 h 380398"/>
                  <a:gd name="connsiteX3" fmla="*/ 208959 w 321639"/>
                  <a:gd name="connsiteY3" fmla="*/ 380321 h 380398"/>
                  <a:gd name="connsiteX4" fmla="*/ 320094 w 321639"/>
                  <a:gd name="connsiteY4" fmla="*/ 354171 h 380398"/>
                  <a:gd name="connsiteX5" fmla="*/ 319262 w 321639"/>
                  <a:gd name="connsiteY5" fmla="*/ 353339 h 380398"/>
                  <a:gd name="connsiteX6" fmla="*/ 315102 w 321639"/>
                  <a:gd name="connsiteY6" fmla="*/ 349417 h 380398"/>
                  <a:gd name="connsiteX7" fmla="*/ 315102 w 321639"/>
                  <a:gd name="connsiteY7" fmla="*/ 349417 h 380398"/>
                  <a:gd name="connsiteX8" fmla="*/ 280632 w 321639"/>
                  <a:gd name="connsiteY8" fmla="*/ 296286 h 380398"/>
                  <a:gd name="connsiteX9" fmla="*/ 213594 w 321639"/>
                  <a:gd name="connsiteY9" fmla="*/ 312926 h 380398"/>
                  <a:gd name="connsiteX10" fmla="*/ 87672 w 321639"/>
                  <a:gd name="connsiteY10" fmla="*/ 195814 h 380398"/>
                  <a:gd name="connsiteX11" fmla="*/ 87601 w 321639"/>
                  <a:gd name="connsiteY11" fmla="*/ 190261 h 380398"/>
                  <a:gd name="connsiteX12" fmla="*/ 87601 w 321639"/>
                  <a:gd name="connsiteY12" fmla="*/ 189073 h 380398"/>
                  <a:gd name="connsiteX13" fmla="*/ 206213 w 321639"/>
                  <a:gd name="connsiteY13" fmla="*/ 67833 h 380398"/>
                  <a:gd name="connsiteX14" fmla="*/ 208959 w 321639"/>
                  <a:gd name="connsiteY14" fmla="*/ 67834 h 380398"/>
                  <a:gd name="connsiteX15" fmla="*/ 281227 w 321639"/>
                  <a:gd name="connsiteY15" fmla="*/ 86852 h 380398"/>
                  <a:gd name="connsiteX16" fmla="*/ 321639 w 321639"/>
                  <a:gd name="connsiteY16" fmla="*/ 25876 h 380398"/>
                  <a:gd name="connsiteX17" fmla="*/ 209672 w 321639"/>
                  <a:gd name="connsiteY17" fmla="*/ 83 h 3803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21639" h="380398">
                    <a:moveTo>
                      <a:pt x="209672" y="83"/>
                    </a:moveTo>
                    <a:cubicBezTo>
                      <a:pt x="92118" y="83"/>
                      <a:pt x="0" y="83880"/>
                      <a:pt x="0" y="190261"/>
                    </a:cubicBezTo>
                    <a:lnTo>
                      <a:pt x="0" y="191688"/>
                    </a:lnTo>
                    <a:cubicBezTo>
                      <a:pt x="0" y="297474"/>
                      <a:pt x="91761" y="380321"/>
                      <a:pt x="208959" y="380321"/>
                    </a:cubicBezTo>
                    <a:cubicBezTo>
                      <a:pt x="247636" y="381337"/>
                      <a:pt x="285921" y="372329"/>
                      <a:pt x="320094" y="354171"/>
                    </a:cubicBezTo>
                    <a:lnTo>
                      <a:pt x="319262" y="353339"/>
                    </a:lnTo>
                    <a:cubicBezTo>
                      <a:pt x="317836" y="352032"/>
                      <a:pt x="316409" y="350843"/>
                      <a:pt x="315102" y="349417"/>
                    </a:cubicBezTo>
                    <a:lnTo>
                      <a:pt x="315102" y="349417"/>
                    </a:lnTo>
                    <a:cubicBezTo>
                      <a:pt x="300660" y="333807"/>
                      <a:pt x="289000" y="315836"/>
                      <a:pt x="280632" y="296286"/>
                    </a:cubicBezTo>
                    <a:cubicBezTo>
                      <a:pt x="260045" y="307381"/>
                      <a:pt x="236986" y="313106"/>
                      <a:pt x="213594" y="312926"/>
                    </a:cubicBezTo>
                    <a:cubicBezTo>
                      <a:pt x="146485" y="315358"/>
                      <a:pt x="90109" y="262925"/>
                      <a:pt x="87672" y="195814"/>
                    </a:cubicBezTo>
                    <a:cubicBezTo>
                      <a:pt x="87613" y="193964"/>
                      <a:pt x="87589" y="192112"/>
                      <a:pt x="87601" y="190261"/>
                    </a:cubicBezTo>
                    <a:lnTo>
                      <a:pt x="87601" y="189073"/>
                    </a:lnTo>
                    <a:cubicBezTo>
                      <a:pt x="86876" y="122841"/>
                      <a:pt x="139971" y="68559"/>
                      <a:pt x="206213" y="67833"/>
                    </a:cubicBezTo>
                    <a:cubicBezTo>
                      <a:pt x="207128" y="67822"/>
                      <a:pt x="208043" y="67823"/>
                      <a:pt x="208959" y="67834"/>
                    </a:cubicBezTo>
                    <a:cubicBezTo>
                      <a:pt x="234336" y="67418"/>
                      <a:pt x="259344" y="73998"/>
                      <a:pt x="281227" y="86852"/>
                    </a:cubicBezTo>
                    <a:cubicBezTo>
                      <a:pt x="290878" y="64237"/>
                      <a:pt x="304571" y="43573"/>
                      <a:pt x="321639" y="25876"/>
                    </a:cubicBezTo>
                    <a:cubicBezTo>
                      <a:pt x="287110" y="7914"/>
                      <a:pt x="248575" y="-962"/>
                      <a:pt x="209672" y="83"/>
                    </a:cubicBezTo>
                    <a:close/>
                  </a:path>
                </a:pathLst>
              </a:custGeom>
              <a:solidFill>
                <a:srgbClr val="0D4E96"/>
              </a:solidFill>
              <a:ln w="11886" cap="flat">
                <a:noFill/>
                <a:prstDash val="solid"/>
                <a:miter/>
              </a:ln>
            </p:spPr>
            <p:txBody>
              <a:bodyPr rtlCol="0" anchor="ctr"/>
              <a:lstStyle/>
              <a:p>
                <a:endParaRPr lang="en-US"/>
              </a:p>
            </p:txBody>
          </p:sp>
        </p:grpSp>
        <p:grpSp>
          <p:nvGrpSpPr>
            <p:cNvPr id="26" name="Graphic 6">
              <a:extLst>
                <a:ext uri="{FF2B5EF4-FFF2-40B4-BE49-F238E27FC236}">
                  <a16:creationId xmlns:a16="http://schemas.microsoft.com/office/drawing/2014/main" id="{9C7DBD19-C64B-43A3-BDBB-7235E6983ABE}"/>
                </a:ext>
              </a:extLst>
            </p:cNvPr>
            <p:cNvGrpSpPr/>
            <p:nvPr/>
          </p:nvGrpSpPr>
          <p:grpSpPr>
            <a:xfrm>
              <a:off x="335933" y="374658"/>
              <a:ext cx="521802" cy="644467"/>
              <a:chOff x="335933" y="374658"/>
              <a:chExt cx="521802" cy="644467"/>
            </a:xfrm>
            <a:solidFill>
              <a:srgbClr val="0D4E96"/>
            </a:solidFill>
          </p:grpSpPr>
          <p:sp>
            <p:nvSpPr>
              <p:cNvPr id="27" name="Freeform: Shape 26">
                <a:extLst>
                  <a:ext uri="{FF2B5EF4-FFF2-40B4-BE49-F238E27FC236}">
                    <a16:creationId xmlns:a16="http://schemas.microsoft.com/office/drawing/2014/main" id="{D2C8A5CF-E966-4621-9D77-C140E13C4920}"/>
                  </a:ext>
                </a:extLst>
              </p:cNvPr>
              <p:cNvSpPr/>
              <p:nvPr/>
            </p:nvSpPr>
            <p:spPr>
              <a:xfrm>
                <a:off x="335933" y="497560"/>
                <a:ext cx="279800" cy="398899"/>
              </a:xfrm>
              <a:custGeom>
                <a:avLst/>
                <a:gdLst>
                  <a:gd name="connsiteX0" fmla="*/ 79875 w 279800"/>
                  <a:gd name="connsiteY0" fmla="*/ 398900 h 398899"/>
                  <a:gd name="connsiteX1" fmla="*/ 0 w 279800"/>
                  <a:gd name="connsiteY1" fmla="*/ 319025 h 398899"/>
                  <a:gd name="connsiteX2" fmla="*/ 120050 w 279800"/>
                  <a:gd name="connsiteY2" fmla="*/ 198974 h 398899"/>
                  <a:gd name="connsiteX3" fmla="*/ 951 w 279800"/>
                  <a:gd name="connsiteY3" fmla="*/ 79756 h 398899"/>
                  <a:gd name="connsiteX4" fmla="*/ 80707 w 279800"/>
                  <a:gd name="connsiteY4" fmla="*/ 0 h 398899"/>
                  <a:gd name="connsiteX5" fmla="*/ 279800 w 279800"/>
                  <a:gd name="connsiteY5" fmla="*/ 198974 h 398899"/>
                  <a:gd name="connsiteX6" fmla="*/ 79875 w 279800"/>
                  <a:gd name="connsiteY6" fmla="*/ 398900 h 3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79800" h="398899">
                    <a:moveTo>
                      <a:pt x="79875" y="398900"/>
                    </a:moveTo>
                    <a:lnTo>
                      <a:pt x="0" y="319025"/>
                    </a:lnTo>
                    <a:lnTo>
                      <a:pt x="120050" y="198974"/>
                    </a:lnTo>
                    <a:lnTo>
                      <a:pt x="951" y="79756"/>
                    </a:lnTo>
                    <a:lnTo>
                      <a:pt x="80707" y="0"/>
                    </a:lnTo>
                    <a:lnTo>
                      <a:pt x="279800" y="198974"/>
                    </a:lnTo>
                    <a:lnTo>
                      <a:pt x="79875" y="398900"/>
                    </a:lnTo>
                    <a:close/>
                  </a:path>
                </a:pathLst>
              </a:custGeom>
              <a:solidFill>
                <a:srgbClr val="0D4E96"/>
              </a:solidFill>
              <a:ln w="11886"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D9C0ECDC-5D8D-401A-B971-09C24D0DE8C6}"/>
                  </a:ext>
                </a:extLst>
              </p:cNvPr>
              <p:cNvSpPr/>
              <p:nvPr/>
            </p:nvSpPr>
            <p:spPr>
              <a:xfrm>
                <a:off x="458598" y="739325"/>
                <a:ext cx="398899" cy="279800"/>
              </a:xfrm>
              <a:custGeom>
                <a:avLst/>
                <a:gdLst>
                  <a:gd name="connsiteX0" fmla="*/ 79875 w 398899"/>
                  <a:gd name="connsiteY0" fmla="*/ 279800 h 279800"/>
                  <a:gd name="connsiteX1" fmla="*/ 0 w 398899"/>
                  <a:gd name="connsiteY1" fmla="*/ 199925 h 279800"/>
                  <a:gd name="connsiteX2" fmla="*/ 199925 w 398899"/>
                  <a:gd name="connsiteY2" fmla="*/ 0 h 279800"/>
                  <a:gd name="connsiteX3" fmla="*/ 398899 w 398899"/>
                  <a:gd name="connsiteY3" fmla="*/ 198974 h 279800"/>
                  <a:gd name="connsiteX4" fmla="*/ 319024 w 398899"/>
                  <a:gd name="connsiteY4" fmla="*/ 278849 h 279800"/>
                  <a:gd name="connsiteX5" fmla="*/ 199925 w 398899"/>
                  <a:gd name="connsiteY5" fmla="*/ 159750 h 279800"/>
                  <a:gd name="connsiteX6" fmla="*/ 79875 w 398899"/>
                  <a:gd name="connsiteY6" fmla="*/ 279800 h 279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99" h="279800">
                    <a:moveTo>
                      <a:pt x="79875" y="279800"/>
                    </a:moveTo>
                    <a:lnTo>
                      <a:pt x="0" y="199925"/>
                    </a:lnTo>
                    <a:lnTo>
                      <a:pt x="199925" y="0"/>
                    </a:lnTo>
                    <a:lnTo>
                      <a:pt x="398899" y="198974"/>
                    </a:lnTo>
                    <a:lnTo>
                      <a:pt x="319024" y="278849"/>
                    </a:lnTo>
                    <a:lnTo>
                      <a:pt x="199925" y="159750"/>
                    </a:lnTo>
                    <a:lnTo>
                      <a:pt x="79875" y="279800"/>
                    </a:lnTo>
                    <a:close/>
                  </a:path>
                </a:pathLst>
              </a:custGeom>
              <a:solidFill>
                <a:srgbClr val="0D4E96"/>
              </a:solidFill>
              <a:ln w="11886"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0EEE44F6-B9F7-424A-937C-60100E2506AF}"/>
                  </a:ext>
                </a:extLst>
              </p:cNvPr>
              <p:cNvSpPr/>
              <p:nvPr/>
            </p:nvSpPr>
            <p:spPr>
              <a:xfrm>
                <a:off x="458835" y="374658"/>
                <a:ext cx="398899" cy="279800"/>
              </a:xfrm>
              <a:custGeom>
                <a:avLst/>
                <a:gdLst>
                  <a:gd name="connsiteX0" fmla="*/ 198974 w 398899"/>
                  <a:gd name="connsiteY0" fmla="*/ 279800 h 279800"/>
                  <a:gd name="connsiteX1" fmla="*/ 0 w 398899"/>
                  <a:gd name="connsiteY1" fmla="*/ 80707 h 279800"/>
                  <a:gd name="connsiteX2" fmla="*/ 79756 w 398899"/>
                  <a:gd name="connsiteY2" fmla="*/ 951 h 279800"/>
                  <a:gd name="connsiteX3" fmla="*/ 198974 w 398899"/>
                  <a:gd name="connsiteY3" fmla="*/ 120050 h 279800"/>
                  <a:gd name="connsiteX4" fmla="*/ 319025 w 398899"/>
                  <a:gd name="connsiteY4" fmla="*/ 0 h 279800"/>
                  <a:gd name="connsiteX5" fmla="*/ 398900 w 398899"/>
                  <a:gd name="connsiteY5" fmla="*/ 79875 h 279800"/>
                  <a:gd name="connsiteX6" fmla="*/ 198974 w 398899"/>
                  <a:gd name="connsiteY6" fmla="*/ 279800 h 279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98899" h="279800">
                    <a:moveTo>
                      <a:pt x="198974" y="279800"/>
                    </a:moveTo>
                    <a:lnTo>
                      <a:pt x="0" y="80707"/>
                    </a:lnTo>
                    <a:lnTo>
                      <a:pt x="79756" y="951"/>
                    </a:lnTo>
                    <a:lnTo>
                      <a:pt x="198974" y="120050"/>
                    </a:lnTo>
                    <a:lnTo>
                      <a:pt x="319025" y="0"/>
                    </a:lnTo>
                    <a:lnTo>
                      <a:pt x="398900" y="79875"/>
                    </a:lnTo>
                    <a:lnTo>
                      <a:pt x="198974" y="279800"/>
                    </a:lnTo>
                    <a:close/>
                  </a:path>
                </a:pathLst>
              </a:custGeom>
              <a:solidFill>
                <a:srgbClr val="0D4E96"/>
              </a:solidFill>
              <a:ln w="11886" cap="flat">
                <a:noFill/>
                <a:prstDash val="solid"/>
                <a:miter/>
              </a:ln>
            </p:spPr>
            <p:txBody>
              <a:bodyPr rtlCol="0" anchor="ctr"/>
              <a:lstStyle/>
              <a:p>
                <a:endParaRPr lang="en-US"/>
              </a:p>
            </p:txBody>
          </p:sp>
        </p:grpSp>
      </p:grpSp>
      <p:sp>
        <p:nvSpPr>
          <p:cNvPr id="46" name="TextBox 45">
            <a:extLst>
              <a:ext uri="{FF2B5EF4-FFF2-40B4-BE49-F238E27FC236}">
                <a16:creationId xmlns:a16="http://schemas.microsoft.com/office/drawing/2014/main" id="{0B49A30A-5504-43E8-AA55-1CE3C7B336BB}"/>
              </a:ext>
            </a:extLst>
          </p:cNvPr>
          <p:cNvSpPr txBox="1"/>
          <p:nvPr userDrawn="1"/>
        </p:nvSpPr>
        <p:spPr>
          <a:xfrm>
            <a:off x="557726" y="6064408"/>
            <a:ext cx="2143536" cy="261610"/>
          </a:xfrm>
          <a:prstGeom prst="rect">
            <a:avLst/>
          </a:prstGeom>
          <a:noFill/>
        </p:spPr>
        <p:txBody>
          <a:bodyPr wrap="none" rtlCol="0" anchor="ctr">
            <a:spAutoFit/>
          </a:bodyPr>
          <a:lstStyle/>
          <a:p>
            <a:pPr algn="l"/>
            <a:r>
              <a:rPr lang="en-US" sz="1100" dirty="0">
                <a:solidFill>
                  <a:schemeClr val="tx2"/>
                </a:solidFill>
              </a:rPr>
              <a:t>© Tricentis. All rights reserved. </a:t>
            </a:r>
          </a:p>
        </p:txBody>
      </p:sp>
    </p:spTree>
    <p:extLst>
      <p:ext uri="{BB962C8B-B14F-4D97-AF65-F5344CB8AC3E}">
        <p14:creationId xmlns:p14="http://schemas.microsoft.com/office/powerpoint/2010/main" val="1848950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BEA679-B921-4324-97D5-866B1C61808D}"/>
              </a:ext>
            </a:extLst>
          </p:cNvPr>
          <p:cNvSpPr>
            <a:spLocks noGrp="1"/>
          </p:cNvSpPr>
          <p:nvPr>
            <p:ph type="title" hasCustomPrompt="1"/>
          </p:nvPr>
        </p:nvSpPr>
        <p:spPr/>
        <p:txBody>
          <a:bodyPr/>
          <a:lstStyle/>
          <a:p>
            <a:r>
              <a:rPr lang="en-GB" dirty="0"/>
              <a:t>Click to edit master title style</a:t>
            </a:r>
            <a:endParaRPr lang="en-US" dirty="0"/>
          </a:p>
        </p:txBody>
      </p:sp>
      <p:sp>
        <p:nvSpPr>
          <p:cNvPr id="3" name="Content Placeholder 2">
            <a:extLst>
              <a:ext uri="{FF2B5EF4-FFF2-40B4-BE49-F238E27FC236}">
                <a16:creationId xmlns:a16="http://schemas.microsoft.com/office/drawing/2014/main" id="{B414FFAE-AE6E-4CC7-A871-B88CA6A8E5CB}"/>
              </a:ext>
            </a:extLst>
          </p:cNvPr>
          <p:cNvSpPr>
            <a:spLocks noGrp="1"/>
          </p:cNvSpPr>
          <p:nvPr>
            <p:ph idx="1" hasCustomPrompt="1"/>
          </p:nvPr>
        </p:nvSpPr>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F924EC7B-4C02-4033-8213-91433B49745B}"/>
              </a:ext>
            </a:extLst>
          </p:cNvPr>
          <p:cNvSpPr>
            <a:spLocks noGrp="1"/>
          </p:cNvSpPr>
          <p:nvPr>
            <p:ph type="dt" sz="half" idx="10"/>
          </p:nvPr>
        </p:nvSpPr>
        <p:spPr/>
        <p:txBody>
          <a:bodyPr/>
          <a:lstStyle/>
          <a:p>
            <a:fld id="{806346B1-EA8D-4412-B99A-39A38F57D335}" type="datetime1">
              <a:rPr lang="en-US" smtClean="0"/>
              <a:t>5/9/2025</a:t>
            </a:fld>
            <a:endParaRPr lang="en-US"/>
          </a:p>
        </p:txBody>
      </p:sp>
      <p:sp>
        <p:nvSpPr>
          <p:cNvPr id="5" name="Footer Placeholder 4">
            <a:extLst>
              <a:ext uri="{FF2B5EF4-FFF2-40B4-BE49-F238E27FC236}">
                <a16:creationId xmlns:a16="http://schemas.microsoft.com/office/drawing/2014/main" id="{CBC28665-73C3-4D49-A03F-4FEE1B764FC6}"/>
              </a:ext>
            </a:extLst>
          </p:cNvPr>
          <p:cNvSpPr>
            <a:spLocks noGrp="1"/>
          </p:cNvSpPr>
          <p:nvPr>
            <p:ph type="ftr" sz="quarter" idx="11"/>
          </p:nvPr>
        </p:nvSpPr>
        <p:spPr>
          <a:xfrm>
            <a:off x="6096000" y="6525344"/>
            <a:ext cx="5345151" cy="318363"/>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7BA72D2-7DA7-4777-86B5-FFB5008FDC91}"/>
              </a:ext>
            </a:extLst>
          </p:cNvPr>
          <p:cNvSpPr>
            <a:spLocks noGrp="1"/>
          </p:cNvSpPr>
          <p:nvPr>
            <p:ph type="sldNum" sz="quarter" idx="12"/>
          </p:nvPr>
        </p:nvSpPr>
        <p:spPr/>
        <p:txBody>
          <a:bodyPr/>
          <a:lstStyle/>
          <a:p>
            <a:fld id="{507CC9FD-F0BE-4343-88E6-11D806760E48}" type="slidenum">
              <a:rPr lang="en-US" smtClean="0"/>
              <a:t>‹#›</a:t>
            </a:fld>
            <a:endParaRPr lang="en-US"/>
          </a:p>
        </p:txBody>
      </p:sp>
    </p:spTree>
    <p:extLst>
      <p:ext uri="{BB962C8B-B14F-4D97-AF65-F5344CB8AC3E}">
        <p14:creationId xmlns:p14="http://schemas.microsoft.com/office/powerpoint/2010/main" val="1563986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bg>
      <p:bgPr>
        <a:solidFill>
          <a:schemeClr val="accent2"/>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DE9C4BF-E8C2-79C7-BA85-BDA347A2210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00" y="-7702"/>
            <a:ext cx="12196800" cy="6873405"/>
          </a:xfrm>
          <a:prstGeom prst="rect">
            <a:avLst/>
          </a:prstGeom>
        </p:spPr>
      </p:pic>
      <p:sp>
        <p:nvSpPr>
          <p:cNvPr id="5" name="Footer Placeholder 4">
            <a:extLst>
              <a:ext uri="{FF2B5EF4-FFF2-40B4-BE49-F238E27FC236}">
                <a16:creationId xmlns:a16="http://schemas.microsoft.com/office/drawing/2014/main" id="{68A62D6D-41D3-4AF3-9AD8-D37DC1C7B6C3}"/>
              </a:ext>
            </a:extLst>
          </p:cNvPr>
          <p:cNvSpPr>
            <a:spLocks noGrp="1"/>
          </p:cNvSpPr>
          <p:nvPr>
            <p:ph type="ftr" sz="quarter" idx="11"/>
          </p:nvPr>
        </p:nvSpPr>
        <p:spPr>
          <a:xfrm>
            <a:off x="6096000" y="6461239"/>
            <a:ext cx="5345151"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C97A7FA-AF7C-4720-AC68-6A86B87AB867}"/>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4" name="Date Placeholder 3">
            <a:extLst>
              <a:ext uri="{FF2B5EF4-FFF2-40B4-BE49-F238E27FC236}">
                <a16:creationId xmlns:a16="http://schemas.microsoft.com/office/drawing/2014/main" id="{5B8FAEE6-4B5A-40B3-9DDD-C26F80B5836D}"/>
              </a:ext>
            </a:extLst>
          </p:cNvPr>
          <p:cNvSpPr>
            <a:spLocks noGrp="1"/>
          </p:cNvSpPr>
          <p:nvPr>
            <p:ph type="dt" sz="half" idx="10"/>
          </p:nvPr>
        </p:nvSpPr>
        <p:spPr/>
        <p:txBody>
          <a:bodyPr/>
          <a:lstStyle/>
          <a:p>
            <a:fld id="{CBB34E7C-2E82-4D14-B32D-67AF2205DEB0}" type="datetime1">
              <a:rPr lang="en-US" smtClean="0"/>
              <a:t>5/9/2025</a:t>
            </a:fld>
            <a:endParaRPr lang="en-US"/>
          </a:p>
        </p:txBody>
      </p:sp>
      <p:pic>
        <p:nvPicPr>
          <p:cNvPr id="31" name="Graphic 30">
            <a:extLst>
              <a:ext uri="{FF2B5EF4-FFF2-40B4-BE49-F238E27FC236}">
                <a16:creationId xmlns:a16="http://schemas.microsoft.com/office/drawing/2014/main" id="{27B4B9DE-829D-440A-80B4-3305FF261FED}"/>
              </a:ext>
            </a:extLst>
          </p:cNvPr>
          <p:cNvPicPr>
            <a:picLocks noChangeAspect="1"/>
          </p:cNvPicPr>
          <p:nvPr userDrawn="1"/>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11064" t="25850" r="11371" b="26766"/>
          <a:stretch/>
        </p:blipFill>
        <p:spPr>
          <a:xfrm>
            <a:off x="465625" y="6544949"/>
            <a:ext cx="865204" cy="210199"/>
          </a:xfrm>
          <a:prstGeom prst="rect">
            <a:avLst/>
          </a:prstGeom>
        </p:spPr>
      </p:pic>
      <p:sp>
        <p:nvSpPr>
          <p:cNvPr id="13" name="Title 1">
            <a:extLst>
              <a:ext uri="{FF2B5EF4-FFF2-40B4-BE49-F238E27FC236}">
                <a16:creationId xmlns:a16="http://schemas.microsoft.com/office/drawing/2014/main" id="{5EDDC997-B4BA-2053-97C6-E7712197F705}"/>
              </a:ext>
            </a:extLst>
          </p:cNvPr>
          <p:cNvSpPr>
            <a:spLocks noGrp="1"/>
          </p:cNvSpPr>
          <p:nvPr>
            <p:ph type="ctrTitle" hasCustomPrompt="1"/>
          </p:nvPr>
        </p:nvSpPr>
        <p:spPr>
          <a:xfrm>
            <a:off x="659304" y="1612585"/>
            <a:ext cx="7313071" cy="1701105"/>
          </a:xfrm>
        </p:spPr>
        <p:txBody>
          <a:bodyPr anchor="b">
            <a:noAutofit/>
          </a:bodyPr>
          <a:lstStyle>
            <a:lvl1pPr algn="l">
              <a:defRPr sz="4000">
                <a:solidFill>
                  <a:schemeClr val="bg1"/>
                </a:solidFill>
              </a:defRPr>
            </a:lvl1pPr>
          </a:lstStyle>
          <a:p>
            <a:r>
              <a:rPr lang="en-US" dirty="0"/>
              <a:t>[Insert title here]</a:t>
            </a:r>
          </a:p>
        </p:txBody>
      </p:sp>
      <p:sp>
        <p:nvSpPr>
          <p:cNvPr id="16" name="Subtitle 2">
            <a:extLst>
              <a:ext uri="{FF2B5EF4-FFF2-40B4-BE49-F238E27FC236}">
                <a16:creationId xmlns:a16="http://schemas.microsoft.com/office/drawing/2014/main" id="{F0D1C473-F3B2-E875-83CF-1D4BAA33520E}"/>
              </a:ext>
            </a:extLst>
          </p:cNvPr>
          <p:cNvSpPr>
            <a:spLocks noGrp="1"/>
          </p:cNvSpPr>
          <p:nvPr>
            <p:ph type="subTitle" idx="1" hasCustomPrompt="1"/>
          </p:nvPr>
        </p:nvSpPr>
        <p:spPr>
          <a:xfrm>
            <a:off x="652463" y="3842379"/>
            <a:ext cx="7295783" cy="1415420"/>
          </a:xfrm>
        </p:spPr>
        <p:txBody>
          <a:bodyPr>
            <a:no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[Insert subtitle here]</a:t>
            </a:r>
          </a:p>
        </p:txBody>
      </p:sp>
    </p:spTree>
    <p:extLst>
      <p:ext uri="{BB962C8B-B14F-4D97-AF65-F5344CB8AC3E}">
        <p14:creationId xmlns:p14="http://schemas.microsoft.com/office/powerpoint/2010/main" val="27677204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0AE9607-5688-4616-9516-C2D88F6FE373}"/>
              </a:ext>
            </a:extLst>
          </p:cNvPr>
          <p:cNvSpPr>
            <a:spLocks noGrp="1"/>
          </p:cNvSpPr>
          <p:nvPr>
            <p:ph sz="half" idx="1" hasCustomPrompt="1"/>
          </p:nvPr>
        </p:nvSpPr>
        <p:spPr>
          <a:xfrm>
            <a:off x="652463" y="1295400"/>
            <a:ext cx="5346893" cy="4952542"/>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3">
            <a:extLst>
              <a:ext uri="{FF2B5EF4-FFF2-40B4-BE49-F238E27FC236}">
                <a16:creationId xmlns:a16="http://schemas.microsoft.com/office/drawing/2014/main" id="{B7E9EF79-3999-486B-B9DA-D5A02C8399BD}"/>
              </a:ext>
            </a:extLst>
          </p:cNvPr>
          <p:cNvSpPr>
            <a:spLocks noGrp="1"/>
          </p:cNvSpPr>
          <p:nvPr>
            <p:ph sz="half" idx="2" hasCustomPrompt="1"/>
          </p:nvPr>
        </p:nvSpPr>
        <p:spPr>
          <a:xfrm>
            <a:off x="6190539" y="1295473"/>
            <a:ext cx="5349240" cy="495134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Date Placeholder 4">
            <a:extLst>
              <a:ext uri="{FF2B5EF4-FFF2-40B4-BE49-F238E27FC236}">
                <a16:creationId xmlns:a16="http://schemas.microsoft.com/office/drawing/2014/main" id="{4D3A6770-9F47-4BF3-9D52-11ABF5F02ABB}"/>
              </a:ext>
            </a:extLst>
          </p:cNvPr>
          <p:cNvSpPr>
            <a:spLocks noGrp="1"/>
          </p:cNvSpPr>
          <p:nvPr>
            <p:ph type="dt" sz="half" idx="10"/>
          </p:nvPr>
        </p:nvSpPr>
        <p:spPr/>
        <p:txBody>
          <a:bodyPr/>
          <a:lstStyle/>
          <a:p>
            <a:fld id="{39BC565C-6022-4972-9C02-3749E816C5BE}" type="datetime1">
              <a:rPr lang="en-US" smtClean="0"/>
              <a:t>5/9/2025</a:t>
            </a:fld>
            <a:endParaRPr lang="en-US"/>
          </a:p>
        </p:txBody>
      </p:sp>
      <p:sp>
        <p:nvSpPr>
          <p:cNvPr id="6" name="Footer Placeholder 5">
            <a:extLst>
              <a:ext uri="{FF2B5EF4-FFF2-40B4-BE49-F238E27FC236}">
                <a16:creationId xmlns:a16="http://schemas.microsoft.com/office/drawing/2014/main" id="{01567A07-C4F9-432B-A5F5-2034EB51C9A5}"/>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07252E14-7137-48CD-96C1-6475862992EA}"/>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8" name="Title 7">
            <a:extLst>
              <a:ext uri="{FF2B5EF4-FFF2-40B4-BE49-F238E27FC236}">
                <a16:creationId xmlns:a16="http://schemas.microsoft.com/office/drawing/2014/main" id="{CD89808B-6466-4D38-9F1A-2C5849310AAF}"/>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2434801504"/>
      </p:ext>
    </p:extLst>
  </p:cSld>
  <p:clrMapOvr>
    <a:masterClrMapping/>
  </p:clrMapOvr>
  <p:extLst>
    <p:ext uri="{DCECCB84-F9BA-43D5-87BE-67443E8EF086}">
      <p15:sldGuideLst xmlns:p15="http://schemas.microsoft.com/office/powerpoint/2012/main">
        <p15:guide id="1" pos="3779">
          <p15:clr>
            <a:srgbClr val="FBAE40"/>
          </p15:clr>
        </p15:guide>
        <p15:guide id="2" pos="3898">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Background 1">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B7E9EF79-3999-486B-B9DA-D5A02C8399BD}"/>
              </a:ext>
            </a:extLst>
          </p:cNvPr>
          <p:cNvSpPr>
            <a:spLocks noGrp="1"/>
          </p:cNvSpPr>
          <p:nvPr>
            <p:ph sz="half" idx="2" hasCustomPrompt="1"/>
          </p:nvPr>
        </p:nvSpPr>
        <p:spPr>
          <a:xfrm>
            <a:off x="6188074" y="1295400"/>
            <a:ext cx="5333365" cy="4951340"/>
          </a:xfrm>
          <a:ln>
            <a:noFill/>
          </a:ln>
        </p:spPr>
        <p:txBody>
          <a:bodyPr>
            <a:no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Date Placeholder 4">
            <a:extLst>
              <a:ext uri="{FF2B5EF4-FFF2-40B4-BE49-F238E27FC236}">
                <a16:creationId xmlns:a16="http://schemas.microsoft.com/office/drawing/2014/main" id="{4D3A6770-9F47-4BF3-9D52-11ABF5F02ABB}"/>
              </a:ext>
            </a:extLst>
          </p:cNvPr>
          <p:cNvSpPr>
            <a:spLocks noGrp="1"/>
          </p:cNvSpPr>
          <p:nvPr>
            <p:ph type="dt" sz="half" idx="10"/>
          </p:nvPr>
        </p:nvSpPr>
        <p:spPr>
          <a:ln>
            <a:noFill/>
          </a:ln>
        </p:spPr>
        <p:txBody>
          <a:bodyPr/>
          <a:lstStyle/>
          <a:p>
            <a:fld id="{39BC565C-6022-4972-9C02-3749E816C5BE}" type="datetime1">
              <a:rPr lang="en-US" smtClean="0"/>
              <a:t>5/9/2025</a:t>
            </a:fld>
            <a:endParaRPr lang="en-US"/>
          </a:p>
        </p:txBody>
      </p:sp>
      <p:sp>
        <p:nvSpPr>
          <p:cNvPr id="6" name="Footer Placeholder 5">
            <a:extLst>
              <a:ext uri="{FF2B5EF4-FFF2-40B4-BE49-F238E27FC236}">
                <a16:creationId xmlns:a16="http://schemas.microsoft.com/office/drawing/2014/main" id="{01567A07-C4F9-432B-A5F5-2034EB51C9A5}"/>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7" name="Slide Number Placeholder 6">
            <a:extLst>
              <a:ext uri="{FF2B5EF4-FFF2-40B4-BE49-F238E27FC236}">
                <a16:creationId xmlns:a16="http://schemas.microsoft.com/office/drawing/2014/main" id="{07252E14-7137-48CD-96C1-6475862992EA}"/>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7" name="Text Placeholder 10">
            <a:extLst>
              <a:ext uri="{FF2B5EF4-FFF2-40B4-BE49-F238E27FC236}">
                <a16:creationId xmlns:a16="http://schemas.microsoft.com/office/drawing/2014/main" id="{17D2B185-3465-A845-BDCB-56B9CD3C427B}"/>
              </a:ext>
            </a:extLst>
          </p:cNvPr>
          <p:cNvSpPr>
            <a:spLocks noGrp="1"/>
          </p:cNvSpPr>
          <p:nvPr>
            <p:ph type="body" sz="quarter" idx="16"/>
          </p:nvPr>
        </p:nvSpPr>
        <p:spPr>
          <a:xfrm>
            <a:off x="652462" y="2438400"/>
            <a:ext cx="4681538" cy="3802222"/>
          </a:xfrm>
          <a:ln>
            <a:noFill/>
          </a:ln>
        </p:spPr>
        <p:txBody>
          <a:bodyPr>
            <a:noAutofit/>
          </a:bodyPr>
          <a:lstStyle>
            <a:lvl1pPr>
              <a:defRPr sz="2400">
                <a:solidFill>
                  <a:schemeClr val="bg1"/>
                </a:solidFill>
                <a:latin typeface="+mj-lt"/>
              </a:defRPr>
            </a:lvl1pPr>
            <a:lvl2pPr>
              <a:defRPr sz="2000">
                <a:solidFill>
                  <a:schemeClr val="bg1"/>
                </a:solidFill>
                <a:latin typeface="+mj-lt"/>
              </a:defRPr>
            </a:lvl2pPr>
            <a:lvl3pPr>
              <a:defRPr sz="1800">
                <a:solidFill>
                  <a:schemeClr val="bg1"/>
                </a:solidFill>
                <a:latin typeface="+mj-lt"/>
              </a:defRPr>
            </a:lvl3pPr>
            <a:lvl4pPr>
              <a:defRPr sz="1600">
                <a:solidFill>
                  <a:schemeClr val="bg1"/>
                </a:solidFill>
                <a:latin typeface="+mj-lt"/>
              </a:defRPr>
            </a:lvl4pPr>
            <a:lvl5pPr>
              <a:defRPr sz="1400">
                <a:solidFill>
                  <a:schemeClr val="bg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Title 1">
            <a:extLst>
              <a:ext uri="{FF2B5EF4-FFF2-40B4-BE49-F238E27FC236}">
                <a16:creationId xmlns:a16="http://schemas.microsoft.com/office/drawing/2014/main" id="{9420EB1A-F962-43F1-A1AF-FF2B30BF74AC}"/>
              </a:ext>
            </a:extLst>
          </p:cNvPr>
          <p:cNvSpPr>
            <a:spLocks noGrp="1"/>
          </p:cNvSpPr>
          <p:nvPr>
            <p:ph type="title"/>
          </p:nvPr>
        </p:nvSpPr>
        <p:spPr>
          <a:xfrm>
            <a:off x="652463" y="1295400"/>
            <a:ext cx="4681534" cy="847656"/>
          </a:xfrm>
          <a:ln>
            <a:noFill/>
          </a:ln>
        </p:spPr>
        <p:txBody>
          <a:bodyPr anchor="t"/>
          <a:lstStyle>
            <a:lvl1pPr>
              <a:defRPr>
                <a:solidFill>
                  <a:schemeClr val="bg1"/>
                </a:solidFill>
              </a:defRPr>
            </a:lvl1pPr>
          </a:lstStyle>
          <a:p>
            <a:r>
              <a:rPr lang="en-US"/>
              <a:t>Click to edit Master title style</a:t>
            </a:r>
            <a:endParaRPr lang="en-US" dirty="0"/>
          </a:p>
        </p:txBody>
      </p:sp>
      <p:pic>
        <p:nvPicPr>
          <p:cNvPr id="11" name="Picture 10">
            <a:extLst>
              <a:ext uri="{FF2B5EF4-FFF2-40B4-BE49-F238E27FC236}">
                <a16:creationId xmlns:a16="http://schemas.microsoft.com/office/drawing/2014/main" id="{0095E956-8E6E-ED6B-C891-4A15281F0810}"/>
              </a:ext>
            </a:extLst>
          </p:cNvPr>
          <p:cNvPicPr>
            <a:picLocks noChangeAspect="1"/>
          </p:cNvPicPr>
          <p:nvPr userDrawn="1"/>
        </p:nvPicPr>
        <p:blipFill rotWithShape="1">
          <a:blip r:embed="rId2">
            <a:extLst>
              <a:ext uri="{28A0092B-C50C-407E-A947-70E740481C1C}">
                <a14:useLocalDpi xmlns:a14="http://schemas.microsoft.com/office/drawing/2010/main" val="0"/>
              </a:ext>
            </a:extLst>
          </a:blip>
          <a:srcRect t="484" r="2160"/>
          <a:stretch/>
        </p:blipFill>
        <p:spPr>
          <a:xfrm>
            <a:off x="1" y="0"/>
            <a:ext cx="6003926" cy="6508001"/>
          </a:xfrm>
          <a:prstGeom prst="rect">
            <a:avLst/>
          </a:prstGeom>
        </p:spPr>
      </p:pic>
    </p:spTree>
    <p:extLst>
      <p:ext uri="{BB962C8B-B14F-4D97-AF65-F5344CB8AC3E}">
        <p14:creationId xmlns:p14="http://schemas.microsoft.com/office/powerpoint/2010/main" val="313610156"/>
      </p:ext>
    </p:extLst>
  </p:cSld>
  <p:clrMapOvr>
    <a:masterClrMapping/>
  </p:clrMapOvr>
  <p:extLst>
    <p:ext uri="{DCECCB84-F9BA-43D5-87BE-67443E8EF086}">
      <p15:sldGuideLst xmlns:p15="http://schemas.microsoft.com/office/powerpoint/2012/main">
        <p15:guide id="1" pos="3779">
          <p15:clr>
            <a:srgbClr val="FBAE40"/>
          </p15:clr>
        </p15:guide>
        <p15:guide id="2" pos="389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64DBDF5-F0FF-4BAB-A542-27C16504F0A9}"/>
              </a:ext>
            </a:extLst>
          </p:cNvPr>
          <p:cNvSpPr>
            <a:spLocks noGrp="1"/>
          </p:cNvSpPr>
          <p:nvPr>
            <p:ph type="dt" sz="half" idx="10"/>
          </p:nvPr>
        </p:nvSpPr>
        <p:spPr/>
        <p:txBody>
          <a:bodyPr/>
          <a:lstStyle/>
          <a:p>
            <a:fld id="{564515A7-B4D2-4E5E-8DAA-17B33D9F9E82}" type="datetime1">
              <a:rPr lang="en-US" smtClean="0"/>
              <a:t>5/9/2025</a:t>
            </a:fld>
            <a:endParaRPr lang="en-US"/>
          </a:p>
        </p:txBody>
      </p:sp>
      <p:sp>
        <p:nvSpPr>
          <p:cNvPr id="4" name="Footer Placeholder 3">
            <a:extLst>
              <a:ext uri="{FF2B5EF4-FFF2-40B4-BE49-F238E27FC236}">
                <a16:creationId xmlns:a16="http://schemas.microsoft.com/office/drawing/2014/main" id="{414A0CDC-2F36-426C-80AA-FE2E1F4F5A30}"/>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C6F547B6-87AA-43C9-9E1D-3574C141F8B8}"/>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11" name="Title 10">
            <a:extLst>
              <a:ext uri="{FF2B5EF4-FFF2-40B4-BE49-F238E27FC236}">
                <a16:creationId xmlns:a16="http://schemas.microsoft.com/office/drawing/2014/main" id="{207226BF-68DB-4968-9A5F-34BB3DADA2A0}"/>
              </a:ext>
            </a:extLst>
          </p:cNvPr>
          <p:cNvSpPr>
            <a:spLocks noGrp="1"/>
          </p:cNvSpPr>
          <p:nvPr>
            <p:ph type="title" hasCustomPrompt="1"/>
          </p:nvPr>
        </p:nvSpPr>
        <p:spPr/>
        <p:txBody>
          <a:bodyPr/>
          <a:lstStyle/>
          <a:p>
            <a:r>
              <a:rPr lang="en-GB" dirty="0"/>
              <a:t>Click to edit master title style</a:t>
            </a:r>
            <a:endParaRPr lang="en-US" dirty="0"/>
          </a:p>
        </p:txBody>
      </p:sp>
      <p:sp>
        <p:nvSpPr>
          <p:cNvPr id="13" name="Content Placeholder 12">
            <a:extLst>
              <a:ext uri="{FF2B5EF4-FFF2-40B4-BE49-F238E27FC236}">
                <a16:creationId xmlns:a16="http://schemas.microsoft.com/office/drawing/2014/main" id="{BBA8063C-7A11-4535-8FA1-2D81C58A0A65}"/>
              </a:ext>
            </a:extLst>
          </p:cNvPr>
          <p:cNvSpPr>
            <a:spLocks noGrp="1"/>
          </p:cNvSpPr>
          <p:nvPr>
            <p:ph sz="quarter" idx="13" hasCustomPrompt="1"/>
          </p:nvPr>
        </p:nvSpPr>
        <p:spPr>
          <a:xfrm>
            <a:off x="652462" y="1295400"/>
            <a:ext cx="3483864"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5" name="Content Placeholder 14">
            <a:extLst>
              <a:ext uri="{FF2B5EF4-FFF2-40B4-BE49-F238E27FC236}">
                <a16:creationId xmlns:a16="http://schemas.microsoft.com/office/drawing/2014/main" id="{86BB947E-0A0E-429F-A7E3-CA05D4EC1ACF}"/>
              </a:ext>
            </a:extLst>
          </p:cNvPr>
          <p:cNvSpPr>
            <a:spLocks noGrp="1"/>
          </p:cNvSpPr>
          <p:nvPr>
            <p:ph sz="quarter" idx="14" hasCustomPrompt="1"/>
          </p:nvPr>
        </p:nvSpPr>
        <p:spPr>
          <a:xfrm>
            <a:off x="4354068" y="1295400"/>
            <a:ext cx="3483864"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ontent Placeholder 16">
            <a:extLst>
              <a:ext uri="{FF2B5EF4-FFF2-40B4-BE49-F238E27FC236}">
                <a16:creationId xmlns:a16="http://schemas.microsoft.com/office/drawing/2014/main" id="{136C9D73-3B53-4757-8E5D-A4CC768E6D29}"/>
              </a:ext>
            </a:extLst>
          </p:cNvPr>
          <p:cNvSpPr>
            <a:spLocks noGrp="1"/>
          </p:cNvSpPr>
          <p:nvPr>
            <p:ph sz="quarter" idx="15" hasCustomPrompt="1"/>
          </p:nvPr>
        </p:nvSpPr>
        <p:spPr>
          <a:xfrm>
            <a:off x="8046149" y="1295400"/>
            <a:ext cx="3483864"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128598215"/>
      </p:ext>
    </p:extLst>
  </p:cSld>
  <p:clrMapOvr>
    <a:masterClrMapping/>
  </p:clrMapOvr>
  <p:extLst>
    <p:ext uri="{DCECCB84-F9BA-43D5-87BE-67443E8EF086}">
      <p15:sldGuideLst xmlns:p15="http://schemas.microsoft.com/office/powerpoint/2012/main">
        <p15:guide id="1" pos="2608">
          <p15:clr>
            <a:srgbClr val="FBAE40"/>
          </p15:clr>
        </p15:guide>
        <p15:guide id="2" pos="4937">
          <p15:clr>
            <a:srgbClr val="FBAE40"/>
          </p15:clr>
        </p15:guide>
        <p15:guide id="3" pos="5070">
          <p15:clr>
            <a:srgbClr val="FBAE40"/>
          </p15:clr>
        </p15:guide>
        <p15:guide id="4" pos="274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Thirds / One Thir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CDBA6-06C3-4826-B064-BD9DE5C3EBBF}"/>
              </a:ext>
            </a:extLst>
          </p:cNvPr>
          <p:cNvSpPr>
            <a:spLocks noGrp="1"/>
          </p:cNvSpPr>
          <p:nvPr>
            <p:ph type="title" hasCustomPrompt="1"/>
          </p:nvPr>
        </p:nvSpPr>
        <p:spPr/>
        <p:txBody>
          <a:bodyPr/>
          <a:lstStyle>
            <a:lvl1pPr>
              <a:defRPr sz="3200"/>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1EA7CA3A-A27F-4124-85E1-594A0D712C7E}"/>
              </a:ext>
            </a:extLst>
          </p:cNvPr>
          <p:cNvSpPr>
            <a:spLocks noGrp="1"/>
          </p:cNvSpPr>
          <p:nvPr>
            <p:ph type="dt" sz="half" idx="10"/>
          </p:nvPr>
        </p:nvSpPr>
        <p:spPr/>
        <p:txBody>
          <a:bodyPr/>
          <a:lstStyle/>
          <a:p>
            <a:fld id="{C26546CB-0F61-4FCE-99A7-14F4BDF4FC3C}" type="datetime1">
              <a:rPr lang="en-US" smtClean="0"/>
              <a:t>5/9/2025</a:t>
            </a:fld>
            <a:endParaRPr lang="en-US"/>
          </a:p>
        </p:txBody>
      </p:sp>
      <p:sp>
        <p:nvSpPr>
          <p:cNvPr id="4" name="Footer Placeholder 3">
            <a:extLst>
              <a:ext uri="{FF2B5EF4-FFF2-40B4-BE49-F238E27FC236}">
                <a16:creationId xmlns:a16="http://schemas.microsoft.com/office/drawing/2014/main" id="{4420F987-64A7-458D-A758-EE38E047FA2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C7AAF2C-4243-4267-812B-2FD3CB47B4A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7" name="Content Placeholder 6">
            <a:extLst>
              <a:ext uri="{FF2B5EF4-FFF2-40B4-BE49-F238E27FC236}">
                <a16:creationId xmlns:a16="http://schemas.microsoft.com/office/drawing/2014/main" id="{E7E4A3EE-B55E-4F19-9274-53585DFCB819}"/>
              </a:ext>
            </a:extLst>
          </p:cNvPr>
          <p:cNvSpPr>
            <a:spLocks noGrp="1"/>
          </p:cNvSpPr>
          <p:nvPr>
            <p:ph sz="quarter" idx="13" hasCustomPrompt="1"/>
          </p:nvPr>
        </p:nvSpPr>
        <p:spPr>
          <a:xfrm>
            <a:off x="652462" y="1295399"/>
            <a:ext cx="7186845"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Content Placeholder 8">
            <a:extLst>
              <a:ext uri="{FF2B5EF4-FFF2-40B4-BE49-F238E27FC236}">
                <a16:creationId xmlns:a16="http://schemas.microsoft.com/office/drawing/2014/main" id="{1EE6E3ED-07DA-441B-829A-B77630326455}"/>
              </a:ext>
            </a:extLst>
          </p:cNvPr>
          <p:cNvSpPr>
            <a:spLocks noGrp="1"/>
          </p:cNvSpPr>
          <p:nvPr>
            <p:ph sz="quarter" idx="14" hasCustomPrompt="1"/>
          </p:nvPr>
        </p:nvSpPr>
        <p:spPr>
          <a:xfrm>
            <a:off x="8046149" y="1295351"/>
            <a:ext cx="3483864" cy="4952206"/>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916036792"/>
      </p:ext>
    </p:extLst>
  </p:cSld>
  <p:clrMapOvr>
    <a:masterClrMapping/>
  </p:clrMapOvr>
  <p:extLst>
    <p:ext uri="{DCECCB84-F9BA-43D5-87BE-67443E8EF086}">
      <p15:sldGuideLst xmlns:p15="http://schemas.microsoft.com/office/powerpoint/2012/main">
        <p15:guide id="1" pos="4938">
          <p15:clr>
            <a:srgbClr val="FBAE40"/>
          </p15:clr>
        </p15:guide>
        <p15:guide id="2" pos="5063">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One Third / Two Thir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CDBA6-06C3-4826-B064-BD9DE5C3EBBF}"/>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1EA7CA3A-A27F-4124-85E1-594A0D712C7E}"/>
              </a:ext>
            </a:extLst>
          </p:cNvPr>
          <p:cNvSpPr>
            <a:spLocks noGrp="1"/>
          </p:cNvSpPr>
          <p:nvPr>
            <p:ph type="dt" sz="half" idx="10"/>
          </p:nvPr>
        </p:nvSpPr>
        <p:spPr/>
        <p:txBody>
          <a:bodyPr/>
          <a:lstStyle/>
          <a:p>
            <a:fld id="{75C3CCC0-C904-4168-BB5F-4772BB4E689E}" type="datetime1">
              <a:rPr lang="en-US" smtClean="0"/>
              <a:t>5/9/2025</a:t>
            </a:fld>
            <a:endParaRPr lang="en-US"/>
          </a:p>
        </p:txBody>
      </p:sp>
      <p:sp>
        <p:nvSpPr>
          <p:cNvPr id="4" name="Footer Placeholder 3">
            <a:extLst>
              <a:ext uri="{FF2B5EF4-FFF2-40B4-BE49-F238E27FC236}">
                <a16:creationId xmlns:a16="http://schemas.microsoft.com/office/drawing/2014/main" id="{4420F987-64A7-458D-A758-EE38E047FA2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C7AAF2C-4243-4267-812B-2FD3CB47B4A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7" name="Content Placeholder 6">
            <a:extLst>
              <a:ext uri="{FF2B5EF4-FFF2-40B4-BE49-F238E27FC236}">
                <a16:creationId xmlns:a16="http://schemas.microsoft.com/office/drawing/2014/main" id="{E7E4A3EE-B55E-4F19-9274-53585DFCB819}"/>
              </a:ext>
            </a:extLst>
          </p:cNvPr>
          <p:cNvSpPr>
            <a:spLocks noGrp="1"/>
          </p:cNvSpPr>
          <p:nvPr>
            <p:ph sz="quarter" idx="13" hasCustomPrompt="1"/>
          </p:nvPr>
        </p:nvSpPr>
        <p:spPr>
          <a:xfrm>
            <a:off x="652463" y="1295449"/>
            <a:ext cx="3486796" cy="4950620"/>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Content Placeholder 8">
            <a:extLst>
              <a:ext uri="{FF2B5EF4-FFF2-40B4-BE49-F238E27FC236}">
                <a16:creationId xmlns:a16="http://schemas.microsoft.com/office/drawing/2014/main" id="{1EE6E3ED-07DA-441B-829A-B77630326455}"/>
              </a:ext>
            </a:extLst>
          </p:cNvPr>
          <p:cNvSpPr>
            <a:spLocks noGrp="1"/>
          </p:cNvSpPr>
          <p:nvPr>
            <p:ph sz="quarter" idx="14" hasCustomPrompt="1"/>
          </p:nvPr>
        </p:nvSpPr>
        <p:spPr>
          <a:xfrm>
            <a:off x="4343400" y="1295400"/>
            <a:ext cx="7192963"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264322979"/>
      </p:ext>
    </p:extLst>
  </p:cSld>
  <p:clrMapOvr>
    <a:masterClrMapping/>
  </p:clrMapOvr>
  <p:extLst>
    <p:ext uri="{DCECCB84-F9BA-43D5-87BE-67443E8EF086}">
      <p15:sldGuideLst xmlns:p15="http://schemas.microsoft.com/office/powerpoint/2012/main">
        <p15:guide id="1" pos="2607">
          <p15:clr>
            <a:srgbClr val="FBAE40"/>
          </p15:clr>
        </p15:guide>
        <p15:guide id="2" pos="2733">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stomer Case Stud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CDBA6-06C3-4826-B064-BD9DE5C3EBBF}"/>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1EA7CA3A-A27F-4124-85E1-594A0D712C7E}"/>
              </a:ext>
            </a:extLst>
          </p:cNvPr>
          <p:cNvSpPr>
            <a:spLocks noGrp="1"/>
          </p:cNvSpPr>
          <p:nvPr>
            <p:ph type="dt" sz="half" idx="10"/>
          </p:nvPr>
        </p:nvSpPr>
        <p:spPr/>
        <p:txBody>
          <a:bodyPr/>
          <a:lstStyle/>
          <a:p>
            <a:fld id="{4F3E562D-FDBA-495B-A293-B4FB4F8F52B2}" type="datetime1">
              <a:rPr lang="en-US" smtClean="0"/>
              <a:t>5/9/2025</a:t>
            </a:fld>
            <a:endParaRPr lang="en-US"/>
          </a:p>
        </p:txBody>
      </p:sp>
      <p:sp>
        <p:nvSpPr>
          <p:cNvPr id="4" name="Footer Placeholder 3">
            <a:extLst>
              <a:ext uri="{FF2B5EF4-FFF2-40B4-BE49-F238E27FC236}">
                <a16:creationId xmlns:a16="http://schemas.microsoft.com/office/drawing/2014/main" id="{4420F987-64A7-458D-A758-EE38E047FA2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C7AAF2C-4243-4267-812B-2FD3CB47B4A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9" name="Content Placeholder 8">
            <a:extLst>
              <a:ext uri="{FF2B5EF4-FFF2-40B4-BE49-F238E27FC236}">
                <a16:creationId xmlns:a16="http://schemas.microsoft.com/office/drawing/2014/main" id="{1EE6E3ED-07DA-441B-829A-B77630326455}"/>
              </a:ext>
            </a:extLst>
          </p:cNvPr>
          <p:cNvSpPr>
            <a:spLocks noGrp="1"/>
          </p:cNvSpPr>
          <p:nvPr>
            <p:ph sz="quarter" idx="14" hasCustomPrompt="1"/>
          </p:nvPr>
        </p:nvSpPr>
        <p:spPr>
          <a:xfrm>
            <a:off x="4343400" y="1295400"/>
            <a:ext cx="7192963" cy="49514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Picture Placeholder 7">
            <a:extLst>
              <a:ext uri="{FF2B5EF4-FFF2-40B4-BE49-F238E27FC236}">
                <a16:creationId xmlns:a16="http://schemas.microsoft.com/office/drawing/2014/main" id="{E826942A-CD52-45AB-BD2A-DBEE06603BA1}"/>
              </a:ext>
            </a:extLst>
          </p:cNvPr>
          <p:cNvSpPr>
            <a:spLocks noGrp="1"/>
          </p:cNvSpPr>
          <p:nvPr>
            <p:ph type="pic" sz="quarter" idx="15" hasCustomPrompt="1"/>
          </p:nvPr>
        </p:nvSpPr>
        <p:spPr>
          <a:xfrm>
            <a:off x="652463" y="1295400"/>
            <a:ext cx="3486150" cy="946150"/>
          </a:xfrm>
          <a:pattFill prst="pct5">
            <a:fgClr>
              <a:schemeClr val="accent1"/>
            </a:fgClr>
            <a:bgClr>
              <a:schemeClr val="bg1"/>
            </a:bgClr>
          </a:pattFill>
        </p:spPr>
        <p:txBody>
          <a:bodyPr anchor="ctr">
            <a:normAutofit/>
          </a:bodyPr>
          <a:lstStyle>
            <a:lvl1pPr marL="0" indent="0" algn="ctr">
              <a:buNone/>
              <a:defRPr sz="1800"/>
            </a:lvl1pPr>
          </a:lstStyle>
          <a:p>
            <a:r>
              <a:rPr lang="en-US" dirty="0"/>
              <a:t>Insert logo here (remove placeholder and place logo manually if needed)</a:t>
            </a:r>
          </a:p>
        </p:txBody>
      </p:sp>
      <p:sp>
        <p:nvSpPr>
          <p:cNvPr id="11" name="Text Placeholder 10">
            <a:extLst>
              <a:ext uri="{FF2B5EF4-FFF2-40B4-BE49-F238E27FC236}">
                <a16:creationId xmlns:a16="http://schemas.microsoft.com/office/drawing/2014/main" id="{29EA4789-3E51-4DF8-8A2E-5BFC9BF41651}"/>
              </a:ext>
            </a:extLst>
          </p:cNvPr>
          <p:cNvSpPr>
            <a:spLocks noGrp="1"/>
          </p:cNvSpPr>
          <p:nvPr>
            <p:ph type="body" sz="quarter" idx="16" hasCustomPrompt="1"/>
          </p:nvPr>
        </p:nvSpPr>
        <p:spPr>
          <a:xfrm>
            <a:off x="652463" y="2743200"/>
            <a:ext cx="3486150" cy="3503613"/>
          </a:xfrm>
        </p:spPr>
        <p:txBody>
          <a:bodyPr>
            <a:normAutofit/>
          </a:bodyPr>
          <a:lstStyle>
            <a:lvl1pPr>
              <a:defRPr sz="1800"/>
            </a:lvl1pPr>
            <a:lvl2pPr>
              <a:defRPr sz="1800"/>
            </a:lvl2pPr>
            <a:lvl3pPr>
              <a:defRPr sz="1800"/>
            </a:lvl3pPr>
            <a:lvl4pPr>
              <a:defRPr sz="1800"/>
            </a:lvl4pPr>
            <a:lvl5pP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957509841"/>
      </p:ext>
    </p:extLst>
  </p:cSld>
  <p:clrMapOvr>
    <a:masterClrMapping/>
  </p:clrMapOvr>
  <p:extLst>
    <p:ext uri="{DCECCB84-F9BA-43D5-87BE-67443E8EF086}">
      <p15:sldGuideLst xmlns:p15="http://schemas.microsoft.com/office/powerpoint/2012/main">
        <p15:guide id="1" pos="2607">
          <p15:clr>
            <a:srgbClr val="FBAE40"/>
          </p15:clr>
        </p15:guide>
        <p15:guide id="2" pos="2733">
          <p15:clr>
            <a:srgbClr val="FBAE40"/>
          </p15:clr>
        </p15:guide>
        <p15:guide id="3" orient="horz" pos="1637">
          <p15:clr>
            <a:srgbClr val="FBAE40"/>
          </p15:clr>
        </p15:guide>
        <p15:guide id="4" orient="horz" pos="1519">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OC / Agenda">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8B79D80-3156-174C-F6CD-16BFF670B4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700"/>
            <a:ext cx="12196800" cy="6860700"/>
          </a:xfrm>
          <a:prstGeom prst="rect">
            <a:avLst/>
          </a:prstGeom>
        </p:spPr>
      </p:pic>
      <p:sp>
        <p:nvSpPr>
          <p:cNvPr id="2" name="Title 1">
            <a:extLst>
              <a:ext uri="{FF2B5EF4-FFF2-40B4-BE49-F238E27FC236}">
                <a16:creationId xmlns:a16="http://schemas.microsoft.com/office/drawing/2014/main" id="{085AFA45-B9BF-4380-84CD-DFA217CB985B}"/>
              </a:ext>
            </a:extLst>
          </p:cNvPr>
          <p:cNvSpPr>
            <a:spLocks noGrp="1"/>
          </p:cNvSpPr>
          <p:nvPr>
            <p:ph type="title" hasCustomPrompt="1"/>
          </p:nvPr>
        </p:nvSpPr>
        <p:spPr>
          <a:xfrm>
            <a:off x="652463" y="275865"/>
            <a:ext cx="10244137" cy="714735"/>
          </a:xfrm>
        </p:spPr>
        <p:txBody>
          <a:bodyPr/>
          <a:lstStyle>
            <a:lvl1pPr>
              <a:defRPr sz="3200"/>
            </a:lvl1p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9964E92C-14A1-452F-8B24-642609FE0604}"/>
              </a:ext>
            </a:extLst>
          </p:cNvPr>
          <p:cNvSpPr>
            <a:spLocks noGrp="1"/>
          </p:cNvSpPr>
          <p:nvPr>
            <p:ph type="dt" sz="half" idx="10"/>
          </p:nvPr>
        </p:nvSpPr>
        <p:spPr/>
        <p:txBody>
          <a:bodyPr/>
          <a:lstStyle/>
          <a:p>
            <a:fld id="{0CA4D7F9-E6F4-47D4-A8CB-79597FB729E9}" type="datetime1">
              <a:rPr lang="en-US" smtClean="0"/>
              <a:t>5/9/2025</a:t>
            </a:fld>
            <a:endParaRPr lang="en-US"/>
          </a:p>
        </p:txBody>
      </p:sp>
      <p:sp>
        <p:nvSpPr>
          <p:cNvPr id="4" name="Footer Placeholder 3">
            <a:extLst>
              <a:ext uri="{FF2B5EF4-FFF2-40B4-BE49-F238E27FC236}">
                <a16:creationId xmlns:a16="http://schemas.microsoft.com/office/drawing/2014/main" id="{39C0ED78-D602-45AF-BF79-714C6A44635E}"/>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1D2DED5-87D9-42BE-9CCA-B218AF01A1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10" name="Text Placeholder 9">
            <a:extLst>
              <a:ext uri="{FF2B5EF4-FFF2-40B4-BE49-F238E27FC236}">
                <a16:creationId xmlns:a16="http://schemas.microsoft.com/office/drawing/2014/main" id="{ADB79197-F6AF-4224-A0F2-CBBD948435C3}"/>
              </a:ext>
            </a:extLst>
          </p:cNvPr>
          <p:cNvSpPr>
            <a:spLocks noGrp="1"/>
          </p:cNvSpPr>
          <p:nvPr>
            <p:ph type="body" sz="quarter" idx="13" hasCustomPrompt="1"/>
          </p:nvPr>
        </p:nvSpPr>
        <p:spPr>
          <a:xfrm>
            <a:off x="652463" y="1295400"/>
            <a:ext cx="7272337" cy="4951413"/>
          </a:xfrm>
        </p:spPr>
        <p:txBody>
          <a:bodyPr/>
          <a:lstStyle>
            <a:lvl1pPr marL="457200" indent="-457200">
              <a:buFont typeface="+mj-lt"/>
              <a:buAutoNum type="arabicPeriod"/>
              <a:defRPr/>
            </a:lvl1pPr>
            <a:lvl2pPr marL="685800" indent="-457200">
              <a:buFont typeface="+mj-lt"/>
              <a:buAutoNum type="arabicPeriod"/>
              <a:defRPr/>
            </a:lvl2pPr>
            <a:lvl3pPr marL="800100" indent="-342900">
              <a:buFont typeface="+mj-lt"/>
              <a:buAutoNum type="arabicPeriod"/>
              <a:defRPr/>
            </a:lvl3pPr>
            <a:lvl4pPr marL="1028700" indent="-342900">
              <a:buFont typeface="+mj-lt"/>
              <a:buAutoNum type="arabicPeriod"/>
              <a:defRPr/>
            </a:lvl4pPr>
            <a:lvl5pPr marL="1257300" indent="-342900">
              <a:buFont typeface="+mj-lt"/>
              <a:buAutoNum type="arabicPeriod"/>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pic>
        <p:nvPicPr>
          <p:cNvPr id="31" name="Graphic 30">
            <a:extLst>
              <a:ext uri="{FF2B5EF4-FFF2-40B4-BE49-F238E27FC236}">
                <a16:creationId xmlns:a16="http://schemas.microsoft.com/office/drawing/2014/main" id="{E9B052AD-1F28-433B-A218-AD5B2ADDA11D}"/>
              </a:ext>
            </a:extLst>
          </p:cNvPr>
          <p:cNvPicPr>
            <a:picLocks noChangeAspect="1"/>
          </p:cNvPicPr>
          <p:nvPr userDrawn="1"/>
        </p:nvPicPr>
        <p:blipFill rotWithShape="1">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rcRect l="11064" t="25850" r="11371" b="26766"/>
          <a:stretch/>
        </p:blipFill>
        <p:spPr>
          <a:xfrm>
            <a:off x="465625" y="6544949"/>
            <a:ext cx="865204" cy="210199"/>
          </a:xfrm>
          <a:prstGeom prst="rect">
            <a:avLst/>
          </a:prstGeom>
        </p:spPr>
      </p:pic>
    </p:spTree>
    <p:extLst>
      <p:ext uri="{BB962C8B-B14F-4D97-AF65-F5344CB8AC3E}">
        <p14:creationId xmlns:p14="http://schemas.microsoft.com/office/powerpoint/2010/main" val="6653123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Image">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38C7CC3D-4C46-4591-A1A8-76BE4DEA28B4}"/>
              </a:ext>
            </a:extLst>
          </p:cNvPr>
          <p:cNvSpPr>
            <a:spLocks noGrp="1"/>
          </p:cNvSpPr>
          <p:nvPr>
            <p:ph type="pic" sz="quarter" idx="13" hasCustomPrompt="1"/>
          </p:nvPr>
        </p:nvSpPr>
        <p:spPr>
          <a:xfrm>
            <a:off x="0" y="-1"/>
            <a:ext cx="12192000" cy="6391176"/>
          </a:xfrm>
          <a:pattFill prst="pct5">
            <a:fgClr>
              <a:schemeClr val="accent1"/>
            </a:fgClr>
            <a:bgClr>
              <a:schemeClr val="bg1"/>
            </a:bgClr>
          </a:pattFill>
        </p:spPr>
        <p:txBody>
          <a:bodyPr anchor="ctr"/>
          <a:lstStyle>
            <a:lvl1pPr marL="0" indent="0" algn="ctr">
              <a:buNone/>
              <a:defRPr/>
            </a:lvl1pPr>
          </a:lstStyle>
          <a:p>
            <a:r>
              <a:rPr lang="en-US" dirty="0"/>
              <a:t>[Click icon to insert image]</a:t>
            </a:r>
          </a:p>
        </p:txBody>
      </p:sp>
      <p:sp>
        <p:nvSpPr>
          <p:cNvPr id="2" name="Title 1">
            <a:extLst>
              <a:ext uri="{FF2B5EF4-FFF2-40B4-BE49-F238E27FC236}">
                <a16:creationId xmlns:a16="http://schemas.microsoft.com/office/drawing/2014/main" id="{90219B01-1931-459E-A1BC-29BC0869617C}"/>
              </a:ext>
            </a:extLst>
          </p:cNvPr>
          <p:cNvSpPr>
            <a:spLocks noGrp="1"/>
          </p:cNvSpPr>
          <p:nvPr>
            <p:ph type="title" hasCustomPrompt="1"/>
          </p:nvPr>
        </p:nvSpPr>
        <p:spPr>
          <a:xfrm>
            <a:off x="664275" y="2057400"/>
            <a:ext cx="10877550" cy="714735"/>
          </a:xfrm>
        </p:spPr>
        <p:txBody>
          <a:bodyPr/>
          <a:lstStyle>
            <a:lvl1pPr>
              <a:defRPr/>
            </a:lvl1pPr>
          </a:lstStyle>
          <a:p>
            <a:r>
              <a:rPr lang="en-US" dirty="0"/>
              <a:t>[Insert title and change font color to white as needed]</a:t>
            </a:r>
          </a:p>
        </p:txBody>
      </p:sp>
      <p:sp>
        <p:nvSpPr>
          <p:cNvPr id="3" name="Date Placeholder 2">
            <a:extLst>
              <a:ext uri="{FF2B5EF4-FFF2-40B4-BE49-F238E27FC236}">
                <a16:creationId xmlns:a16="http://schemas.microsoft.com/office/drawing/2014/main" id="{1B2C94C9-78BB-4EA4-8967-2FA80631B980}"/>
              </a:ext>
            </a:extLst>
          </p:cNvPr>
          <p:cNvSpPr>
            <a:spLocks noGrp="1"/>
          </p:cNvSpPr>
          <p:nvPr>
            <p:ph type="dt" sz="half" idx="10"/>
          </p:nvPr>
        </p:nvSpPr>
        <p:spPr/>
        <p:txBody>
          <a:bodyPr/>
          <a:lstStyle/>
          <a:p>
            <a:fld id="{5B675E78-1951-44F0-9FAF-A3CBA03937F9}" type="datetime1">
              <a:rPr lang="en-US" smtClean="0"/>
              <a:t>5/9/2025</a:t>
            </a:fld>
            <a:endParaRPr lang="en-US"/>
          </a:p>
        </p:txBody>
      </p:sp>
      <p:sp>
        <p:nvSpPr>
          <p:cNvPr id="4" name="Footer Placeholder 3">
            <a:extLst>
              <a:ext uri="{FF2B5EF4-FFF2-40B4-BE49-F238E27FC236}">
                <a16:creationId xmlns:a16="http://schemas.microsoft.com/office/drawing/2014/main" id="{64D26733-F592-46E8-9FA3-EC6FC5C6CAB7}"/>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F4F69422-B90B-41D6-A93A-926C3241E393}"/>
              </a:ext>
            </a:extLst>
          </p:cNvPr>
          <p:cNvSpPr>
            <a:spLocks noGrp="1"/>
          </p:cNvSpPr>
          <p:nvPr>
            <p:ph type="sldNum" sz="quarter" idx="12"/>
          </p:nvPr>
        </p:nvSpPr>
        <p:spPr/>
        <p:txBody>
          <a:bodyPr/>
          <a:lstStyle/>
          <a:p>
            <a:fld id="{507CC9FD-F0BE-4343-88E6-11D806760E48}" type="slidenum">
              <a:rPr lang="en-US" smtClean="0"/>
              <a:pPr/>
              <a:t>‹#›</a:t>
            </a:fld>
            <a:endParaRPr lang="en-US" dirty="0"/>
          </a:p>
        </p:txBody>
      </p:sp>
    </p:spTree>
    <p:extLst>
      <p:ext uri="{BB962C8B-B14F-4D97-AF65-F5344CB8AC3E}">
        <p14:creationId xmlns:p14="http://schemas.microsoft.com/office/powerpoint/2010/main" val="29959813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er Log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2C78D-46EF-4E59-AF5C-1B55CBC3603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D449FF86-ABF9-4337-BDBB-FDCE34B0493F}"/>
              </a:ext>
            </a:extLst>
          </p:cNvPr>
          <p:cNvSpPr>
            <a:spLocks noGrp="1"/>
          </p:cNvSpPr>
          <p:nvPr>
            <p:ph type="dt" sz="half" idx="10"/>
          </p:nvPr>
        </p:nvSpPr>
        <p:spPr/>
        <p:txBody>
          <a:bodyPr/>
          <a:lstStyle/>
          <a:p>
            <a:fld id="{5B3AB921-E751-4D26-8FAF-7199D7BC2E16}" type="datetime1">
              <a:rPr lang="en-US" smtClean="0"/>
              <a:t>5/9/2025</a:t>
            </a:fld>
            <a:endParaRPr lang="en-US"/>
          </a:p>
        </p:txBody>
      </p:sp>
      <p:sp>
        <p:nvSpPr>
          <p:cNvPr id="4" name="Footer Placeholder 3">
            <a:extLst>
              <a:ext uri="{FF2B5EF4-FFF2-40B4-BE49-F238E27FC236}">
                <a16:creationId xmlns:a16="http://schemas.microsoft.com/office/drawing/2014/main" id="{E510281F-7451-4996-BC5D-20EED4D881E9}"/>
              </a:ext>
            </a:extLst>
          </p:cNvPr>
          <p:cNvSpPr>
            <a:spLocks noGrp="1"/>
          </p:cNvSpPr>
          <p:nvPr>
            <p:ph type="ftr" sz="quarter" idx="11"/>
          </p:nvPr>
        </p:nvSpPr>
        <p:spPr>
          <a:xfrm>
            <a:off x="6096000" y="6515467"/>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8B1C23C-18C0-40DE-9F00-AD32EBC50D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30" name="Text Placeholder 29">
            <a:extLst>
              <a:ext uri="{FF2B5EF4-FFF2-40B4-BE49-F238E27FC236}">
                <a16:creationId xmlns:a16="http://schemas.microsoft.com/office/drawing/2014/main" id="{5DCE28D9-AC23-4E31-9484-082689437A08}"/>
              </a:ext>
            </a:extLst>
          </p:cNvPr>
          <p:cNvSpPr>
            <a:spLocks noGrp="1"/>
          </p:cNvSpPr>
          <p:nvPr>
            <p:ph type="body" sz="quarter" idx="13" hasCustomPrompt="1"/>
          </p:nvPr>
        </p:nvSpPr>
        <p:spPr>
          <a:xfrm>
            <a:off x="652463" y="1292232"/>
            <a:ext cx="3181350" cy="310896"/>
          </a:xfrm>
          <a:custGeom>
            <a:avLst/>
            <a:gdLst>
              <a:gd name="connsiteX0" fmla="*/ 0 w 3181350"/>
              <a:gd name="connsiteY0" fmla="*/ 0 h 310896"/>
              <a:gd name="connsiteX1" fmla="*/ 3181350 w 3181350"/>
              <a:gd name="connsiteY1" fmla="*/ 0 h 310896"/>
              <a:gd name="connsiteX2" fmla="*/ 2878017 w 3181350"/>
              <a:gd name="connsiteY2" fmla="*/ 310895 h 310896"/>
              <a:gd name="connsiteX3" fmla="*/ 3181350 w 3181350"/>
              <a:gd name="connsiteY3" fmla="*/ 310895 h 310896"/>
              <a:gd name="connsiteX4" fmla="*/ 3181350 w 3181350"/>
              <a:gd name="connsiteY4" fmla="*/ 310896 h 310896"/>
              <a:gd name="connsiteX5" fmla="*/ 0 w 3181350"/>
              <a:gd name="connsiteY5" fmla="*/ 310896 h 310896"/>
              <a:gd name="connsiteX0" fmla="*/ 0 w 3181350"/>
              <a:gd name="connsiteY0" fmla="*/ 0 h 310896"/>
              <a:gd name="connsiteX1" fmla="*/ 3181350 w 3181350"/>
              <a:gd name="connsiteY1" fmla="*/ 0 h 310896"/>
              <a:gd name="connsiteX2" fmla="*/ 2878017 w 3181350"/>
              <a:gd name="connsiteY2" fmla="*/ 310895 h 310896"/>
              <a:gd name="connsiteX3" fmla="*/ 3181350 w 3181350"/>
              <a:gd name="connsiteY3" fmla="*/ 310895 h 310896"/>
              <a:gd name="connsiteX4" fmla="*/ 0 w 3181350"/>
              <a:gd name="connsiteY4" fmla="*/ 310896 h 310896"/>
              <a:gd name="connsiteX5" fmla="*/ 0 w 3181350"/>
              <a:gd name="connsiteY5" fmla="*/ 0 h 310896"/>
              <a:gd name="connsiteX0" fmla="*/ 0 w 3181350"/>
              <a:gd name="connsiteY0" fmla="*/ 0 h 310896"/>
              <a:gd name="connsiteX1" fmla="*/ 3181350 w 3181350"/>
              <a:gd name="connsiteY1" fmla="*/ 0 h 310896"/>
              <a:gd name="connsiteX2" fmla="*/ 2878017 w 3181350"/>
              <a:gd name="connsiteY2" fmla="*/ 310895 h 310896"/>
              <a:gd name="connsiteX3" fmla="*/ 0 w 3181350"/>
              <a:gd name="connsiteY3" fmla="*/ 310896 h 310896"/>
              <a:gd name="connsiteX4" fmla="*/ 0 w 3181350"/>
              <a:gd name="connsiteY4" fmla="*/ 0 h 310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81350" h="310896">
                <a:moveTo>
                  <a:pt x="0" y="0"/>
                </a:moveTo>
                <a:lnTo>
                  <a:pt x="3181350" y="0"/>
                </a:lnTo>
                <a:lnTo>
                  <a:pt x="2878017"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6" name="Text Placeholder 45">
            <a:extLst>
              <a:ext uri="{FF2B5EF4-FFF2-40B4-BE49-F238E27FC236}">
                <a16:creationId xmlns:a16="http://schemas.microsoft.com/office/drawing/2014/main" id="{6791866A-12A6-46F1-B35B-04C5F6A2FEAD}"/>
              </a:ext>
            </a:extLst>
          </p:cNvPr>
          <p:cNvSpPr>
            <a:spLocks noGrp="1"/>
          </p:cNvSpPr>
          <p:nvPr>
            <p:ph type="body" sz="quarter" idx="14" hasCustomPrompt="1"/>
          </p:nvPr>
        </p:nvSpPr>
        <p:spPr>
          <a:xfrm>
            <a:off x="4340225" y="1292232"/>
            <a:ext cx="3181350" cy="310896"/>
          </a:xfrm>
          <a:custGeom>
            <a:avLst/>
            <a:gdLst>
              <a:gd name="connsiteX0" fmla="*/ 0 w 3181350"/>
              <a:gd name="connsiteY0" fmla="*/ 0 h 310896"/>
              <a:gd name="connsiteX1" fmla="*/ 3181350 w 3181350"/>
              <a:gd name="connsiteY1" fmla="*/ 0 h 310896"/>
              <a:gd name="connsiteX2" fmla="*/ 3181350 w 3181350"/>
              <a:gd name="connsiteY2" fmla="*/ 5259 h 310896"/>
              <a:gd name="connsiteX3" fmla="*/ 2883146 w 3181350"/>
              <a:gd name="connsiteY3" fmla="*/ 310896 h 310896"/>
              <a:gd name="connsiteX4" fmla="*/ 0 w 3181350"/>
              <a:gd name="connsiteY4" fmla="*/ 310896 h 310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81350" h="310896">
                <a:moveTo>
                  <a:pt x="0" y="0"/>
                </a:moveTo>
                <a:lnTo>
                  <a:pt x="3181350" y="0"/>
                </a:lnTo>
                <a:lnTo>
                  <a:pt x="3181350" y="5259"/>
                </a:lnTo>
                <a:lnTo>
                  <a:pt x="2883146" y="310896"/>
                </a:lnTo>
                <a:lnTo>
                  <a:pt x="0" y="310896"/>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7" name="Text Placeholder 46">
            <a:extLst>
              <a:ext uri="{FF2B5EF4-FFF2-40B4-BE49-F238E27FC236}">
                <a16:creationId xmlns:a16="http://schemas.microsoft.com/office/drawing/2014/main" id="{D0481DA2-ADBB-45C2-BDB1-E3F0E097398E}"/>
              </a:ext>
            </a:extLst>
          </p:cNvPr>
          <p:cNvSpPr>
            <a:spLocks noGrp="1"/>
          </p:cNvSpPr>
          <p:nvPr>
            <p:ph type="body" sz="quarter" idx="15" hasCustomPrompt="1"/>
          </p:nvPr>
        </p:nvSpPr>
        <p:spPr>
          <a:xfrm>
            <a:off x="8046149" y="1292232"/>
            <a:ext cx="3181350" cy="310896"/>
          </a:xfrm>
          <a:custGeom>
            <a:avLst/>
            <a:gdLst>
              <a:gd name="connsiteX0" fmla="*/ 0 w 3181350"/>
              <a:gd name="connsiteY0" fmla="*/ 0 h 310896"/>
              <a:gd name="connsiteX1" fmla="*/ 3181350 w 3181350"/>
              <a:gd name="connsiteY1" fmla="*/ 0 h 310896"/>
              <a:gd name="connsiteX2" fmla="*/ 3181350 w 3181350"/>
              <a:gd name="connsiteY2" fmla="*/ 5261 h 310896"/>
              <a:gd name="connsiteX3" fmla="*/ 2883148 w 3181350"/>
              <a:gd name="connsiteY3" fmla="*/ 310896 h 310896"/>
              <a:gd name="connsiteX4" fmla="*/ 0 w 3181350"/>
              <a:gd name="connsiteY4" fmla="*/ 310896 h 3108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81350" h="310896">
                <a:moveTo>
                  <a:pt x="0" y="0"/>
                </a:moveTo>
                <a:lnTo>
                  <a:pt x="3181350" y="0"/>
                </a:lnTo>
                <a:lnTo>
                  <a:pt x="3181350" y="5261"/>
                </a:lnTo>
                <a:lnTo>
                  <a:pt x="2883148" y="310896"/>
                </a:lnTo>
                <a:lnTo>
                  <a:pt x="0" y="310896"/>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0" name="Text Placeholder 39">
            <a:extLst>
              <a:ext uri="{FF2B5EF4-FFF2-40B4-BE49-F238E27FC236}">
                <a16:creationId xmlns:a16="http://schemas.microsoft.com/office/drawing/2014/main" id="{F65EF6C1-F268-4E40-AF42-E8F73900971A}"/>
              </a:ext>
            </a:extLst>
          </p:cNvPr>
          <p:cNvSpPr>
            <a:spLocks noGrp="1"/>
          </p:cNvSpPr>
          <p:nvPr>
            <p:ph type="body" sz="quarter" idx="16" hasCustomPrompt="1"/>
          </p:nvPr>
        </p:nvSpPr>
        <p:spPr>
          <a:xfrm>
            <a:off x="652463" y="2828176"/>
            <a:ext cx="3181350" cy="310896"/>
          </a:xfrm>
          <a:custGeom>
            <a:avLst/>
            <a:gdLst>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4570"/>
                </a:lnTo>
                <a:lnTo>
                  <a:pt x="288247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a:defRPr sz="1600"/>
            </a:lvl2pPr>
            <a:lvl3pPr>
              <a:defRPr sz="1400"/>
            </a:lvl3pPr>
            <a:lvl4pPr>
              <a:defRPr sz="1200"/>
            </a:lvl4pPr>
            <a:lvl5pPr>
              <a:defRPr sz="1100"/>
            </a:lvl5pPr>
          </a:lstStyle>
          <a:p>
            <a:pPr lvl="0"/>
            <a:r>
              <a:rPr lang="en-US" dirty="0"/>
              <a:t>[Insert text]</a:t>
            </a:r>
          </a:p>
        </p:txBody>
      </p:sp>
      <p:sp>
        <p:nvSpPr>
          <p:cNvPr id="43" name="Text Placeholder 42">
            <a:extLst>
              <a:ext uri="{FF2B5EF4-FFF2-40B4-BE49-F238E27FC236}">
                <a16:creationId xmlns:a16="http://schemas.microsoft.com/office/drawing/2014/main" id="{42A1221E-E83A-4BF8-B8DE-FA5240885D34}"/>
              </a:ext>
            </a:extLst>
          </p:cNvPr>
          <p:cNvSpPr>
            <a:spLocks noGrp="1"/>
          </p:cNvSpPr>
          <p:nvPr>
            <p:ph type="body" sz="quarter" idx="17" hasCustomPrompt="1"/>
          </p:nvPr>
        </p:nvSpPr>
        <p:spPr>
          <a:xfrm>
            <a:off x="4340225" y="2828176"/>
            <a:ext cx="3181350" cy="310896"/>
          </a:xfrm>
          <a:custGeom>
            <a:avLst/>
            <a:gdLst>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5"/>
                </a:lnTo>
                <a:lnTo>
                  <a:pt x="288024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5" name="Text Placeholder 44">
            <a:extLst>
              <a:ext uri="{FF2B5EF4-FFF2-40B4-BE49-F238E27FC236}">
                <a16:creationId xmlns:a16="http://schemas.microsoft.com/office/drawing/2014/main" id="{0032F926-1D38-404D-B09D-F794CA91F9AB}"/>
              </a:ext>
            </a:extLst>
          </p:cNvPr>
          <p:cNvSpPr>
            <a:spLocks noGrp="1"/>
          </p:cNvSpPr>
          <p:nvPr>
            <p:ph type="body" sz="quarter" idx="18" hasCustomPrompt="1"/>
          </p:nvPr>
        </p:nvSpPr>
        <p:spPr>
          <a:xfrm>
            <a:off x="8046149" y="2828176"/>
            <a:ext cx="3181350" cy="310896"/>
          </a:xfrm>
          <a:custGeom>
            <a:avLst/>
            <a:gdLst>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6"/>
                </a:lnTo>
                <a:lnTo>
                  <a:pt x="2880247"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1" name="Text Placeholder 40">
            <a:extLst>
              <a:ext uri="{FF2B5EF4-FFF2-40B4-BE49-F238E27FC236}">
                <a16:creationId xmlns:a16="http://schemas.microsoft.com/office/drawing/2014/main" id="{D788EC05-5918-48E0-99FC-B5ED16550AA6}"/>
              </a:ext>
            </a:extLst>
          </p:cNvPr>
          <p:cNvSpPr>
            <a:spLocks noGrp="1"/>
          </p:cNvSpPr>
          <p:nvPr>
            <p:ph type="body" sz="quarter" idx="19" hasCustomPrompt="1"/>
          </p:nvPr>
        </p:nvSpPr>
        <p:spPr>
          <a:xfrm>
            <a:off x="652463" y="4375000"/>
            <a:ext cx="3181350" cy="310896"/>
          </a:xfrm>
          <a:custGeom>
            <a:avLst/>
            <a:gdLst>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4570 h 310896"/>
              <a:gd name="connsiteX3" fmla="*/ 288247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4570"/>
                </a:lnTo>
                <a:lnTo>
                  <a:pt x="288247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a:defRPr sz="1600"/>
            </a:lvl2pPr>
            <a:lvl3pPr>
              <a:defRPr sz="1400"/>
            </a:lvl3pPr>
            <a:lvl4pPr>
              <a:defRPr sz="1200"/>
            </a:lvl4pPr>
            <a:lvl5pPr>
              <a:defRPr sz="1100"/>
            </a:lvl5pPr>
          </a:lstStyle>
          <a:p>
            <a:pPr lvl="0"/>
            <a:r>
              <a:rPr lang="en-US" dirty="0"/>
              <a:t>[Insert text]</a:t>
            </a:r>
          </a:p>
        </p:txBody>
      </p:sp>
      <p:sp>
        <p:nvSpPr>
          <p:cNvPr id="42" name="Text Placeholder 41">
            <a:extLst>
              <a:ext uri="{FF2B5EF4-FFF2-40B4-BE49-F238E27FC236}">
                <a16:creationId xmlns:a16="http://schemas.microsoft.com/office/drawing/2014/main" id="{52E642F3-886C-4D6D-978D-7CE2950BA7D5}"/>
              </a:ext>
            </a:extLst>
          </p:cNvPr>
          <p:cNvSpPr>
            <a:spLocks noGrp="1"/>
          </p:cNvSpPr>
          <p:nvPr>
            <p:ph type="body" sz="quarter" idx="20" hasCustomPrompt="1"/>
          </p:nvPr>
        </p:nvSpPr>
        <p:spPr>
          <a:xfrm>
            <a:off x="4340225" y="4375000"/>
            <a:ext cx="3181350" cy="310896"/>
          </a:xfrm>
          <a:custGeom>
            <a:avLst/>
            <a:gdLst>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5 h 310896"/>
              <a:gd name="connsiteX3" fmla="*/ 2880246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5"/>
                </a:lnTo>
                <a:lnTo>
                  <a:pt x="2880246"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4" name="Text Placeholder 43">
            <a:extLst>
              <a:ext uri="{FF2B5EF4-FFF2-40B4-BE49-F238E27FC236}">
                <a16:creationId xmlns:a16="http://schemas.microsoft.com/office/drawing/2014/main" id="{109B01AC-4063-4659-AF62-D588C2F33D17}"/>
              </a:ext>
            </a:extLst>
          </p:cNvPr>
          <p:cNvSpPr>
            <a:spLocks noGrp="1"/>
          </p:cNvSpPr>
          <p:nvPr>
            <p:ph type="body" sz="quarter" idx="21" hasCustomPrompt="1"/>
          </p:nvPr>
        </p:nvSpPr>
        <p:spPr>
          <a:xfrm>
            <a:off x="8046149" y="4375000"/>
            <a:ext cx="3181350" cy="310896"/>
          </a:xfrm>
          <a:custGeom>
            <a:avLst/>
            <a:gdLst>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3181350 w 3181350"/>
              <a:gd name="connsiteY5" fmla="*/ 310896 h 310896"/>
              <a:gd name="connsiteX6" fmla="*/ 0 w 3181350"/>
              <a:gd name="connsiteY6" fmla="*/ 310896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3181350 w 3181350"/>
              <a:gd name="connsiteY4" fmla="*/ 310895 h 310896"/>
              <a:gd name="connsiteX5" fmla="*/ 0 w 3181350"/>
              <a:gd name="connsiteY5" fmla="*/ 310896 h 310896"/>
              <a:gd name="connsiteX6" fmla="*/ 0 w 3181350"/>
              <a:gd name="connsiteY6" fmla="*/ 0 h 310896"/>
              <a:gd name="connsiteX0" fmla="*/ 0 w 3181350"/>
              <a:gd name="connsiteY0" fmla="*/ 0 h 310896"/>
              <a:gd name="connsiteX1" fmla="*/ 3181350 w 3181350"/>
              <a:gd name="connsiteY1" fmla="*/ 0 h 310896"/>
              <a:gd name="connsiteX2" fmla="*/ 3181350 w 3181350"/>
              <a:gd name="connsiteY2" fmla="*/ 2286 h 310896"/>
              <a:gd name="connsiteX3" fmla="*/ 2880247 w 3181350"/>
              <a:gd name="connsiteY3" fmla="*/ 310895 h 310896"/>
              <a:gd name="connsiteX4" fmla="*/ 0 w 3181350"/>
              <a:gd name="connsiteY4" fmla="*/ 310896 h 310896"/>
              <a:gd name="connsiteX5" fmla="*/ 0 w 3181350"/>
              <a:gd name="connsiteY5" fmla="*/ 0 h 310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1350" h="310896">
                <a:moveTo>
                  <a:pt x="0" y="0"/>
                </a:moveTo>
                <a:lnTo>
                  <a:pt x="3181350" y="0"/>
                </a:lnTo>
                <a:lnTo>
                  <a:pt x="3181350" y="2286"/>
                </a:lnTo>
                <a:lnTo>
                  <a:pt x="2880247" y="310895"/>
                </a:lnTo>
                <a:lnTo>
                  <a:pt x="0" y="310896"/>
                </a:lnTo>
                <a:lnTo>
                  <a:pt x="0" y="0"/>
                </a:lnTo>
                <a:close/>
              </a:path>
            </a:pathLst>
          </a:custGeom>
          <a:solidFill>
            <a:schemeClr val="accent1"/>
          </a:solidFill>
        </p:spPr>
        <p:txBody>
          <a:bodyPr wrap="square" lIns="91440" tIns="0" rIns="0" bIns="0" anchor="ctr">
            <a:noAutofit/>
          </a:bodyPr>
          <a:lstStyle>
            <a:lvl1pPr>
              <a:defRPr sz="1600">
                <a:solidFill>
                  <a:srgbClr val="D3D755"/>
                </a:solidFill>
              </a:defRPr>
            </a:lvl1pPr>
            <a:lvl2pPr marL="228600" indent="0">
              <a:buNone/>
              <a:defRPr sz="1600"/>
            </a:lvl2pPr>
            <a:lvl3pPr>
              <a:defRPr sz="1400"/>
            </a:lvl3pPr>
            <a:lvl4pPr>
              <a:defRPr sz="1200"/>
            </a:lvl4pPr>
            <a:lvl5pPr>
              <a:defRPr sz="1100"/>
            </a:lvl5pPr>
          </a:lstStyle>
          <a:p>
            <a:pPr lvl="0"/>
            <a:r>
              <a:rPr lang="en-US" dirty="0"/>
              <a:t>[Insert text]</a:t>
            </a:r>
          </a:p>
        </p:txBody>
      </p:sp>
    </p:spTree>
    <p:extLst>
      <p:ext uri="{BB962C8B-B14F-4D97-AF65-F5344CB8AC3E}">
        <p14:creationId xmlns:p14="http://schemas.microsoft.com/office/powerpoint/2010/main" val="1366023092"/>
      </p:ext>
    </p:extLst>
  </p:cSld>
  <p:clrMapOvr>
    <a:masterClrMapping/>
  </p:clrMapOvr>
  <p:extLst>
    <p:ext uri="{DCECCB84-F9BA-43D5-87BE-67443E8EF086}">
      <p15:sldGuideLst xmlns:p15="http://schemas.microsoft.com/office/powerpoint/2012/main">
        <p15:guide id="1" pos="2734">
          <p15:clr>
            <a:srgbClr val="FBAE40"/>
          </p15:clr>
        </p15:guide>
        <p15:guide id="2" pos="2611">
          <p15:clr>
            <a:srgbClr val="FBAE40"/>
          </p15:clr>
        </p15:guide>
        <p15:guide id="3" pos="4940">
          <p15:clr>
            <a:srgbClr val="FBAE40"/>
          </p15:clr>
        </p15:guide>
        <p15:guide id="4" pos="5059">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2C78D-46EF-4E59-AF5C-1B55CBC3603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D449FF86-ABF9-4337-BDBB-FDCE34B0493F}"/>
              </a:ext>
            </a:extLst>
          </p:cNvPr>
          <p:cNvSpPr>
            <a:spLocks noGrp="1"/>
          </p:cNvSpPr>
          <p:nvPr>
            <p:ph type="dt" sz="half" idx="10"/>
          </p:nvPr>
        </p:nvSpPr>
        <p:spPr/>
        <p:txBody>
          <a:bodyPr/>
          <a:lstStyle/>
          <a:p>
            <a:fld id="{B2207101-D00B-427C-8887-46EA07F03CB7}" type="datetime1">
              <a:rPr lang="en-US" smtClean="0"/>
              <a:t>5/9/2025</a:t>
            </a:fld>
            <a:endParaRPr lang="en-US"/>
          </a:p>
        </p:txBody>
      </p:sp>
      <p:sp>
        <p:nvSpPr>
          <p:cNvPr id="4" name="Footer Placeholder 3">
            <a:extLst>
              <a:ext uri="{FF2B5EF4-FFF2-40B4-BE49-F238E27FC236}">
                <a16:creationId xmlns:a16="http://schemas.microsoft.com/office/drawing/2014/main" id="{E510281F-7451-4996-BC5D-20EED4D881E9}"/>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8B1C23C-18C0-40DE-9F00-AD32EBC50D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30" name="Text Placeholder 29">
            <a:extLst>
              <a:ext uri="{FF2B5EF4-FFF2-40B4-BE49-F238E27FC236}">
                <a16:creationId xmlns:a16="http://schemas.microsoft.com/office/drawing/2014/main" id="{5DCE28D9-AC23-4E31-9484-082689437A08}"/>
              </a:ext>
            </a:extLst>
          </p:cNvPr>
          <p:cNvSpPr>
            <a:spLocks noGrp="1"/>
          </p:cNvSpPr>
          <p:nvPr>
            <p:ph type="body" sz="quarter" idx="13" hasCustomPrompt="1"/>
          </p:nvPr>
        </p:nvSpPr>
        <p:spPr>
          <a:xfrm>
            <a:off x="652463" y="1613262"/>
            <a:ext cx="1862137"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6" name="Text Placeholder 45">
            <a:extLst>
              <a:ext uri="{FF2B5EF4-FFF2-40B4-BE49-F238E27FC236}">
                <a16:creationId xmlns:a16="http://schemas.microsoft.com/office/drawing/2014/main" id="{6791866A-12A6-46F1-B35B-04C5F6A2FEAD}"/>
              </a:ext>
            </a:extLst>
          </p:cNvPr>
          <p:cNvSpPr>
            <a:spLocks noGrp="1"/>
          </p:cNvSpPr>
          <p:nvPr>
            <p:ph type="body" sz="quarter" idx="14" hasCustomPrompt="1"/>
          </p:nvPr>
        </p:nvSpPr>
        <p:spPr>
          <a:xfrm>
            <a:off x="5016576"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7" name="Text Placeholder 46">
            <a:extLst>
              <a:ext uri="{FF2B5EF4-FFF2-40B4-BE49-F238E27FC236}">
                <a16:creationId xmlns:a16="http://schemas.microsoft.com/office/drawing/2014/main" id="{D0481DA2-ADBB-45C2-BDB1-E3F0E097398E}"/>
              </a:ext>
            </a:extLst>
          </p:cNvPr>
          <p:cNvSpPr>
            <a:spLocks noGrp="1"/>
          </p:cNvSpPr>
          <p:nvPr>
            <p:ph type="body" sz="quarter" idx="15" hasCustomPrompt="1"/>
          </p:nvPr>
        </p:nvSpPr>
        <p:spPr>
          <a:xfrm>
            <a:off x="7182287"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0" name="Text Placeholder 39">
            <a:extLst>
              <a:ext uri="{FF2B5EF4-FFF2-40B4-BE49-F238E27FC236}">
                <a16:creationId xmlns:a16="http://schemas.microsoft.com/office/drawing/2014/main" id="{F65EF6C1-F268-4E40-AF42-E8F73900971A}"/>
              </a:ext>
            </a:extLst>
          </p:cNvPr>
          <p:cNvSpPr>
            <a:spLocks noGrp="1"/>
          </p:cNvSpPr>
          <p:nvPr>
            <p:ph type="body" sz="quarter" idx="16" hasCustomPrompt="1"/>
          </p:nvPr>
        </p:nvSpPr>
        <p:spPr>
          <a:xfrm>
            <a:off x="2830042"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3" name="Text Placeholder 42">
            <a:extLst>
              <a:ext uri="{FF2B5EF4-FFF2-40B4-BE49-F238E27FC236}">
                <a16:creationId xmlns:a16="http://schemas.microsoft.com/office/drawing/2014/main" id="{42A1221E-E83A-4BF8-B8DE-FA5240885D34}"/>
              </a:ext>
            </a:extLst>
          </p:cNvPr>
          <p:cNvSpPr>
            <a:spLocks noGrp="1"/>
          </p:cNvSpPr>
          <p:nvPr>
            <p:ph type="body" sz="quarter" idx="17" hasCustomPrompt="1"/>
          </p:nvPr>
        </p:nvSpPr>
        <p:spPr>
          <a:xfrm>
            <a:off x="9363340"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5" name="Text Placeholder 44">
            <a:extLst>
              <a:ext uri="{FF2B5EF4-FFF2-40B4-BE49-F238E27FC236}">
                <a16:creationId xmlns:a16="http://schemas.microsoft.com/office/drawing/2014/main" id="{0032F926-1D38-404D-B09D-F794CA91F9AB}"/>
              </a:ext>
            </a:extLst>
          </p:cNvPr>
          <p:cNvSpPr>
            <a:spLocks noGrp="1"/>
          </p:cNvSpPr>
          <p:nvPr>
            <p:ph type="body" sz="quarter" idx="18" hasCustomPrompt="1"/>
          </p:nvPr>
        </p:nvSpPr>
        <p:spPr>
          <a:xfrm>
            <a:off x="2830042"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1" name="Text Placeholder 40">
            <a:extLst>
              <a:ext uri="{FF2B5EF4-FFF2-40B4-BE49-F238E27FC236}">
                <a16:creationId xmlns:a16="http://schemas.microsoft.com/office/drawing/2014/main" id="{D788EC05-5918-48E0-99FC-B5ED16550AA6}"/>
              </a:ext>
            </a:extLst>
          </p:cNvPr>
          <p:cNvSpPr>
            <a:spLocks noGrp="1"/>
          </p:cNvSpPr>
          <p:nvPr>
            <p:ph type="body" sz="quarter" idx="19" hasCustomPrompt="1"/>
          </p:nvPr>
        </p:nvSpPr>
        <p:spPr>
          <a:xfrm>
            <a:off x="5016576"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2" name="Text Placeholder 41">
            <a:extLst>
              <a:ext uri="{FF2B5EF4-FFF2-40B4-BE49-F238E27FC236}">
                <a16:creationId xmlns:a16="http://schemas.microsoft.com/office/drawing/2014/main" id="{52E642F3-886C-4D6D-978D-7CE2950BA7D5}"/>
              </a:ext>
            </a:extLst>
          </p:cNvPr>
          <p:cNvSpPr>
            <a:spLocks noGrp="1"/>
          </p:cNvSpPr>
          <p:nvPr>
            <p:ph type="body" sz="quarter" idx="20" hasCustomPrompt="1"/>
          </p:nvPr>
        </p:nvSpPr>
        <p:spPr>
          <a:xfrm>
            <a:off x="7182287"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4" name="Text Placeholder 43">
            <a:extLst>
              <a:ext uri="{FF2B5EF4-FFF2-40B4-BE49-F238E27FC236}">
                <a16:creationId xmlns:a16="http://schemas.microsoft.com/office/drawing/2014/main" id="{109B01AC-4063-4659-AF62-D588C2F33D17}"/>
              </a:ext>
            </a:extLst>
          </p:cNvPr>
          <p:cNvSpPr>
            <a:spLocks noGrp="1"/>
          </p:cNvSpPr>
          <p:nvPr>
            <p:ph type="body" sz="quarter" idx="21" hasCustomPrompt="1"/>
          </p:nvPr>
        </p:nvSpPr>
        <p:spPr>
          <a:xfrm>
            <a:off x="652463" y="4016956"/>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cxnSp>
        <p:nvCxnSpPr>
          <p:cNvPr id="7" name="Straight Connector 6">
            <a:extLst>
              <a:ext uri="{FF2B5EF4-FFF2-40B4-BE49-F238E27FC236}">
                <a16:creationId xmlns:a16="http://schemas.microsoft.com/office/drawing/2014/main" id="{7E671D35-7C29-423D-B542-0F586763C790}"/>
              </a:ext>
            </a:extLst>
          </p:cNvPr>
          <p:cNvCxnSpPr>
            <a:cxnSpLocks/>
          </p:cNvCxnSpPr>
          <p:nvPr userDrawn="1"/>
        </p:nvCxnSpPr>
        <p:spPr>
          <a:xfrm>
            <a:off x="652463" y="3657600"/>
            <a:ext cx="10883900" cy="0"/>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E64C6647-B079-446B-AA8D-5B4DFB59404B}"/>
              </a:ext>
            </a:extLst>
          </p:cNvPr>
          <p:cNvSpPr>
            <a:spLocks noGrp="1"/>
          </p:cNvSpPr>
          <p:nvPr>
            <p:ph type="body" sz="quarter" idx="22" hasCustomPrompt="1"/>
          </p:nvPr>
        </p:nvSpPr>
        <p:spPr>
          <a:xfrm>
            <a:off x="9363340" y="4016956"/>
            <a:ext cx="1865022" cy="1386512"/>
          </a:xfrm>
        </p:spPr>
        <p:txBody>
          <a:bodyPr anchor="t">
            <a:noAutofit/>
          </a:bodyPr>
          <a:lstStyle>
            <a:lvl1pPr>
              <a:defRPr sz="1400"/>
            </a:lvl1pPr>
            <a:lvl2pPr marL="228600" indent="0">
              <a:buNone/>
              <a:defRPr/>
            </a:lvl2pPr>
          </a:lstStyle>
          <a:p>
            <a:pPr lvl="0"/>
            <a:r>
              <a:rPr lang="en-US" dirty="0"/>
              <a:t>[Insert text]</a:t>
            </a:r>
          </a:p>
        </p:txBody>
      </p:sp>
      <p:sp>
        <p:nvSpPr>
          <p:cNvPr id="14" name="Text Placeholder 13">
            <a:extLst>
              <a:ext uri="{FF2B5EF4-FFF2-40B4-BE49-F238E27FC236}">
                <a16:creationId xmlns:a16="http://schemas.microsoft.com/office/drawing/2014/main" id="{C11D1857-A729-4929-8734-503DD3D681BB}"/>
              </a:ext>
            </a:extLst>
          </p:cNvPr>
          <p:cNvSpPr>
            <a:spLocks noGrp="1"/>
          </p:cNvSpPr>
          <p:nvPr>
            <p:ph type="body" sz="quarter" idx="23" hasCustomPrompt="1"/>
          </p:nvPr>
        </p:nvSpPr>
        <p:spPr>
          <a:xfrm>
            <a:off x="652463" y="3272241"/>
            <a:ext cx="1865376" cy="365760"/>
          </a:xfrm>
          <a:prstGeom prst="rect">
            <a:avLst/>
          </a:prstGeom>
          <a:ln>
            <a:noFill/>
            <a:bevel/>
            <a:headEnd type="none" w="med" len="med"/>
            <a:tailEnd type="none" w="med" len="med"/>
          </a:ln>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16" name="Text Placeholder 15">
            <a:extLst>
              <a:ext uri="{FF2B5EF4-FFF2-40B4-BE49-F238E27FC236}">
                <a16:creationId xmlns:a16="http://schemas.microsoft.com/office/drawing/2014/main" id="{5E80E44C-4A2D-4661-AD22-BB24C15D3DF4}"/>
              </a:ext>
            </a:extLst>
          </p:cNvPr>
          <p:cNvSpPr>
            <a:spLocks noGrp="1"/>
          </p:cNvSpPr>
          <p:nvPr>
            <p:ph type="body" sz="quarter" idx="24" hasCustomPrompt="1"/>
          </p:nvPr>
        </p:nvSpPr>
        <p:spPr>
          <a:xfrm>
            <a:off x="2830042"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18" name="Text Placeholder 17">
            <a:extLst>
              <a:ext uri="{FF2B5EF4-FFF2-40B4-BE49-F238E27FC236}">
                <a16:creationId xmlns:a16="http://schemas.microsoft.com/office/drawing/2014/main" id="{7CB43FDB-A6F2-4060-91A6-8E96774AD2E7}"/>
              </a:ext>
            </a:extLst>
          </p:cNvPr>
          <p:cNvSpPr>
            <a:spLocks noGrp="1"/>
          </p:cNvSpPr>
          <p:nvPr>
            <p:ph type="body" sz="quarter" idx="25" hasCustomPrompt="1"/>
          </p:nvPr>
        </p:nvSpPr>
        <p:spPr>
          <a:xfrm>
            <a:off x="5016575"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20" name="Text Placeholder 19">
            <a:extLst>
              <a:ext uri="{FF2B5EF4-FFF2-40B4-BE49-F238E27FC236}">
                <a16:creationId xmlns:a16="http://schemas.microsoft.com/office/drawing/2014/main" id="{2F1F0739-9660-4447-B3E7-73C480F03266}"/>
              </a:ext>
            </a:extLst>
          </p:cNvPr>
          <p:cNvSpPr>
            <a:spLocks noGrp="1"/>
          </p:cNvSpPr>
          <p:nvPr>
            <p:ph type="body" sz="quarter" idx="26" hasCustomPrompt="1"/>
          </p:nvPr>
        </p:nvSpPr>
        <p:spPr>
          <a:xfrm>
            <a:off x="7182286"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sp>
        <p:nvSpPr>
          <p:cNvPr id="22" name="Text Placeholder 21">
            <a:extLst>
              <a:ext uri="{FF2B5EF4-FFF2-40B4-BE49-F238E27FC236}">
                <a16:creationId xmlns:a16="http://schemas.microsoft.com/office/drawing/2014/main" id="{ABB6C881-9C1D-4D94-AE7C-212446E928BA}"/>
              </a:ext>
            </a:extLst>
          </p:cNvPr>
          <p:cNvSpPr>
            <a:spLocks noGrp="1"/>
          </p:cNvSpPr>
          <p:nvPr>
            <p:ph type="body" sz="quarter" idx="27" hasCustomPrompt="1"/>
          </p:nvPr>
        </p:nvSpPr>
        <p:spPr>
          <a:xfrm>
            <a:off x="9363339" y="3272241"/>
            <a:ext cx="1865376" cy="365760"/>
          </a:xfrm>
        </p:spPr>
        <p:txBody>
          <a:bodyPr lIns="91440" anchor="ctr">
            <a:noAutofit/>
          </a:bodyPr>
          <a:lstStyle>
            <a:lvl1pPr marL="0" indent="0">
              <a:buNone/>
              <a:defRPr sz="1400">
                <a:solidFill>
                  <a:schemeClr val="accent6"/>
                </a:solidFill>
                <a:latin typeface="+mj-lt"/>
              </a:defRPr>
            </a:lvl1pPr>
          </a:lstStyle>
          <a:p>
            <a:pPr lvl="0"/>
            <a:r>
              <a:rPr lang="en-US" dirty="0"/>
              <a:t>[Year]</a:t>
            </a:r>
          </a:p>
        </p:txBody>
      </p:sp>
      <p:cxnSp>
        <p:nvCxnSpPr>
          <p:cNvPr id="27" name="Straight Connector 26">
            <a:extLst>
              <a:ext uri="{FF2B5EF4-FFF2-40B4-BE49-F238E27FC236}">
                <a16:creationId xmlns:a16="http://schemas.microsoft.com/office/drawing/2014/main" id="{B4469A45-AC07-4939-BD36-B7C8309EBD6D}"/>
              </a:ext>
            </a:extLst>
          </p:cNvPr>
          <p:cNvCxnSpPr>
            <a:cxnSpLocks/>
          </p:cNvCxnSpPr>
          <p:nvPr userDrawn="1"/>
        </p:nvCxnSpPr>
        <p:spPr>
          <a:xfrm>
            <a:off x="652463"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EA1CD60C-6072-4BF3-98B8-99C49F48F12B}"/>
              </a:ext>
            </a:extLst>
          </p:cNvPr>
          <p:cNvCxnSpPr>
            <a:cxnSpLocks/>
          </p:cNvCxnSpPr>
          <p:nvPr userDrawn="1"/>
        </p:nvCxnSpPr>
        <p:spPr>
          <a:xfrm>
            <a:off x="2830042"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1BA9941D-6D6D-462F-B0C7-FDE8FB232F17}"/>
              </a:ext>
            </a:extLst>
          </p:cNvPr>
          <p:cNvCxnSpPr>
            <a:cxnSpLocks/>
          </p:cNvCxnSpPr>
          <p:nvPr userDrawn="1"/>
        </p:nvCxnSpPr>
        <p:spPr>
          <a:xfrm>
            <a:off x="5010150"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03AEC5B3-F4A2-434A-A88D-D6EB5EEFD11C}"/>
              </a:ext>
            </a:extLst>
          </p:cNvPr>
          <p:cNvCxnSpPr>
            <a:cxnSpLocks/>
          </p:cNvCxnSpPr>
          <p:nvPr userDrawn="1"/>
        </p:nvCxnSpPr>
        <p:spPr>
          <a:xfrm>
            <a:off x="7178675"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2D0FF1AE-B051-43C4-B478-25C9FF963716}"/>
              </a:ext>
            </a:extLst>
          </p:cNvPr>
          <p:cNvCxnSpPr>
            <a:cxnSpLocks/>
          </p:cNvCxnSpPr>
          <p:nvPr userDrawn="1"/>
        </p:nvCxnSpPr>
        <p:spPr>
          <a:xfrm>
            <a:off x="9359900" y="3048000"/>
            <a:ext cx="0" cy="920167"/>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94347A8D-8D3D-470C-B3AF-EE5654AD31C2}"/>
              </a:ext>
            </a:extLst>
          </p:cNvPr>
          <p:cNvSpPr/>
          <p:nvPr userDrawn="1"/>
        </p:nvSpPr>
        <p:spPr>
          <a:xfrm>
            <a:off x="9321800"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3066184E-51B6-47D7-AE97-17999DAFCC5E}"/>
              </a:ext>
            </a:extLst>
          </p:cNvPr>
          <p:cNvSpPr/>
          <p:nvPr userDrawn="1"/>
        </p:nvSpPr>
        <p:spPr>
          <a:xfrm>
            <a:off x="7140575"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C6C33653-7B96-48E2-A96C-A8941F5EA7CB}"/>
              </a:ext>
            </a:extLst>
          </p:cNvPr>
          <p:cNvSpPr/>
          <p:nvPr userDrawn="1"/>
        </p:nvSpPr>
        <p:spPr>
          <a:xfrm>
            <a:off x="4972050"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F5A9EBB-AD97-432E-B603-644FB25C4F7B}"/>
              </a:ext>
            </a:extLst>
          </p:cNvPr>
          <p:cNvSpPr/>
          <p:nvPr userDrawn="1"/>
        </p:nvSpPr>
        <p:spPr>
          <a:xfrm>
            <a:off x="2794799"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B6D0AD25-E239-4962-BC9B-8F79D23F7F92}"/>
              </a:ext>
            </a:extLst>
          </p:cNvPr>
          <p:cNvSpPr/>
          <p:nvPr userDrawn="1"/>
        </p:nvSpPr>
        <p:spPr>
          <a:xfrm>
            <a:off x="614363" y="3619500"/>
            <a:ext cx="76200" cy="76200"/>
          </a:xfrm>
          <a:prstGeom prst="rect">
            <a:avLst/>
          </a:prstGeom>
          <a:solidFill>
            <a:srgbClr val="F36D2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024012"/>
      </p:ext>
    </p:extLst>
  </p:cSld>
  <p:clrMapOvr>
    <a:masterClrMapping/>
  </p:clrMapOvr>
  <p:extLst>
    <p:ext uri="{DCECCB84-F9BA-43D5-87BE-67443E8EF086}">
      <p15:sldGuideLst xmlns:p15="http://schemas.microsoft.com/office/powerpoint/2012/main">
        <p15:guide id="1" pos="3156">
          <p15:clr>
            <a:srgbClr val="FBAE40"/>
          </p15:clr>
        </p15:guide>
        <p15:guide id="2" pos="1781">
          <p15:clr>
            <a:srgbClr val="FBAE40"/>
          </p15:clr>
        </p15:guide>
        <p15:guide id="3" pos="4522">
          <p15:clr>
            <a:srgbClr val="FBAE40"/>
          </p15:clr>
        </p15:guide>
        <p15:guide id="4" pos="589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meline - Mov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2C78D-46EF-4E59-AF5C-1B55CBC3603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D449FF86-ABF9-4337-BDBB-FDCE34B0493F}"/>
              </a:ext>
            </a:extLst>
          </p:cNvPr>
          <p:cNvSpPr>
            <a:spLocks noGrp="1"/>
          </p:cNvSpPr>
          <p:nvPr>
            <p:ph type="dt" sz="half" idx="10"/>
          </p:nvPr>
        </p:nvSpPr>
        <p:spPr/>
        <p:txBody>
          <a:bodyPr/>
          <a:lstStyle/>
          <a:p>
            <a:fld id="{8969AB1E-B120-4CDD-929A-156C9EC0B20E}" type="datetime1">
              <a:rPr lang="en-US" smtClean="0"/>
              <a:t>5/9/2025</a:t>
            </a:fld>
            <a:endParaRPr lang="en-US"/>
          </a:p>
        </p:txBody>
      </p:sp>
      <p:sp>
        <p:nvSpPr>
          <p:cNvPr id="4" name="Footer Placeholder 3">
            <a:extLst>
              <a:ext uri="{FF2B5EF4-FFF2-40B4-BE49-F238E27FC236}">
                <a16:creationId xmlns:a16="http://schemas.microsoft.com/office/drawing/2014/main" id="{E510281F-7451-4996-BC5D-20EED4D881E9}"/>
              </a:ext>
            </a:extLst>
          </p:cNvPr>
          <p:cNvSpPr>
            <a:spLocks noGrp="1"/>
          </p:cNvSpPr>
          <p:nvPr>
            <p:ph type="ftr" sz="quarter" idx="11"/>
          </p:nvPr>
        </p:nvSpPr>
        <p:spPr>
          <a:xfrm>
            <a:off x="6096000" y="6508001"/>
            <a:ext cx="5345151" cy="349999"/>
          </a:xfrm>
          <a:prstGeom prst="rect">
            <a:avLst/>
          </a:prstGeom>
        </p:spPr>
        <p:txBody>
          <a:bodyPr/>
          <a:lstStyle/>
          <a:p>
            <a:endParaRPr lang="en-US" dirty="0"/>
          </a:p>
        </p:txBody>
      </p:sp>
      <p:sp>
        <p:nvSpPr>
          <p:cNvPr id="5" name="Slide Number Placeholder 4">
            <a:extLst>
              <a:ext uri="{FF2B5EF4-FFF2-40B4-BE49-F238E27FC236}">
                <a16:creationId xmlns:a16="http://schemas.microsoft.com/office/drawing/2014/main" id="{38B1C23C-18C0-40DE-9F00-AD32EBC50D85}"/>
              </a:ext>
            </a:extLst>
          </p:cNvPr>
          <p:cNvSpPr>
            <a:spLocks noGrp="1"/>
          </p:cNvSpPr>
          <p:nvPr>
            <p:ph type="sldNum" sz="quarter" idx="12"/>
          </p:nvPr>
        </p:nvSpPr>
        <p:spPr/>
        <p:txBody>
          <a:bodyPr/>
          <a:lstStyle/>
          <a:p>
            <a:fld id="{507CC9FD-F0BE-4343-88E6-11D806760E48}" type="slidenum">
              <a:rPr lang="en-US" smtClean="0"/>
              <a:pPr/>
              <a:t>‹#›</a:t>
            </a:fld>
            <a:endParaRPr lang="en-US" dirty="0"/>
          </a:p>
        </p:txBody>
      </p:sp>
      <p:sp>
        <p:nvSpPr>
          <p:cNvPr id="30" name="Text Placeholder 29">
            <a:extLst>
              <a:ext uri="{FF2B5EF4-FFF2-40B4-BE49-F238E27FC236}">
                <a16:creationId xmlns:a16="http://schemas.microsoft.com/office/drawing/2014/main" id="{5DCE28D9-AC23-4E31-9484-082689437A08}"/>
              </a:ext>
            </a:extLst>
          </p:cNvPr>
          <p:cNvSpPr>
            <a:spLocks noGrp="1"/>
          </p:cNvSpPr>
          <p:nvPr>
            <p:ph type="body" sz="quarter" idx="13" hasCustomPrompt="1"/>
          </p:nvPr>
        </p:nvSpPr>
        <p:spPr>
          <a:xfrm>
            <a:off x="652463" y="1613262"/>
            <a:ext cx="1862137"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6" name="Text Placeholder 45">
            <a:extLst>
              <a:ext uri="{FF2B5EF4-FFF2-40B4-BE49-F238E27FC236}">
                <a16:creationId xmlns:a16="http://schemas.microsoft.com/office/drawing/2014/main" id="{6791866A-12A6-46F1-B35B-04C5F6A2FEAD}"/>
              </a:ext>
            </a:extLst>
          </p:cNvPr>
          <p:cNvSpPr>
            <a:spLocks noGrp="1"/>
          </p:cNvSpPr>
          <p:nvPr>
            <p:ph type="body" sz="quarter" idx="14" hasCustomPrompt="1"/>
          </p:nvPr>
        </p:nvSpPr>
        <p:spPr>
          <a:xfrm>
            <a:off x="5016576"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7" name="Text Placeholder 46">
            <a:extLst>
              <a:ext uri="{FF2B5EF4-FFF2-40B4-BE49-F238E27FC236}">
                <a16:creationId xmlns:a16="http://schemas.microsoft.com/office/drawing/2014/main" id="{D0481DA2-ADBB-45C2-BDB1-E3F0E097398E}"/>
              </a:ext>
            </a:extLst>
          </p:cNvPr>
          <p:cNvSpPr>
            <a:spLocks noGrp="1"/>
          </p:cNvSpPr>
          <p:nvPr>
            <p:ph type="body" sz="quarter" idx="15" hasCustomPrompt="1"/>
          </p:nvPr>
        </p:nvSpPr>
        <p:spPr>
          <a:xfrm>
            <a:off x="7182287"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0" name="Text Placeholder 39">
            <a:extLst>
              <a:ext uri="{FF2B5EF4-FFF2-40B4-BE49-F238E27FC236}">
                <a16:creationId xmlns:a16="http://schemas.microsoft.com/office/drawing/2014/main" id="{F65EF6C1-F268-4E40-AF42-E8F73900971A}"/>
              </a:ext>
            </a:extLst>
          </p:cNvPr>
          <p:cNvSpPr>
            <a:spLocks noGrp="1"/>
          </p:cNvSpPr>
          <p:nvPr>
            <p:ph type="body" sz="quarter" idx="16" hasCustomPrompt="1"/>
          </p:nvPr>
        </p:nvSpPr>
        <p:spPr>
          <a:xfrm>
            <a:off x="2830042"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3" name="Text Placeholder 42">
            <a:extLst>
              <a:ext uri="{FF2B5EF4-FFF2-40B4-BE49-F238E27FC236}">
                <a16:creationId xmlns:a16="http://schemas.microsoft.com/office/drawing/2014/main" id="{42A1221E-E83A-4BF8-B8DE-FA5240885D34}"/>
              </a:ext>
            </a:extLst>
          </p:cNvPr>
          <p:cNvSpPr>
            <a:spLocks noGrp="1"/>
          </p:cNvSpPr>
          <p:nvPr>
            <p:ph type="body" sz="quarter" idx="17" hasCustomPrompt="1"/>
          </p:nvPr>
        </p:nvSpPr>
        <p:spPr>
          <a:xfrm>
            <a:off x="9363340"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5" name="Text Placeholder 44">
            <a:extLst>
              <a:ext uri="{FF2B5EF4-FFF2-40B4-BE49-F238E27FC236}">
                <a16:creationId xmlns:a16="http://schemas.microsoft.com/office/drawing/2014/main" id="{0032F926-1D38-404D-B09D-F794CA91F9AB}"/>
              </a:ext>
            </a:extLst>
          </p:cNvPr>
          <p:cNvSpPr>
            <a:spLocks noGrp="1"/>
          </p:cNvSpPr>
          <p:nvPr>
            <p:ph type="body" sz="quarter" idx="18" hasCustomPrompt="1"/>
          </p:nvPr>
        </p:nvSpPr>
        <p:spPr>
          <a:xfrm>
            <a:off x="2830042"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1" name="Text Placeholder 40">
            <a:extLst>
              <a:ext uri="{FF2B5EF4-FFF2-40B4-BE49-F238E27FC236}">
                <a16:creationId xmlns:a16="http://schemas.microsoft.com/office/drawing/2014/main" id="{D788EC05-5918-48E0-99FC-B5ED16550AA6}"/>
              </a:ext>
            </a:extLst>
          </p:cNvPr>
          <p:cNvSpPr>
            <a:spLocks noGrp="1"/>
          </p:cNvSpPr>
          <p:nvPr>
            <p:ph type="body" sz="quarter" idx="19" hasCustomPrompt="1"/>
          </p:nvPr>
        </p:nvSpPr>
        <p:spPr>
          <a:xfrm>
            <a:off x="5016576" y="1613262"/>
            <a:ext cx="1865022" cy="1386512"/>
          </a:xfrm>
          <a:prstGeom prst="rect">
            <a:avLst/>
          </a:prstGeom>
          <a:noFill/>
        </p:spPr>
        <p:txBody>
          <a:bodyPr wrap="square" lIns="91440" tIns="0" rIns="0" bIns="0" anchor="b">
            <a:noAutofit/>
          </a:bodyPr>
          <a:lstStyle>
            <a:lvl1pPr>
              <a:defRPr sz="1400">
                <a:solidFill>
                  <a:schemeClr val="tx2"/>
                </a:solidFill>
              </a:defRPr>
            </a:lvl1pPr>
            <a:lvl2pPr>
              <a:defRPr sz="1600"/>
            </a:lvl2pPr>
            <a:lvl3pPr>
              <a:defRPr sz="1400"/>
            </a:lvl3pPr>
            <a:lvl4pPr>
              <a:defRPr sz="1200"/>
            </a:lvl4pPr>
            <a:lvl5pPr>
              <a:defRPr sz="1100"/>
            </a:lvl5pPr>
          </a:lstStyle>
          <a:p>
            <a:pPr lvl="0"/>
            <a:r>
              <a:rPr lang="en-US" dirty="0"/>
              <a:t>[Insert text]</a:t>
            </a:r>
          </a:p>
        </p:txBody>
      </p:sp>
      <p:sp>
        <p:nvSpPr>
          <p:cNvPr id="42" name="Text Placeholder 41">
            <a:extLst>
              <a:ext uri="{FF2B5EF4-FFF2-40B4-BE49-F238E27FC236}">
                <a16:creationId xmlns:a16="http://schemas.microsoft.com/office/drawing/2014/main" id="{52E642F3-886C-4D6D-978D-7CE2950BA7D5}"/>
              </a:ext>
            </a:extLst>
          </p:cNvPr>
          <p:cNvSpPr>
            <a:spLocks noGrp="1"/>
          </p:cNvSpPr>
          <p:nvPr>
            <p:ph type="body" sz="quarter" idx="20" hasCustomPrompt="1"/>
          </p:nvPr>
        </p:nvSpPr>
        <p:spPr>
          <a:xfrm>
            <a:off x="7182287" y="1613262"/>
            <a:ext cx="1865022" cy="1386512"/>
          </a:xfrm>
          <a:prstGeom prst="rect">
            <a:avLst/>
          </a:prstGeom>
          <a:noFill/>
        </p:spPr>
        <p:txBody>
          <a:bodyPr wrap="square" lIns="91440" tIns="0" rIns="0" bIns="0" anchor="b">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sp>
        <p:nvSpPr>
          <p:cNvPr id="44" name="Text Placeholder 43">
            <a:extLst>
              <a:ext uri="{FF2B5EF4-FFF2-40B4-BE49-F238E27FC236}">
                <a16:creationId xmlns:a16="http://schemas.microsoft.com/office/drawing/2014/main" id="{109B01AC-4063-4659-AF62-D588C2F33D17}"/>
              </a:ext>
            </a:extLst>
          </p:cNvPr>
          <p:cNvSpPr>
            <a:spLocks noGrp="1"/>
          </p:cNvSpPr>
          <p:nvPr>
            <p:ph type="body" sz="quarter" idx="21" hasCustomPrompt="1"/>
          </p:nvPr>
        </p:nvSpPr>
        <p:spPr>
          <a:xfrm>
            <a:off x="652463" y="4023688"/>
            <a:ext cx="1865022" cy="1386512"/>
          </a:xfrm>
          <a:prstGeom prst="rect">
            <a:avLst/>
          </a:prstGeom>
          <a:noFill/>
        </p:spPr>
        <p:txBody>
          <a:bodyPr wrap="square" lIns="91440" tIns="0" rIns="0" bIns="0" anchor="t">
            <a:noAutofit/>
          </a:bodyPr>
          <a:lstStyle>
            <a:lvl1pPr>
              <a:defRPr sz="1400">
                <a:solidFill>
                  <a:schemeClr val="tx2"/>
                </a:solidFill>
              </a:defRPr>
            </a:lvl1pPr>
            <a:lvl2pPr marL="228600" indent="0">
              <a:buNone/>
              <a:defRPr sz="1600"/>
            </a:lvl2pPr>
            <a:lvl3pPr>
              <a:defRPr sz="1400"/>
            </a:lvl3pPr>
            <a:lvl4pPr>
              <a:defRPr sz="1200"/>
            </a:lvl4pPr>
            <a:lvl5pPr>
              <a:defRPr sz="1100"/>
            </a:lvl5pPr>
          </a:lstStyle>
          <a:p>
            <a:pPr lvl="0"/>
            <a:r>
              <a:rPr lang="en-US" dirty="0"/>
              <a:t>[Insert text]</a:t>
            </a:r>
          </a:p>
        </p:txBody>
      </p:sp>
      <p:cxnSp>
        <p:nvCxnSpPr>
          <p:cNvPr id="7" name="Straight Connector 6">
            <a:extLst>
              <a:ext uri="{FF2B5EF4-FFF2-40B4-BE49-F238E27FC236}">
                <a16:creationId xmlns:a16="http://schemas.microsoft.com/office/drawing/2014/main" id="{7E671D35-7C29-423D-B542-0F586763C790}"/>
              </a:ext>
            </a:extLst>
          </p:cNvPr>
          <p:cNvCxnSpPr>
            <a:cxnSpLocks/>
          </p:cNvCxnSpPr>
          <p:nvPr userDrawn="1"/>
        </p:nvCxnSpPr>
        <p:spPr>
          <a:xfrm>
            <a:off x="652463" y="3657600"/>
            <a:ext cx="10883900" cy="0"/>
          </a:xfrm>
          <a:prstGeom prst="line">
            <a:avLst/>
          </a:prstGeom>
          <a:ln w="9525"/>
        </p:spPr>
        <p:style>
          <a:lnRef idx="1">
            <a:schemeClr val="accent1"/>
          </a:lnRef>
          <a:fillRef idx="0">
            <a:schemeClr val="accent1"/>
          </a:fillRef>
          <a:effectRef idx="0">
            <a:schemeClr val="accent1"/>
          </a:effectRef>
          <a:fontRef idx="minor">
            <a:schemeClr val="tx1"/>
          </a:fontRef>
        </p:style>
      </p:cxnSp>
      <p:sp>
        <p:nvSpPr>
          <p:cNvPr id="10" name="Text Placeholder 9">
            <a:extLst>
              <a:ext uri="{FF2B5EF4-FFF2-40B4-BE49-F238E27FC236}">
                <a16:creationId xmlns:a16="http://schemas.microsoft.com/office/drawing/2014/main" id="{E64C6647-B079-446B-AA8D-5B4DFB59404B}"/>
              </a:ext>
            </a:extLst>
          </p:cNvPr>
          <p:cNvSpPr>
            <a:spLocks noGrp="1"/>
          </p:cNvSpPr>
          <p:nvPr>
            <p:ph type="body" sz="quarter" idx="22" hasCustomPrompt="1"/>
          </p:nvPr>
        </p:nvSpPr>
        <p:spPr>
          <a:xfrm>
            <a:off x="9363340" y="4023688"/>
            <a:ext cx="1865022" cy="1386512"/>
          </a:xfrm>
        </p:spPr>
        <p:txBody>
          <a:bodyPr anchor="t">
            <a:noAutofit/>
          </a:bodyPr>
          <a:lstStyle>
            <a:lvl1pPr>
              <a:defRPr sz="1400"/>
            </a:lvl1pPr>
            <a:lvl2pPr marL="228600" indent="0">
              <a:buNone/>
              <a:defRPr/>
            </a:lvl2pPr>
          </a:lstStyle>
          <a:p>
            <a:pPr lvl="0"/>
            <a:r>
              <a:rPr lang="en-US" dirty="0"/>
              <a:t>[Insert text]</a:t>
            </a:r>
          </a:p>
        </p:txBody>
      </p:sp>
      <p:sp>
        <p:nvSpPr>
          <p:cNvPr id="14" name="Text Placeholder 13">
            <a:extLst>
              <a:ext uri="{FF2B5EF4-FFF2-40B4-BE49-F238E27FC236}">
                <a16:creationId xmlns:a16="http://schemas.microsoft.com/office/drawing/2014/main" id="{C11D1857-A729-4929-8734-503DD3D681BB}"/>
              </a:ext>
            </a:extLst>
          </p:cNvPr>
          <p:cNvSpPr>
            <a:spLocks noGrp="1"/>
          </p:cNvSpPr>
          <p:nvPr>
            <p:ph type="body" sz="quarter" idx="23" hasCustomPrompt="1"/>
          </p:nvPr>
        </p:nvSpPr>
        <p:spPr>
          <a:xfrm>
            <a:off x="652463" y="3048000"/>
            <a:ext cx="1865376" cy="918487"/>
          </a:xfrm>
          <a:prstGeom prst="accentCallout1">
            <a:avLst>
              <a:gd name="adj1" fmla="val 65508"/>
              <a:gd name="adj2" fmla="val 86"/>
              <a:gd name="adj3" fmla="val 65889"/>
              <a:gd name="adj4" fmla="val -61"/>
            </a:avLst>
          </a:prstGeom>
          <a:ln cap="rnd">
            <a:solidFill>
              <a:schemeClr val="accent1"/>
            </a:solidFill>
            <a:beve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16" name="Text Placeholder 15">
            <a:extLst>
              <a:ext uri="{FF2B5EF4-FFF2-40B4-BE49-F238E27FC236}">
                <a16:creationId xmlns:a16="http://schemas.microsoft.com/office/drawing/2014/main" id="{5E80E44C-4A2D-4661-AD22-BB24C15D3DF4}"/>
              </a:ext>
            </a:extLst>
          </p:cNvPr>
          <p:cNvSpPr>
            <a:spLocks noGrp="1"/>
          </p:cNvSpPr>
          <p:nvPr>
            <p:ph type="body" sz="quarter" idx="24" hasCustomPrompt="1"/>
          </p:nvPr>
        </p:nvSpPr>
        <p:spPr>
          <a:xfrm>
            <a:off x="2830041" y="3047999"/>
            <a:ext cx="1865376" cy="917575"/>
          </a:xfrm>
          <a:prstGeom prst="accentCallout1">
            <a:avLst>
              <a:gd name="adj1" fmla="val 65924"/>
              <a:gd name="adj2" fmla="val -252"/>
              <a:gd name="adj3" fmla="val 63269"/>
              <a:gd name="adj4" fmla="val -404"/>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18" name="Text Placeholder 17">
            <a:extLst>
              <a:ext uri="{FF2B5EF4-FFF2-40B4-BE49-F238E27FC236}">
                <a16:creationId xmlns:a16="http://schemas.microsoft.com/office/drawing/2014/main" id="{7CB43FDB-A6F2-4060-91A6-8E96774AD2E7}"/>
              </a:ext>
            </a:extLst>
          </p:cNvPr>
          <p:cNvSpPr>
            <a:spLocks noGrp="1"/>
          </p:cNvSpPr>
          <p:nvPr>
            <p:ph type="body" sz="quarter" idx="25" hasCustomPrompt="1"/>
          </p:nvPr>
        </p:nvSpPr>
        <p:spPr>
          <a:xfrm>
            <a:off x="5016575" y="3048000"/>
            <a:ext cx="1865376" cy="917574"/>
          </a:xfrm>
          <a:prstGeom prst="accentCallout1">
            <a:avLst>
              <a:gd name="adj1" fmla="val 66674"/>
              <a:gd name="adj2" fmla="val -622"/>
              <a:gd name="adj3" fmla="val 69055"/>
              <a:gd name="adj4" fmla="val 222"/>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20" name="Text Placeholder 19">
            <a:extLst>
              <a:ext uri="{FF2B5EF4-FFF2-40B4-BE49-F238E27FC236}">
                <a16:creationId xmlns:a16="http://schemas.microsoft.com/office/drawing/2014/main" id="{2F1F0739-9660-4447-B3E7-73C480F03266}"/>
              </a:ext>
            </a:extLst>
          </p:cNvPr>
          <p:cNvSpPr>
            <a:spLocks noGrp="1"/>
          </p:cNvSpPr>
          <p:nvPr>
            <p:ph type="body" sz="quarter" idx="26" hasCustomPrompt="1"/>
          </p:nvPr>
        </p:nvSpPr>
        <p:spPr>
          <a:xfrm>
            <a:off x="7182286" y="3047999"/>
            <a:ext cx="1865376" cy="917575"/>
          </a:xfrm>
          <a:prstGeom prst="accentCallout1">
            <a:avLst>
              <a:gd name="adj1" fmla="val 66450"/>
              <a:gd name="adj2" fmla="val -401"/>
              <a:gd name="adj3" fmla="val 65696"/>
              <a:gd name="adj4" fmla="val -329"/>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
        <p:nvSpPr>
          <p:cNvPr id="22" name="Text Placeholder 21">
            <a:extLst>
              <a:ext uri="{FF2B5EF4-FFF2-40B4-BE49-F238E27FC236}">
                <a16:creationId xmlns:a16="http://schemas.microsoft.com/office/drawing/2014/main" id="{ABB6C881-9C1D-4D94-AE7C-212446E928BA}"/>
              </a:ext>
            </a:extLst>
          </p:cNvPr>
          <p:cNvSpPr>
            <a:spLocks noGrp="1"/>
          </p:cNvSpPr>
          <p:nvPr>
            <p:ph type="body" sz="quarter" idx="27" hasCustomPrompt="1"/>
          </p:nvPr>
        </p:nvSpPr>
        <p:spPr>
          <a:xfrm>
            <a:off x="9363339" y="3047999"/>
            <a:ext cx="1865376" cy="917575"/>
          </a:xfrm>
          <a:prstGeom prst="accentCallout1">
            <a:avLst>
              <a:gd name="adj1" fmla="val 65415"/>
              <a:gd name="adj2" fmla="val -292"/>
              <a:gd name="adj3" fmla="val 65781"/>
              <a:gd name="adj4" fmla="val -464"/>
            </a:avLst>
          </a:prstGeom>
          <a:ln>
            <a:solidFill>
              <a:schemeClr val="accent1"/>
            </a:solidFill>
            <a:headEnd type="oval" w="med" len="med"/>
            <a:tailEnd type="oval" w="med" len="med"/>
          </a:ln>
        </p:spPr>
        <p:txBody>
          <a:bodyPr lIns="91440" bIns="91440" anchor="ctr">
            <a:noAutofit/>
          </a:bodyPr>
          <a:lstStyle>
            <a:lvl1pPr marL="0" indent="0">
              <a:buNone/>
              <a:defRPr sz="1400">
                <a:solidFill>
                  <a:schemeClr val="accent6"/>
                </a:solidFill>
                <a:latin typeface="+mj-lt"/>
              </a:defRPr>
            </a:lvl1pPr>
          </a:lstStyle>
          <a:p>
            <a:pPr lvl="0"/>
            <a:r>
              <a:rPr lang="en-US" dirty="0"/>
              <a:t>[Date]</a:t>
            </a:r>
          </a:p>
        </p:txBody>
      </p:sp>
    </p:spTree>
    <p:extLst>
      <p:ext uri="{BB962C8B-B14F-4D97-AF65-F5344CB8AC3E}">
        <p14:creationId xmlns:p14="http://schemas.microsoft.com/office/powerpoint/2010/main" val="2842794484"/>
      </p:ext>
    </p:extLst>
  </p:cSld>
  <p:clrMapOvr>
    <a:masterClrMapping/>
  </p:clrMapOvr>
  <p:extLst>
    <p:ext uri="{DCECCB84-F9BA-43D5-87BE-67443E8EF086}">
      <p15:sldGuideLst xmlns:p15="http://schemas.microsoft.com/office/powerpoint/2012/main">
        <p15:guide id="1" pos="3156">
          <p15:clr>
            <a:srgbClr val="FBAE40"/>
          </p15:clr>
        </p15:guide>
        <p15:guide id="2" pos="1781">
          <p15:clr>
            <a:srgbClr val="FBAE40"/>
          </p15:clr>
        </p15:guide>
        <p15:guide id="3" pos="4522">
          <p15:clr>
            <a:srgbClr val="FBAE40"/>
          </p15:clr>
        </p15:guide>
        <p15:guide id="4" pos="589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043D075-2D2A-432B-A997-D5993EB17945}"/>
              </a:ext>
            </a:extLst>
          </p:cNvPr>
          <p:cNvSpPr>
            <a:spLocks noGrp="1"/>
          </p:cNvSpPr>
          <p:nvPr>
            <p:ph type="body" idx="1" hasCustomPrompt="1"/>
          </p:nvPr>
        </p:nvSpPr>
        <p:spPr>
          <a:xfrm>
            <a:off x="652464" y="1300213"/>
            <a:ext cx="5346892"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7F9F82A4-080D-41BF-B4A7-7E4FACCED81A}"/>
              </a:ext>
            </a:extLst>
          </p:cNvPr>
          <p:cNvSpPr>
            <a:spLocks noGrp="1"/>
          </p:cNvSpPr>
          <p:nvPr>
            <p:ph sz="half" idx="2" hasCustomPrompt="1"/>
          </p:nvPr>
        </p:nvSpPr>
        <p:spPr>
          <a:xfrm>
            <a:off x="652464" y="1905000"/>
            <a:ext cx="5346892"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5" name="Text Placeholder 4">
            <a:extLst>
              <a:ext uri="{FF2B5EF4-FFF2-40B4-BE49-F238E27FC236}">
                <a16:creationId xmlns:a16="http://schemas.microsoft.com/office/drawing/2014/main" id="{74AB3100-2FB8-47F1-8100-0FBAE4AEF7DE}"/>
              </a:ext>
            </a:extLst>
          </p:cNvPr>
          <p:cNvSpPr>
            <a:spLocks noGrp="1"/>
          </p:cNvSpPr>
          <p:nvPr>
            <p:ph type="body" sz="quarter" idx="3" hasCustomPrompt="1"/>
          </p:nvPr>
        </p:nvSpPr>
        <p:spPr>
          <a:xfrm>
            <a:off x="6191651" y="1300213"/>
            <a:ext cx="5349240"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6" name="Content Placeholder 5">
            <a:extLst>
              <a:ext uri="{FF2B5EF4-FFF2-40B4-BE49-F238E27FC236}">
                <a16:creationId xmlns:a16="http://schemas.microsoft.com/office/drawing/2014/main" id="{A9C8BA0B-4EA0-48FF-8698-F2CB788CC4FD}"/>
              </a:ext>
            </a:extLst>
          </p:cNvPr>
          <p:cNvSpPr>
            <a:spLocks noGrp="1"/>
          </p:cNvSpPr>
          <p:nvPr>
            <p:ph sz="quarter" idx="4" hasCustomPrompt="1"/>
          </p:nvPr>
        </p:nvSpPr>
        <p:spPr>
          <a:xfrm>
            <a:off x="6191650" y="1905000"/>
            <a:ext cx="5349240"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BE32F647-FBD3-4D46-9714-C0D779A8080D}"/>
              </a:ext>
            </a:extLst>
          </p:cNvPr>
          <p:cNvSpPr>
            <a:spLocks noGrp="1"/>
          </p:cNvSpPr>
          <p:nvPr>
            <p:ph type="dt" sz="half" idx="10"/>
          </p:nvPr>
        </p:nvSpPr>
        <p:spPr/>
        <p:txBody>
          <a:bodyPr/>
          <a:lstStyle/>
          <a:p>
            <a:fld id="{0BB6AF70-7C68-4319-AF4B-345D23F475EF}" type="datetime1">
              <a:rPr lang="en-US" smtClean="0"/>
              <a:t>5/9/2025</a:t>
            </a:fld>
            <a:endParaRPr lang="en-US"/>
          </a:p>
        </p:txBody>
      </p:sp>
      <p:sp>
        <p:nvSpPr>
          <p:cNvPr id="8" name="Footer Placeholder 7">
            <a:extLst>
              <a:ext uri="{FF2B5EF4-FFF2-40B4-BE49-F238E27FC236}">
                <a16:creationId xmlns:a16="http://schemas.microsoft.com/office/drawing/2014/main" id="{14760753-8345-48D3-823E-E7799D85E9A8}"/>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ABB99D5-02A7-45F0-B534-B6581DF5847D}"/>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0" name="Title 9">
            <a:extLst>
              <a:ext uri="{FF2B5EF4-FFF2-40B4-BE49-F238E27FC236}">
                <a16:creationId xmlns:a16="http://schemas.microsoft.com/office/drawing/2014/main" id="{15A8E38F-F454-4E0C-98DB-2A7A7146FFC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3776580285"/>
      </p:ext>
    </p:extLst>
  </p:cSld>
  <p:clrMapOvr>
    <a:masterClrMapping/>
  </p:clrMapOvr>
  <p:extLst>
    <p:ext uri="{DCECCB84-F9BA-43D5-87BE-67443E8EF086}">
      <p15:sldGuideLst xmlns:p15="http://schemas.microsoft.com/office/powerpoint/2012/main">
        <p15:guide id="1" pos="3898">
          <p15:clr>
            <a:srgbClr val="FBAE40"/>
          </p15:clr>
        </p15:guide>
        <p15:guide id="2" pos="377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043D075-2D2A-432B-A997-D5993EB17945}"/>
              </a:ext>
            </a:extLst>
          </p:cNvPr>
          <p:cNvSpPr>
            <a:spLocks noGrp="1"/>
          </p:cNvSpPr>
          <p:nvPr>
            <p:ph type="body" idx="1" hasCustomPrompt="1"/>
          </p:nvPr>
        </p:nvSpPr>
        <p:spPr>
          <a:xfrm>
            <a:off x="652463" y="1300213"/>
            <a:ext cx="10877549"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7F9F82A4-080D-41BF-B4A7-7E4FACCED81A}"/>
              </a:ext>
            </a:extLst>
          </p:cNvPr>
          <p:cNvSpPr>
            <a:spLocks noGrp="1"/>
          </p:cNvSpPr>
          <p:nvPr>
            <p:ph sz="half" idx="2" hasCustomPrompt="1"/>
          </p:nvPr>
        </p:nvSpPr>
        <p:spPr>
          <a:xfrm>
            <a:off x="652464" y="1905000"/>
            <a:ext cx="5346892"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Content Placeholder 5">
            <a:extLst>
              <a:ext uri="{FF2B5EF4-FFF2-40B4-BE49-F238E27FC236}">
                <a16:creationId xmlns:a16="http://schemas.microsoft.com/office/drawing/2014/main" id="{A9C8BA0B-4EA0-48FF-8698-F2CB788CC4FD}"/>
              </a:ext>
            </a:extLst>
          </p:cNvPr>
          <p:cNvSpPr>
            <a:spLocks noGrp="1"/>
          </p:cNvSpPr>
          <p:nvPr>
            <p:ph sz="quarter" idx="4" hasCustomPrompt="1"/>
          </p:nvPr>
        </p:nvSpPr>
        <p:spPr>
          <a:xfrm>
            <a:off x="6191650" y="1905000"/>
            <a:ext cx="5349240"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BE32F647-FBD3-4D46-9714-C0D779A8080D}"/>
              </a:ext>
            </a:extLst>
          </p:cNvPr>
          <p:cNvSpPr>
            <a:spLocks noGrp="1"/>
          </p:cNvSpPr>
          <p:nvPr>
            <p:ph type="dt" sz="half" idx="10"/>
          </p:nvPr>
        </p:nvSpPr>
        <p:spPr/>
        <p:txBody>
          <a:bodyPr/>
          <a:lstStyle/>
          <a:p>
            <a:fld id="{0BB6AF70-7C68-4319-AF4B-345D23F475EF}" type="datetime1">
              <a:rPr lang="en-US" smtClean="0"/>
              <a:t>5/9/2025</a:t>
            </a:fld>
            <a:endParaRPr lang="en-US"/>
          </a:p>
        </p:txBody>
      </p:sp>
      <p:sp>
        <p:nvSpPr>
          <p:cNvPr id="8" name="Footer Placeholder 7">
            <a:extLst>
              <a:ext uri="{FF2B5EF4-FFF2-40B4-BE49-F238E27FC236}">
                <a16:creationId xmlns:a16="http://schemas.microsoft.com/office/drawing/2014/main" id="{14760753-8345-48D3-823E-E7799D85E9A8}"/>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ABB99D5-02A7-45F0-B534-B6581DF5847D}"/>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0" name="Title 9">
            <a:extLst>
              <a:ext uri="{FF2B5EF4-FFF2-40B4-BE49-F238E27FC236}">
                <a16:creationId xmlns:a16="http://schemas.microsoft.com/office/drawing/2014/main" id="{15A8E38F-F454-4E0C-98DB-2A7A7146FFC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1066783899"/>
      </p:ext>
    </p:extLst>
  </p:cSld>
  <p:clrMapOvr>
    <a:masterClrMapping/>
  </p:clrMapOvr>
  <p:extLst>
    <p:ext uri="{DCECCB84-F9BA-43D5-87BE-67443E8EF086}">
      <p15:sldGuideLst xmlns:p15="http://schemas.microsoft.com/office/powerpoint/2012/main">
        <p15:guide id="1" pos="3898">
          <p15:clr>
            <a:srgbClr val="FBAE40"/>
          </p15:clr>
        </p15:guide>
        <p15:guide id="2" pos="377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043D075-2D2A-432B-A997-D5993EB17945}"/>
              </a:ext>
            </a:extLst>
          </p:cNvPr>
          <p:cNvSpPr>
            <a:spLocks noGrp="1"/>
          </p:cNvSpPr>
          <p:nvPr>
            <p:ph type="body" idx="1" hasCustomPrompt="1"/>
          </p:nvPr>
        </p:nvSpPr>
        <p:spPr>
          <a:xfrm>
            <a:off x="652463" y="1300213"/>
            <a:ext cx="10877549" cy="411180"/>
          </a:xfrm>
        </p:spPr>
        <p:txBody>
          <a:bodyPr tIns="0" bIns="0" anchor="t">
            <a:noAutofit/>
          </a:bodyPr>
          <a:lstStyle>
            <a:lvl1pPr marL="0" indent="0">
              <a:buNone/>
              <a:defRPr sz="2400" b="0">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dirty="0"/>
              <a:t>Click to edit master text styles</a:t>
            </a:r>
          </a:p>
        </p:txBody>
      </p:sp>
      <p:sp>
        <p:nvSpPr>
          <p:cNvPr id="4" name="Content Placeholder 3">
            <a:extLst>
              <a:ext uri="{FF2B5EF4-FFF2-40B4-BE49-F238E27FC236}">
                <a16:creationId xmlns:a16="http://schemas.microsoft.com/office/drawing/2014/main" id="{7F9F82A4-080D-41BF-B4A7-7E4FACCED81A}"/>
              </a:ext>
            </a:extLst>
          </p:cNvPr>
          <p:cNvSpPr>
            <a:spLocks noGrp="1"/>
          </p:cNvSpPr>
          <p:nvPr>
            <p:ph sz="half" idx="2" hasCustomPrompt="1"/>
          </p:nvPr>
        </p:nvSpPr>
        <p:spPr>
          <a:xfrm>
            <a:off x="652464" y="1905000"/>
            <a:ext cx="10877548" cy="4341813"/>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7" name="Date Placeholder 6">
            <a:extLst>
              <a:ext uri="{FF2B5EF4-FFF2-40B4-BE49-F238E27FC236}">
                <a16:creationId xmlns:a16="http://schemas.microsoft.com/office/drawing/2014/main" id="{BE32F647-FBD3-4D46-9714-C0D779A8080D}"/>
              </a:ext>
            </a:extLst>
          </p:cNvPr>
          <p:cNvSpPr>
            <a:spLocks noGrp="1"/>
          </p:cNvSpPr>
          <p:nvPr>
            <p:ph type="dt" sz="half" idx="10"/>
          </p:nvPr>
        </p:nvSpPr>
        <p:spPr/>
        <p:txBody>
          <a:bodyPr/>
          <a:lstStyle/>
          <a:p>
            <a:fld id="{0BB6AF70-7C68-4319-AF4B-345D23F475EF}" type="datetime1">
              <a:rPr lang="en-US" smtClean="0"/>
              <a:t>5/9/2025</a:t>
            </a:fld>
            <a:endParaRPr lang="en-US"/>
          </a:p>
        </p:txBody>
      </p:sp>
      <p:sp>
        <p:nvSpPr>
          <p:cNvPr id="8" name="Footer Placeholder 7">
            <a:extLst>
              <a:ext uri="{FF2B5EF4-FFF2-40B4-BE49-F238E27FC236}">
                <a16:creationId xmlns:a16="http://schemas.microsoft.com/office/drawing/2014/main" id="{14760753-8345-48D3-823E-E7799D85E9A8}"/>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EABB99D5-02A7-45F0-B534-B6581DF5847D}"/>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10" name="Title 9">
            <a:extLst>
              <a:ext uri="{FF2B5EF4-FFF2-40B4-BE49-F238E27FC236}">
                <a16:creationId xmlns:a16="http://schemas.microsoft.com/office/drawing/2014/main" id="{15A8E38F-F454-4E0C-98DB-2A7A7146FFC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971025593"/>
      </p:ext>
    </p:extLst>
  </p:cSld>
  <p:clrMapOvr>
    <a:masterClrMapping/>
  </p:clrMapOvr>
  <p:extLst>
    <p:ext uri="{DCECCB84-F9BA-43D5-87BE-67443E8EF086}">
      <p15:sldGuideLst xmlns:p15="http://schemas.microsoft.com/office/powerpoint/2012/main">
        <p15:guide id="1" pos="3898">
          <p15:clr>
            <a:srgbClr val="FBAE40"/>
          </p15:clr>
        </p15:guide>
        <p15:guide id="2" pos="377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D9177-7015-4A49-8BC8-19EBA7FA07BC}"/>
              </a:ext>
            </a:extLst>
          </p:cNvPr>
          <p:cNvSpPr>
            <a:spLocks noGrp="1"/>
          </p:cNvSpPr>
          <p:nvPr>
            <p:ph type="title" hasCustomPrompt="1"/>
          </p:nvPr>
        </p:nvSpPr>
        <p:spPr/>
        <p:txBody>
          <a:bodyPr/>
          <a:lstStyle/>
          <a:p>
            <a:r>
              <a:rPr lang="en-GB" dirty="0"/>
              <a:t>Click to edit master title style</a:t>
            </a:r>
            <a:endParaRPr lang="en-US" dirty="0"/>
          </a:p>
        </p:txBody>
      </p:sp>
      <p:sp>
        <p:nvSpPr>
          <p:cNvPr id="3" name="Date Placeholder 2">
            <a:extLst>
              <a:ext uri="{FF2B5EF4-FFF2-40B4-BE49-F238E27FC236}">
                <a16:creationId xmlns:a16="http://schemas.microsoft.com/office/drawing/2014/main" id="{77311BDC-FBFB-4E6B-85D8-50672F62708B}"/>
              </a:ext>
            </a:extLst>
          </p:cNvPr>
          <p:cNvSpPr>
            <a:spLocks noGrp="1"/>
          </p:cNvSpPr>
          <p:nvPr>
            <p:ph type="dt" sz="half" idx="10"/>
          </p:nvPr>
        </p:nvSpPr>
        <p:spPr/>
        <p:txBody>
          <a:bodyPr/>
          <a:lstStyle/>
          <a:p>
            <a:fld id="{533A0BCA-0219-4609-BCAA-F9B407977B87}" type="datetime1">
              <a:rPr lang="en-US" smtClean="0"/>
              <a:t>5/9/2025</a:t>
            </a:fld>
            <a:endParaRPr lang="en-US"/>
          </a:p>
        </p:txBody>
      </p:sp>
      <p:sp>
        <p:nvSpPr>
          <p:cNvPr id="4" name="Footer Placeholder 3">
            <a:extLst>
              <a:ext uri="{FF2B5EF4-FFF2-40B4-BE49-F238E27FC236}">
                <a16:creationId xmlns:a16="http://schemas.microsoft.com/office/drawing/2014/main" id="{43C351E5-FCF4-4BB9-847A-04873875751A}"/>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C37F9528-8E12-4DE8-A972-12DB95868CE4}"/>
              </a:ext>
            </a:extLst>
          </p:cNvPr>
          <p:cNvSpPr>
            <a:spLocks noGrp="1"/>
          </p:cNvSpPr>
          <p:nvPr>
            <p:ph type="sldNum" sz="quarter" idx="12"/>
          </p:nvPr>
        </p:nvSpPr>
        <p:spPr/>
        <p:txBody>
          <a:bodyPr/>
          <a:lstStyle/>
          <a:p>
            <a:fld id="{507CC9FD-F0BE-4343-88E6-11D806760E48}" type="slidenum">
              <a:rPr lang="en-US" smtClean="0"/>
              <a:t>‹#›</a:t>
            </a:fld>
            <a:endParaRPr lang="en-US"/>
          </a:p>
        </p:txBody>
      </p:sp>
    </p:spTree>
    <p:extLst>
      <p:ext uri="{BB962C8B-B14F-4D97-AF65-F5344CB8AC3E}">
        <p14:creationId xmlns:p14="http://schemas.microsoft.com/office/powerpoint/2010/main" val="244087015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CD0E95-6493-46FB-AF34-EA94C065B215}"/>
              </a:ext>
            </a:extLst>
          </p:cNvPr>
          <p:cNvSpPr>
            <a:spLocks noGrp="1"/>
          </p:cNvSpPr>
          <p:nvPr>
            <p:ph type="dt" sz="half" idx="10"/>
          </p:nvPr>
        </p:nvSpPr>
        <p:spPr/>
        <p:txBody>
          <a:bodyPr/>
          <a:lstStyle/>
          <a:p>
            <a:fld id="{62DED536-BC70-44DD-A9ED-888FC9634950}" type="datetime1">
              <a:rPr lang="en-US" smtClean="0"/>
              <a:t>5/9/2025</a:t>
            </a:fld>
            <a:endParaRPr lang="en-US"/>
          </a:p>
        </p:txBody>
      </p:sp>
      <p:sp>
        <p:nvSpPr>
          <p:cNvPr id="3" name="Footer Placeholder 2">
            <a:extLst>
              <a:ext uri="{FF2B5EF4-FFF2-40B4-BE49-F238E27FC236}">
                <a16:creationId xmlns:a16="http://schemas.microsoft.com/office/drawing/2014/main" id="{AF73F9C0-4038-4555-936D-C20E8B3F8729}"/>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C05BBFE0-4186-4F2B-9BA3-81016EB00AB0}"/>
              </a:ext>
            </a:extLst>
          </p:cNvPr>
          <p:cNvSpPr>
            <a:spLocks noGrp="1"/>
          </p:cNvSpPr>
          <p:nvPr>
            <p:ph type="sldNum" sz="quarter" idx="12"/>
          </p:nvPr>
        </p:nvSpPr>
        <p:spPr/>
        <p:txBody>
          <a:bodyPr/>
          <a:lstStyle/>
          <a:p>
            <a:fld id="{507CC9FD-F0BE-4343-88E6-11D806760E48}" type="slidenum">
              <a:rPr lang="en-US" smtClean="0"/>
              <a:t>‹#›</a:t>
            </a:fld>
            <a:endParaRPr lang="en-US"/>
          </a:p>
        </p:txBody>
      </p:sp>
    </p:spTree>
    <p:extLst>
      <p:ext uri="{BB962C8B-B14F-4D97-AF65-F5344CB8AC3E}">
        <p14:creationId xmlns:p14="http://schemas.microsoft.com/office/powerpoint/2010/main" val="11892618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CF916F4-C38C-43B6-B235-3D502D1227FA}"/>
              </a:ext>
            </a:extLst>
          </p:cNvPr>
          <p:cNvSpPr>
            <a:spLocks noGrp="1"/>
          </p:cNvSpPr>
          <p:nvPr>
            <p:ph idx="1" hasCustomPrompt="1"/>
          </p:nvPr>
        </p:nvSpPr>
        <p:spPr>
          <a:xfrm>
            <a:off x="652463" y="1299411"/>
            <a:ext cx="7281862" cy="4947402"/>
          </a:xfrm>
        </p:spPr>
        <p:txBody>
          <a:bodyPr>
            <a:normAutofit/>
          </a:bodyPr>
          <a:lstStyle>
            <a:lvl1pPr>
              <a:defRPr sz="2400"/>
            </a:lvl1pPr>
            <a:lvl2pPr>
              <a:defRPr sz="2000"/>
            </a:lvl2pPr>
            <a:lvl3pPr>
              <a:defRPr sz="2000"/>
            </a:lvl3pPr>
            <a:lvl4pPr>
              <a:defRPr sz="1600"/>
            </a:lvl4pPr>
            <a:lvl5pPr>
              <a:defRPr sz="1400"/>
            </a:lvl5pPr>
            <a:lvl6pPr>
              <a:defRPr sz="2000"/>
            </a:lvl6pPr>
            <a:lvl7pPr>
              <a:defRPr sz="2000"/>
            </a:lvl7pPr>
            <a:lvl8pPr>
              <a:defRPr sz="2000"/>
            </a:lvl8pPr>
            <a:lvl9pPr>
              <a:defRPr sz="20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Text Placeholder 3">
            <a:extLst>
              <a:ext uri="{FF2B5EF4-FFF2-40B4-BE49-F238E27FC236}">
                <a16:creationId xmlns:a16="http://schemas.microsoft.com/office/drawing/2014/main" id="{11459137-F3DC-4BFD-A914-BD2F074799C4}"/>
              </a:ext>
            </a:extLst>
          </p:cNvPr>
          <p:cNvSpPr>
            <a:spLocks noGrp="1"/>
          </p:cNvSpPr>
          <p:nvPr>
            <p:ph type="body" sz="half" idx="2"/>
          </p:nvPr>
        </p:nvSpPr>
        <p:spPr>
          <a:xfrm>
            <a:off x="8115299" y="1299411"/>
            <a:ext cx="3424237" cy="494740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2841241-AD4B-40FC-B359-5F905A3F54EA}"/>
              </a:ext>
            </a:extLst>
          </p:cNvPr>
          <p:cNvSpPr>
            <a:spLocks noGrp="1"/>
          </p:cNvSpPr>
          <p:nvPr>
            <p:ph type="dt" sz="half" idx="10"/>
          </p:nvPr>
        </p:nvSpPr>
        <p:spPr/>
        <p:txBody>
          <a:bodyPr/>
          <a:lstStyle/>
          <a:p>
            <a:fld id="{7EAD5DDF-78C3-4D24-8288-F1F973E8CFAC}" type="datetime1">
              <a:rPr lang="en-US" smtClean="0"/>
              <a:t>5/9/2025</a:t>
            </a:fld>
            <a:endParaRPr lang="en-US"/>
          </a:p>
        </p:txBody>
      </p:sp>
      <p:sp>
        <p:nvSpPr>
          <p:cNvPr id="6" name="Footer Placeholder 5">
            <a:extLst>
              <a:ext uri="{FF2B5EF4-FFF2-40B4-BE49-F238E27FC236}">
                <a16:creationId xmlns:a16="http://schemas.microsoft.com/office/drawing/2014/main" id="{9BFCE36F-6757-4C81-8D75-C1BA7445B180}"/>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4C39E91-7C9F-4996-8A46-74B61923F8DA}"/>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8" name="Title 7">
            <a:extLst>
              <a:ext uri="{FF2B5EF4-FFF2-40B4-BE49-F238E27FC236}">
                <a16:creationId xmlns:a16="http://schemas.microsoft.com/office/drawing/2014/main" id="{9A4749DF-7520-4440-97E4-23F09CDEBB72}"/>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573064348"/>
      </p:ext>
    </p:extLst>
  </p:cSld>
  <p:clrMapOvr>
    <a:masterClrMapping/>
  </p:clrMapOvr>
  <p:extLst>
    <p:ext uri="{DCECCB84-F9BA-43D5-87BE-67443E8EF086}">
      <p15:sldGuideLst xmlns:p15="http://schemas.microsoft.com/office/powerpoint/2012/main">
        <p15:guide id="1" pos="4998">
          <p15:clr>
            <a:srgbClr val="FBAE40"/>
          </p15:clr>
        </p15:guide>
        <p15:guide id="2" pos="5112">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8879EB3B-AD57-4FF5-A996-C5EBDB21A697}"/>
              </a:ext>
            </a:extLst>
          </p:cNvPr>
          <p:cNvSpPr>
            <a:spLocks noGrp="1"/>
          </p:cNvSpPr>
          <p:nvPr>
            <p:ph type="pic" idx="1"/>
          </p:nvPr>
        </p:nvSpPr>
        <p:spPr>
          <a:xfrm>
            <a:off x="4267200" y="1299411"/>
            <a:ext cx="7272336" cy="4947402"/>
          </a:xfrm>
          <a:pattFill prst="pct5">
            <a:fgClr>
              <a:schemeClr val="accent1"/>
            </a:fgClr>
            <a:bgClr>
              <a:schemeClr val="bg1"/>
            </a:bgClr>
          </a:pattFill>
        </p:spPr>
        <p:txBody>
          <a:bodyPr anchor="ctr"/>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4CBA5EB-F56B-47B9-BCFC-3B0559DDC69B}"/>
              </a:ext>
            </a:extLst>
          </p:cNvPr>
          <p:cNvSpPr>
            <a:spLocks noGrp="1"/>
          </p:cNvSpPr>
          <p:nvPr>
            <p:ph type="body" sz="half" idx="2" hasCustomPrompt="1"/>
          </p:nvPr>
        </p:nvSpPr>
        <p:spPr>
          <a:xfrm>
            <a:off x="652464" y="1299411"/>
            <a:ext cx="3412156" cy="494740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Click to edit master text styles</a:t>
            </a:r>
          </a:p>
        </p:txBody>
      </p:sp>
      <p:sp>
        <p:nvSpPr>
          <p:cNvPr id="5" name="Date Placeholder 4">
            <a:extLst>
              <a:ext uri="{FF2B5EF4-FFF2-40B4-BE49-F238E27FC236}">
                <a16:creationId xmlns:a16="http://schemas.microsoft.com/office/drawing/2014/main" id="{9E260082-1007-4952-8649-24426F4D28F9}"/>
              </a:ext>
            </a:extLst>
          </p:cNvPr>
          <p:cNvSpPr>
            <a:spLocks noGrp="1"/>
          </p:cNvSpPr>
          <p:nvPr>
            <p:ph type="dt" sz="half" idx="10"/>
          </p:nvPr>
        </p:nvSpPr>
        <p:spPr/>
        <p:txBody>
          <a:bodyPr/>
          <a:lstStyle/>
          <a:p>
            <a:fld id="{63CDC134-1212-4245-BDD2-2A024EDC0806}" type="datetime1">
              <a:rPr lang="en-US" smtClean="0"/>
              <a:t>5/9/2025</a:t>
            </a:fld>
            <a:endParaRPr lang="en-US"/>
          </a:p>
        </p:txBody>
      </p:sp>
      <p:sp>
        <p:nvSpPr>
          <p:cNvPr id="6" name="Footer Placeholder 5">
            <a:extLst>
              <a:ext uri="{FF2B5EF4-FFF2-40B4-BE49-F238E27FC236}">
                <a16:creationId xmlns:a16="http://schemas.microsoft.com/office/drawing/2014/main" id="{6E171AC9-0212-4534-A51A-C462800770C4}"/>
              </a:ext>
            </a:extLst>
          </p:cNvPr>
          <p:cNvSpPr>
            <a:spLocks noGrp="1"/>
          </p:cNvSpPr>
          <p:nvPr>
            <p:ph type="ftr" sz="quarter" idx="11"/>
          </p:nvPr>
        </p:nvSpPr>
        <p:spPr>
          <a:xfrm>
            <a:off x="6096000" y="6508001"/>
            <a:ext cx="5345151" cy="349999"/>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61692D0-CA86-4657-B84A-59748B8307D9}"/>
              </a:ext>
            </a:extLst>
          </p:cNvPr>
          <p:cNvSpPr>
            <a:spLocks noGrp="1"/>
          </p:cNvSpPr>
          <p:nvPr>
            <p:ph type="sldNum" sz="quarter" idx="12"/>
          </p:nvPr>
        </p:nvSpPr>
        <p:spPr/>
        <p:txBody>
          <a:bodyPr/>
          <a:lstStyle/>
          <a:p>
            <a:fld id="{507CC9FD-F0BE-4343-88E6-11D806760E48}" type="slidenum">
              <a:rPr lang="en-US" smtClean="0"/>
              <a:t>‹#›</a:t>
            </a:fld>
            <a:endParaRPr lang="en-US"/>
          </a:p>
        </p:txBody>
      </p:sp>
      <p:sp>
        <p:nvSpPr>
          <p:cNvPr id="8" name="Title 7">
            <a:extLst>
              <a:ext uri="{FF2B5EF4-FFF2-40B4-BE49-F238E27FC236}">
                <a16:creationId xmlns:a16="http://schemas.microsoft.com/office/drawing/2014/main" id="{B2191005-C272-4DA5-8C75-888452C14FEA}"/>
              </a:ext>
            </a:extLst>
          </p:cNvPr>
          <p:cNvSpPr>
            <a:spLocks noGrp="1"/>
          </p:cNvSpPr>
          <p:nvPr>
            <p:ph type="title" hasCustomPrompt="1"/>
          </p:nvPr>
        </p:nvSpPr>
        <p:spPr/>
        <p:txBody>
          <a:bodyPr/>
          <a:lstStyle/>
          <a:p>
            <a:r>
              <a:rPr lang="en-GB" dirty="0"/>
              <a:t>Click to edit master title style</a:t>
            </a:r>
            <a:endParaRPr lang="en-US" dirty="0"/>
          </a:p>
        </p:txBody>
      </p:sp>
    </p:spTree>
    <p:extLst>
      <p:ext uri="{BB962C8B-B14F-4D97-AF65-F5344CB8AC3E}">
        <p14:creationId xmlns:p14="http://schemas.microsoft.com/office/powerpoint/2010/main" val="403050053"/>
      </p:ext>
    </p:extLst>
  </p:cSld>
  <p:clrMapOvr>
    <a:masterClrMapping/>
  </p:clrMapOvr>
  <p:extLst>
    <p:ext uri="{DCECCB84-F9BA-43D5-87BE-67443E8EF086}">
      <p15:sldGuideLst xmlns:p15="http://schemas.microsoft.com/office/powerpoint/2012/main">
        <p15:guide id="1" pos="2560">
          <p15:clr>
            <a:srgbClr val="FBAE40"/>
          </p15:clr>
        </p15:guide>
        <p15:guide id="2" pos="268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C1E3B62-6B93-4CD8-A0FD-73045DF01E3A}"/>
              </a:ext>
            </a:extLst>
          </p:cNvPr>
          <p:cNvSpPr/>
          <p:nvPr userDrawn="1"/>
        </p:nvSpPr>
        <p:spPr>
          <a:xfrm>
            <a:off x="0" y="0"/>
            <a:ext cx="12192000" cy="6858000"/>
          </a:xfrm>
          <a:prstGeom prst="rect">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9600" dirty="0">
                <a:latin typeface="+mj-lt"/>
              </a:rPr>
              <a:t>Do Not Use Slide Layouts After This</a:t>
            </a:r>
          </a:p>
        </p:txBody>
      </p:sp>
    </p:spTree>
    <p:extLst>
      <p:ext uri="{BB962C8B-B14F-4D97-AF65-F5344CB8AC3E}">
        <p14:creationId xmlns:p14="http://schemas.microsoft.com/office/powerpoint/2010/main" val="351625775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 Id="rId24" Type="http://schemas.openxmlformats.org/officeDocument/2006/relationships/image" Target="../media/image1.jpeg"/><Relationship Id="rId25" Type="http://schemas.openxmlformats.org/officeDocument/2006/relationships/image" Target="../media/image2.png"/><Relationship Id="rId26"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B5FA72F0-4BED-F339-CDB2-0E0B1B5B03F5}"/>
              </a:ext>
            </a:extLst>
          </p:cNvPr>
          <p:cNvPicPr>
            <a:picLocks noChangeAspect="1"/>
          </p:cNvPicPr>
          <p:nvPr userDrawn="1"/>
        </p:nvPicPr>
        <p:blipFill>
          <a:blip r:embed="rId24">
            <a:extLst>
              <a:ext uri="{28A0092B-C50C-407E-A947-70E740481C1C}">
                <a14:useLocalDpi xmlns:a14="http://schemas.microsoft.com/office/drawing/2010/main" val="0"/>
              </a:ext>
            </a:extLst>
          </a:blip>
          <a:stretch>
            <a:fillRect/>
          </a:stretch>
        </p:blipFill>
        <p:spPr>
          <a:xfrm>
            <a:off x="-4200" y="6495989"/>
            <a:ext cx="12200400" cy="362011"/>
          </a:xfrm>
          <a:prstGeom prst="rect">
            <a:avLst/>
          </a:prstGeom>
        </p:spPr>
      </p:pic>
      <p:grpSp>
        <p:nvGrpSpPr>
          <p:cNvPr id="13" name="Group 12" hidden="1">
            <a:extLst>
              <a:ext uri="{FF2B5EF4-FFF2-40B4-BE49-F238E27FC236}">
                <a16:creationId xmlns:a16="http://schemas.microsoft.com/office/drawing/2014/main" id="{B49CC672-C64F-47FA-92E7-3CA95B9FFBCC}"/>
              </a:ext>
            </a:extLst>
          </p:cNvPr>
          <p:cNvGrpSpPr/>
          <p:nvPr/>
        </p:nvGrpSpPr>
        <p:grpSpPr>
          <a:xfrm>
            <a:off x="4143639" y="-383196"/>
            <a:ext cx="3892639" cy="384717"/>
            <a:chOff x="4143639" y="-383196"/>
            <a:chExt cx="3892639" cy="384717"/>
          </a:xfrm>
        </p:grpSpPr>
        <p:sp>
          <p:nvSpPr>
            <p:cNvPr id="9" name="Rectangle 8">
              <a:extLst>
                <a:ext uri="{FF2B5EF4-FFF2-40B4-BE49-F238E27FC236}">
                  <a16:creationId xmlns:a16="http://schemas.microsoft.com/office/drawing/2014/main" id="{C5ABD84C-1053-4903-99C6-DB42A37EC3AD}"/>
                </a:ext>
              </a:extLst>
            </p:cNvPr>
            <p:cNvSpPr/>
            <p:nvPr userDrawn="1"/>
          </p:nvSpPr>
          <p:spPr>
            <a:xfrm>
              <a:off x="4143639"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C5CE6E5-A6B5-45C3-BF37-C51129ED31F2}"/>
                </a:ext>
              </a:extLst>
            </p:cNvPr>
            <p:cNvSpPr/>
            <p:nvPr userDrawn="1"/>
          </p:nvSpPr>
          <p:spPr>
            <a:xfrm>
              <a:off x="5264238"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4C80C763-ED8A-4014-80B4-53844DAE4571}"/>
                </a:ext>
              </a:extLst>
            </p:cNvPr>
            <p:cNvSpPr/>
            <p:nvPr userDrawn="1"/>
          </p:nvSpPr>
          <p:spPr>
            <a:xfrm>
              <a:off x="5994398"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0C7C2FBF-BFD0-45A0-B380-74B05AFC2538}"/>
                </a:ext>
              </a:extLst>
            </p:cNvPr>
            <p:cNvSpPr/>
            <p:nvPr userDrawn="1"/>
          </p:nvSpPr>
          <p:spPr>
            <a:xfrm>
              <a:off x="6730937"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9482447-E03F-4041-99E7-672360BB900B}"/>
                </a:ext>
              </a:extLst>
            </p:cNvPr>
            <p:cNvSpPr/>
            <p:nvPr userDrawn="1"/>
          </p:nvSpPr>
          <p:spPr>
            <a:xfrm>
              <a:off x="7836571" y="-383196"/>
              <a:ext cx="199707" cy="38471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Placeholder 1">
            <a:extLst>
              <a:ext uri="{FF2B5EF4-FFF2-40B4-BE49-F238E27FC236}">
                <a16:creationId xmlns:a16="http://schemas.microsoft.com/office/drawing/2014/main" id="{87B8FEC4-229F-4ABD-A99D-F43B745A995C}"/>
              </a:ext>
            </a:extLst>
          </p:cNvPr>
          <p:cNvSpPr>
            <a:spLocks noGrp="1"/>
          </p:cNvSpPr>
          <p:nvPr>
            <p:ph type="title"/>
          </p:nvPr>
        </p:nvSpPr>
        <p:spPr>
          <a:xfrm>
            <a:off x="652463" y="202130"/>
            <a:ext cx="10877550" cy="714491"/>
          </a:xfrm>
          <a:prstGeom prst="rect">
            <a:avLst/>
          </a:prstGeom>
        </p:spPr>
        <p:txBody>
          <a:bodyPr vert="horz" lIns="0" tIns="0" rIns="0" bIns="0" rtlCol="0" anchor="b">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2969EAB-0ED6-424B-82E0-E3807DAE9ED1}"/>
              </a:ext>
            </a:extLst>
          </p:cNvPr>
          <p:cNvSpPr>
            <a:spLocks noGrp="1"/>
          </p:cNvSpPr>
          <p:nvPr>
            <p:ph type="body" idx="1"/>
          </p:nvPr>
        </p:nvSpPr>
        <p:spPr>
          <a:xfrm>
            <a:off x="652464" y="1295400"/>
            <a:ext cx="10877549" cy="4951396"/>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8143DB56-6734-4844-934F-ABB4E8010297}"/>
              </a:ext>
            </a:extLst>
          </p:cNvPr>
          <p:cNvSpPr>
            <a:spLocks noGrp="1"/>
          </p:cNvSpPr>
          <p:nvPr>
            <p:ph type="dt" sz="half" idx="2"/>
          </p:nvPr>
        </p:nvSpPr>
        <p:spPr>
          <a:xfrm>
            <a:off x="0" y="1"/>
            <a:ext cx="2743200" cy="195145"/>
          </a:xfrm>
          <a:prstGeom prst="rect">
            <a:avLst/>
          </a:prstGeom>
        </p:spPr>
        <p:txBody>
          <a:bodyPr vert="horz" lIns="91440" tIns="45720" rIns="91440" bIns="45720" rtlCol="0" anchor="ctr"/>
          <a:lstStyle>
            <a:lvl1pPr algn="l">
              <a:defRPr sz="800">
                <a:solidFill>
                  <a:schemeClr val="tx1">
                    <a:tint val="75000"/>
                  </a:schemeClr>
                </a:solidFill>
              </a:defRPr>
            </a:lvl1pPr>
          </a:lstStyle>
          <a:p>
            <a:fld id="{97712061-5B3B-4D83-B4CE-40429F6CC7E7}" type="datetime1">
              <a:rPr lang="en-US" smtClean="0"/>
              <a:t>5/9/2025</a:t>
            </a:fld>
            <a:endParaRPr lang="en-US"/>
          </a:p>
        </p:txBody>
      </p:sp>
      <p:sp>
        <p:nvSpPr>
          <p:cNvPr id="5" name="Footer Placeholder 4">
            <a:extLst>
              <a:ext uri="{FF2B5EF4-FFF2-40B4-BE49-F238E27FC236}">
                <a16:creationId xmlns:a16="http://schemas.microsoft.com/office/drawing/2014/main" id="{30ADBFE2-706E-4B75-8B72-1A1D8087D4BA}"/>
              </a:ext>
            </a:extLst>
          </p:cNvPr>
          <p:cNvSpPr>
            <a:spLocks noGrp="1"/>
          </p:cNvSpPr>
          <p:nvPr>
            <p:ph type="ftr" sz="quarter" idx="3"/>
          </p:nvPr>
        </p:nvSpPr>
        <p:spPr>
          <a:xfrm>
            <a:off x="6091238" y="6529947"/>
            <a:ext cx="5345151" cy="306105"/>
          </a:xfrm>
          <a:prstGeom prst="rect">
            <a:avLst/>
          </a:prstGeom>
        </p:spPr>
        <p:txBody>
          <a:bodyPr vert="horz" lIns="91440" tIns="45720" rIns="91440" bIns="45720" rtlCol="0" anchor="ctr"/>
          <a:lstStyle>
            <a:lvl1pPr algn="l">
              <a:defRPr sz="1200">
                <a:solidFill>
                  <a:schemeClr val="bg1"/>
                </a:solidFill>
              </a:defRPr>
            </a:lvl1pPr>
          </a:lstStyle>
          <a:p>
            <a:endParaRPr lang="en-US" dirty="0"/>
          </a:p>
        </p:txBody>
      </p:sp>
      <p:sp>
        <p:nvSpPr>
          <p:cNvPr id="6" name="Slide Number Placeholder 5">
            <a:extLst>
              <a:ext uri="{FF2B5EF4-FFF2-40B4-BE49-F238E27FC236}">
                <a16:creationId xmlns:a16="http://schemas.microsoft.com/office/drawing/2014/main" id="{0DAC9DDA-931A-4383-A30D-B2F78CD3D164}"/>
              </a:ext>
            </a:extLst>
          </p:cNvPr>
          <p:cNvSpPr>
            <a:spLocks noGrp="1"/>
          </p:cNvSpPr>
          <p:nvPr>
            <p:ph type="sldNum" sz="quarter" idx="4"/>
          </p:nvPr>
        </p:nvSpPr>
        <p:spPr>
          <a:xfrm>
            <a:off x="11597268" y="6508001"/>
            <a:ext cx="506116" cy="349999"/>
          </a:xfrm>
          <a:prstGeom prst="rect">
            <a:avLst/>
          </a:prstGeom>
        </p:spPr>
        <p:txBody>
          <a:bodyPr vert="horz" lIns="0" tIns="45720" rIns="0" bIns="45720" rtlCol="0" anchor="ctr"/>
          <a:lstStyle>
            <a:lvl1pPr algn="l">
              <a:defRPr sz="1200">
                <a:solidFill>
                  <a:schemeClr val="bg1"/>
                </a:solidFill>
              </a:defRPr>
            </a:lvl1pPr>
          </a:lstStyle>
          <a:p>
            <a:fld id="{507CC9FD-F0BE-4343-88E6-11D806760E48}" type="slidenum">
              <a:rPr lang="en-US" smtClean="0"/>
              <a:pPr/>
              <a:t>‹#›</a:t>
            </a:fld>
            <a:endParaRPr lang="en-US" dirty="0"/>
          </a:p>
        </p:txBody>
      </p:sp>
      <p:pic>
        <p:nvPicPr>
          <p:cNvPr id="28" name="Graphic 27">
            <a:extLst>
              <a:ext uri="{FF2B5EF4-FFF2-40B4-BE49-F238E27FC236}">
                <a16:creationId xmlns:a16="http://schemas.microsoft.com/office/drawing/2014/main" id="{A27B62E7-3B26-4913-A667-99C90CE04A7C}"/>
              </a:ext>
            </a:extLst>
          </p:cNvPr>
          <p:cNvPicPr>
            <a:picLocks noChangeAspect="1"/>
          </p:cNvPicPr>
          <p:nvPr/>
        </p:nvPicPr>
        <p:blipFill rotWithShape="1">
          <a:blip r:embed="rId25">
            <a:extLst>
              <a:ext uri="{28A0092B-C50C-407E-A947-70E740481C1C}">
                <a14:useLocalDpi xmlns:a14="http://schemas.microsoft.com/office/drawing/2010/main" val="0"/>
              </a:ext>
              <a:ext uri="{96DAC541-7B7A-43D3-8B79-37D633B846F1}">
                <asvg:svgBlip xmlns:asvg="http://schemas.microsoft.com/office/drawing/2016/SVG/main" r:embed="rId26"/>
              </a:ext>
            </a:extLst>
          </a:blip>
          <a:srcRect l="11064" t="25850" r="11371" b="26766"/>
          <a:stretch/>
        </p:blipFill>
        <p:spPr>
          <a:xfrm>
            <a:off x="465625" y="6571893"/>
            <a:ext cx="865204" cy="210199"/>
          </a:xfrm>
          <a:prstGeom prst="rect">
            <a:avLst/>
          </a:prstGeom>
        </p:spPr>
      </p:pic>
    </p:spTree>
    <p:extLst>
      <p:ext uri="{BB962C8B-B14F-4D97-AF65-F5344CB8AC3E}">
        <p14:creationId xmlns:p14="http://schemas.microsoft.com/office/powerpoint/2010/main" val="9562335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82" r:id="rId16"/>
    <p:sldLayoutId id="2147483681" r:id="rId17"/>
    <p:sldLayoutId id="2147483676" r:id="rId18"/>
    <p:sldLayoutId id="2147483677" r:id="rId19"/>
    <p:sldLayoutId id="2147483678" r:id="rId20"/>
    <p:sldLayoutId id="2147483679" r:id="rId21"/>
    <p:sldLayoutId id="2147483680" r:id="rId22"/>
  </p:sldLayoutIdLst>
  <p:hf hdr="0" ftr="0" dt="0"/>
  <p:txStyles>
    <p:titleStyle>
      <a:lvl1pPr algn="l" defTabSz="914400" rtl="0" eaLnBrk="1" latinLnBrk="0" hangingPunct="1">
        <a:lnSpc>
          <a:spcPct val="90000"/>
        </a:lnSpc>
        <a:spcBef>
          <a:spcPct val="0"/>
        </a:spcBef>
        <a:buNone/>
        <a:defRPr sz="32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1200"/>
        </a:spcBef>
        <a:buFont typeface="Arial" panose="020B0604020202020204" pitchFamily="34" charset="0"/>
        <a:buChar char="•"/>
        <a:defRPr sz="2400" kern="1200">
          <a:solidFill>
            <a:schemeClr val="tx2"/>
          </a:solidFill>
          <a:latin typeface="+mn-lt"/>
          <a:ea typeface="+mn-ea"/>
          <a:cs typeface="+mn-cs"/>
        </a:defRPr>
      </a:lvl1pPr>
      <a:lvl2pPr marL="457200" indent="-228600" algn="l" defTabSz="914400" rtl="0" eaLnBrk="1" latinLnBrk="0" hangingPunct="1">
        <a:lnSpc>
          <a:spcPct val="100000"/>
        </a:lnSpc>
        <a:spcBef>
          <a:spcPts val="1200"/>
        </a:spcBef>
        <a:buFont typeface="Arial" panose="020B0604020202020204" pitchFamily="34" charset="0"/>
        <a:buChar char="•"/>
        <a:defRPr sz="2000" kern="1200">
          <a:solidFill>
            <a:schemeClr val="tx2"/>
          </a:solidFill>
          <a:latin typeface="+mn-lt"/>
          <a:ea typeface="+mn-ea"/>
          <a:cs typeface="+mn-cs"/>
        </a:defRPr>
      </a:lvl2pPr>
      <a:lvl3pPr marL="685800" indent="-228600" algn="l" defTabSz="914400" rtl="0" eaLnBrk="1" latinLnBrk="0" hangingPunct="1">
        <a:lnSpc>
          <a:spcPct val="100000"/>
        </a:lnSpc>
        <a:spcBef>
          <a:spcPts val="1200"/>
        </a:spcBef>
        <a:buFont typeface="Arial" panose="020B0604020202020204" pitchFamily="34" charset="0"/>
        <a:buChar char="•"/>
        <a:defRPr sz="1800" kern="1200">
          <a:solidFill>
            <a:schemeClr val="tx2"/>
          </a:solidFill>
          <a:latin typeface="+mn-lt"/>
          <a:ea typeface="+mn-ea"/>
          <a:cs typeface="+mn-cs"/>
        </a:defRPr>
      </a:lvl3pPr>
      <a:lvl4pPr marL="914400" indent="-228600" algn="l" defTabSz="914400" rtl="0" eaLnBrk="1" latinLnBrk="0" hangingPunct="1">
        <a:lnSpc>
          <a:spcPct val="100000"/>
        </a:lnSpc>
        <a:spcBef>
          <a:spcPts val="1200"/>
        </a:spcBef>
        <a:buFont typeface="Arial" panose="020B0604020202020204" pitchFamily="34" charset="0"/>
        <a:buChar char="•"/>
        <a:defRPr sz="1600" kern="1200">
          <a:solidFill>
            <a:schemeClr val="tx2"/>
          </a:solidFill>
          <a:latin typeface="+mn-lt"/>
          <a:ea typeface="+mn-ea"/>
          <a:cs typeface="+mn-cs"/>
        </a:defRPr>
      </a:lvl4pPr>
      <a:lvl5pPr marL="1143000" indent="-228600" algn="l" defTabSz="914400" rtl="0" eaLnBrk="1" latinLnBrk="0" hangingPunct="1">
        <a:lnSpc>
          <a:spcPct val="100000"/>
        </a:lnSpc>
        <a:spcBef>
          <a:spcPts val="1200"/>
        </a:spcBef>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935">
          <p15:clr>
            <a:srgbClr val="F26B43"/>
          </p15:clr>
        </p15:guide>
        <p15:guide id="2" pos="3840">
          <p15:clr>
            <a:srgbClr val="A4A3A4"/>
          </p15:clr>
        </p15:guide>
        <p15:guide id="3" pos="411">
          <p15:clr>
            <a:srgbClr val="F26B43"/>
          </p15:clr>
        </p15:guide>
        <p15:guide id="4" pos="7267">
          <p15:clr>
            <a:srgbClr val="F26B43"/>
          </p15:clr>
        </p15:guide>
        <p15:guide id="5" orient="horz" pos="81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Tosca Commander MCP</a:t>
            </a:r>
          </a:p>
          <a:p>
            <a:r>
              <a:rPr sz="3800" b="0" i="0">
                <a:solidFill>
                  <a:srgbClr val="004C97"/>
                </a:solidFill>
                <a:latin typeface="Open Sans"/>
                <a:ea typeface="Noto Sans CJK KR"/>
              </a:rPr>
              <a:t>입문 교육</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VS Code + GitHub Copilot으로</a:t>
            </a:r>
          </a:p>
          <a:p>
            <a:pPr algn="l">
              <a:lnSpc>
                <a:spcPct val="112000"/>
              </a:lnSpc>
              <a:spcBef>
                <a:spcPts val="0"/>
              </a:spcBef>
              <a:spcAft>
                <a:spcPts val="400"/>
              </a:spcAft>
            </a:pPr>
            <a:r>
              <a:rPr sz="2300" b="0" i="0">
                <a:solidFill>
                  <a:srgbClr val="4E4F51"/>
                </a:solidFill>
                <a:latin typeface="Open Sans"/>
                <a:ea typeface="Noto Sans CJK KR"/>
              </a:rPr>
              <a:t>테스트케이스 만들기</a:t>
            </a:r>
          </a:p>
          <a:p>
            <a:pPr algn="l">
              <a:lnSpc>
                <a:spcPct val="112000"/>
              </a:lnSpc>
              <a:spcBef>
                <a:spcPts val="0"/>
              </a:spcBef>
              <a:spcAft>
                <a:spcPts val="400"/>
              </a:spcAft>
            </a:pPr>
            <a:r>
              <a:rPr sz="2300" b="0" i="0">
                <a:solidFill>
                  <a:srgbClr val="4E4F51"/>
                </a:solidFill>
                <a:latin typeface="Open Sans"/>
                <a:ea typeface="Noto Sans CJK KR"/>
              </a:rPr>
              <a:t>Commander 2026.1 · 스킬팩 1.2.1 · 3시간 20분</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QA 교육 · 실습 자료 v1.0 · 2026년 10월</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교육을 마치면 할 수 있는 것</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a:t>
            </a:fld>
          </a:p>
        </p:txBody>
      </p:sp>
      <p:sp>
        <p:nvSpPr>
          <p:cNvPr id="5" name="Rectangle 4"/>
          <p:cNvSpPr/>
          <p:nvPr/>
        </p:nvSpPr>
        <p:spPr>
          <a:xfrm>
            <a:off x="64922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MCP 이해</a:t>
            </a:r>
          </a:p>
        </p:txBody>
      </p:sp>
      <p:sp>
        <p:nvSpPr>
          <p:cNvPr id="7" name="TextBox 6"/>
          <p:cNvSpPr txBox="1"/>
          <p:nvPr/>
        </p:nvSpPr>
        <p:spPr>
          <a:xfrm>
            <a:off x="64922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Tosca MCP Server가 Commander와 AI 어시스턴트 사이에서 하는 일을 설명합니다.</a:t>
            </a:r>
          </a:p>
        </p:txBody>
      </p:sp>
      <p:sp>
        <p:nvSpPr>
          <p:cNvPr id="8" name="Rectangle 7"/>
          <p:cNvSpPr/>
          <p:nvPr/>
        </p:nvSpPr>
        <p:spPr>
          <a:xfrm>
            <a:off x="4352544" y="1307592"/>
            <a:ext cx="347472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254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테스트케이스 생성</a:t>
            </a:r>
          </a:p>
        </p:txBody>
      </p:sp>
      <p:sp>
        <p:nvSpPr>
          <p:cNvPr id="10" name="TextBox 9"/>
          <p:cNvSpPr txBox="1"/>
          <p:nvPr/>
        </p:nvSpPr>
        <p:spPr>
          <a:xfrm>
            <a:off x="435254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기존 모듈로 수동·자동 테스트케이스를 만들고 ScratchBook에서 검증합니다.</a:t>
            </a:r>
          </a:p>
        </p:txBody>
      </p:sp>
      <p:sp>
        <p:nvSpPr>
          <p:cNvPr id="11" name="Rectangle 10"/>
          <p:cNvSpPr/>
          <p:nvPr/>
        </p:nvSpPr>
        <p:spPr>
          <a:xfrm>
            <a:off x="805586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템플릿 활용</a:t>
            </a:r>
          </a:p>
        </p:txBody>
      </p:sp>
      <p:sp>
        <p:nvSpPr>
          <p:cNvPr id="13" name="TextBox 12"/>
          <p:cNvSpPr txBox="1"/>
          <p:nvPr/>
        </p:nvSpPr>
        <p:spPr>
          <a:xfrm>
            <a:off x="805586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네 가지 요소로 프롬프트를 쓰고, 템플릿을 우리 업무에 맞게 고칩니다.</a:t>
            </a:r>
          </a:p>
        </p:txBody>
      </p:sp>
      <p:sp>
        <p:nvSpPr>
          <p:cNvPr id="14" name="TextBox 1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기준: Tosca Commander 2026.1 LTS Patch 1 이상 · Tricentis commander-mcp 스킬팩 1.2.1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3시간 20분 운영 계획</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a:t>
            </a:fld>
          </a:p>
        </p:txBody>
      </p:sp>
      <p:graphicFrame>
        <p:nvGraphicFramePr>
          <p:cNvPr id="5" name="Table 4"/>
          <p:cNvGraphicFramePr>
            <a:graphicFrameLocks noGrp="1"/>
          </p:cNvGraphicFramePr>
          <p:nvPr/>
        </p:nvGraphicFramePr>
        <p:xfrm>
          <a:off x="649224" y="1298448"/>
          <a:ext cx="10881360" cy="4261104"/>
        </p:xfrm>
        <a:graphic>
          <a:graphicData uri="http://schemas.openxmlformats.org/drawingml/2006/table">
            <a:tbl>
              <a:tblPr firstRow="1" bandRow="1">
                <a:tableStyleId>{5C22544A-7EE6-4342-B048-85BDC9FD1C3A}</a:tableStyleId>
              </a:tblPr>
              <a:tblGrid>
                <a:gridCol w="2103120"/>
                <a:gridCol w="4754880"/>
                <a:gridCol w="4023360"/>
              </a:tblGrid>
              <a:tr h="457200">
                <a:tc>
                  <a:txBody>
                    <a:bodyPr wrap="square"/>
                    <a:lstStyle/>
                    <a:p>
                      <a:pPr>
                        <a:lnSpc>
                          <a:spcPct val="106000"/>
                        </a:lnSpc>
                        <a:spcAft>
                          <a:spcPts val="0"/>
                        </a:spcAft>
                      </a:pPr>
                      <a:r>
                        <a:rPr sz="1650" b="1" i="0">
                          <a:solidFill>
                            <a:srgbClr val="FFFFFF"/>
                          </a:solidFill>
                          <a:latin typeface="Open Sans"/>
                          <a:ea typeface="Noto Sans CJK KR"/>
                        </a:rPr>
                        <a:t>경과 시간</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진행 내용</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핵심 결과</a:t>
                      </a:r>
                    </a:p>
                  </a:txBody>
                  <a:tcPr marL="109728" marR="91440" marT="54864" marB="45720" anchor="ctr">
                    <a:solidFill>
                      <a:srgbClr val="004C97"/>
                    </a:solidFill>
                  </a:tcPr>
                </a:tc>
              </a:tr>
              <a:tr h="475488">
                <a:tc>
                  <a:txBody>
                    <a:bodyPr wrap="square"/>
                    <a:lstStyle/>
                    <a:p>
                      <a:pPr>
                        <a:lnSpc>
                          <a:spcPct val="106000"/>
                        </a:lnSpc>
                        <a:spcAft>
                          <a:spcPts val="0"/>
                        </a:spcAft>
                      </a:pPr>
                      <a:r>
                        <a:rPr sz="1650" b="0" i="0">
                          <a:solidFill>
                            <a:srgbClr val="4E4F51"/>
                          </a:solidFill>
                          <a:latin typeface="Open Sans"/>
                          <a:ea typeface="Noto Sans CJK KR"/>
                        </a:rPr>
                        <a:t>00:00–00:10</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오프닝 · Tosca 용어</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실습에 필요한 용어 8개</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00:10–00:35</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Tosca MCP 이해</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할 수 있는 일과 맡기지 않을 일</a:t>
                      </a:r>
                    </a:p>
                  </a:txBody>
                  <a:tcPr marL="109728" marR="91440" marT="54864" marB="45720" anchor="ctr">
                    <a:solidFill>
                      <a:srgbClr val="FFFFFF"/>
                    </a:solidFill>
                  </a:tcPr>
                </a:tc>
              </a:tr>
              <a:tr h="475488">
                <a:tc>
                  <a:txBody>
                    <a:bodyPr wrap="square"/>
                    <a:lstStyle/>
                    <a:p>
                      <a:pPr>
                        <a:lnSpc>
                          <a:spcPct val="106000"/>
                        </a:lnSpc>
                        <a:spcAft>
                          <a:spcPts val="0"/>
                        </a:spcAft>
                      </a:pPr>
                      <a:r>
                        <a:rPr sz="1650" b="0" i="0">
                          <a:solidFill>
                            <a:srgbClr val="4E4F51"/>
                          </a:solidFill>
                          <a:latin typeface="Open Sans"/>
                          <a:ea typeface="Noto Sans CJK KR"/>
                        </a:rPr>
                        <a:t>00:35–01:35</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1부 (Lab 1~3)</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결과]</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01:35–01:45</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휴식</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10분</a:t>
                      </a:r>
                    </a:p>
                  </a:txBody>
                  <a:tcPr marL="109728" marR="91440" marT="54864" marB="45720" anchor="ctr">
                    <a:solidFill>
                      <a:srgbClr val="FFFFFF"/>
                    </a:solidFill>
                  </a:tcPr>
                </a:tc>
              </a:tr>
              <a:tr h="475488">
                <a:tc>
                  <a:txBody>
                    <a:bodyPr wrap="square"/>
                    <a:lstStyle/>
                    <a:p>
                      <a:pPr>
                        <a:lnSpc>
                          <a:spcPct val="106000"/>
                        </a:lnSpc>
                        <a:spcAft>
                          <a:spcPts val="0"/>
                        </a:spcAft>
                      </a:pPr>
                      <a:r>
                        <a:rPr sz="1650" b="0" i="0">
                          <a:solidFill>
                            <a:srgbClr val="4E4F51"/>
                          </a:solidFill>
                          <a:latin typeface="Open Sans"/>
                          <a:ea typeface="Noto Sans CJK KR"/>
                        </a:rPr>
                        <a:t>01:45–02:15</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2부 (Lab 4~6)</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결과]</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02:15–02:45</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활용사례 · 프롬프트 작성</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네 요소로 고쳐 쓰기</a:t>
                      </a:r>
                    </a:p>
                  </a:txBody>
                  <a:tcPr marL="109728" marR="91440" marT="54864" marB="45720" anchor="ctr">
                    <a:solidFill>
                      <a:srgbClr val="FFFFFF"/>
                    </a:solidFill>
                  </a:tcPr>
                </a:tc>
              </a:tr>
              <a:tr h="475488">
                <a:tc>
                  <a:txBody>
                    <a:bodyPr wrap="square"/>
                    <a:lstStyle/>
                    <a:p>
                      <a:pPr>
                        <a:lnSpc>
                          <a:spcPct val="106000"/>
                        </a:lnSpc>
                        <a:spcAft>
                          <a:spcPts val="0"/>
                        </a:spcAft>
                      </a:pPr>
                      <a:r>
                        <a:rPr sz="1650" b="0" i="0">
                          <a:solidFill>
                            <a:srgbClr val="4E4F51"/>
                          </a:solidFill>
                          <a:latin typeface="Open Sans"/>
                          <a:ea typeface="Noto Sans CJK KR"/>
                        </a:rPr>
                        <a:t>02:45–03:10</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프롬프트 템플릿</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T00~T18 쓰는 법</a:t>
                      </a:r>
                    </a:p>
                  </a:txBody>
                  <a:tcPr marL="109728" marR="91440" marT="54864" marB="45720" anchor="ctr">
                    <a:solidFill>
                      <a:srgbClr val="F1F5F9"/>
                    </a:solidFill>
                  </a:tcPr>
                </a:tc>
              </a:tr>
              <a:tr h="475488">
                <a:tc>
                  <a:txBody>
                    <a:bodyPr wrap="square"/>
                    <a:lstStyle/>
                    <a:p>
                      <a:pPr>
                        <a:lnSpc>
                          <a:spcPct val="106000"/>
                        </a:lnSpc>
                        <a:spcAft>
                          <a:spcPts val="0"/>
                        </a:spcAft>
                      </a:pPr>
                      <a:r>
                        <a:rPr sz="1650" b="0" i="0">
                          <a:solidFill>
                            <a:srgbClr val="4E4F51"/>
                          </a:solidFill>
                          <a:latin typeface="Open Sans"/>
                          <a:ea typeface="Noto Sans CJK KR"/>
                        </a:rPr>
                        <a:t>03:10–03:20</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정리 · Q&amp;A</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다음 단계</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설명 90분 / 직접 실습 90분 / 휴식 10분 / 정리 10분 = 200분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오늘 쓰는 Tosca 용어 8개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a:t>
            </a:fld>
          </a:p>
        </p:txBody>
      </p:sp>
      <p:graphicFrame>
        <p:nvGraphicFramePr>
          <p:cNvPr id="5" name="Table 4"/>
          <p:cNvGraphicFramePr>
            <a:graphicFrameLocks noGrp="1"/>
          </p:cNvGraphicFramePr>
          <p:nvPr/>
        </p:nvGraphicFramePr>
        <p:xfrm>
          <a:off x="649224" y="1298448"/>
          <a:ext cx="10881360" cy="4114800"/>
        </p:xfrm>
        <a:graphic>
          <a:graphicData uri="http://schemas.openxmlformats.org/drawingml/2006/table">
            <a:tbl>
              <a:tblPr firstRow="1" bandRow="1">
                <a:tableStyleId>{5C22544A-7EE6-4342-B048-85BDC9FD1C3A}</a:tableStyleId>
              </a:tblPr>
              <a:tblGrid>
                <a:gridCol w="2651760"/>
                <a:gridCol w="8229600"/>
              </a:tblGrid>
              <a:tr h="457200">
                <a:tc>
                  <a:txBody>
                    <a:bodyPr wrap="square"/>
                    <a:lstStyle/>
                    <a:p>
                      <a:pPr>
                        <a:lnSpc>
                          <a:spcPct val="106000"/>
                        </a:lnSpc>
                        <a:spcAft>
                          <a:spcPts val="0"/>
                        </a:spcAft>
                      </a:pPr>
                      <a:r>
                        <a:rPr sz="1600" b="1" i="0">
                          <a:solidFill>
                            <a:srgbClr val="FFFFFF"/>
                          </a:solidFill>
                          <a:latin typeface="Open Sans"/>
                          <a:ea typeface="Noto Sans CJK KR"/>
                        </a:rPr>
                        <a:t>용어</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뜻</a:t>
                      </a:r>
                    </a:p>
                  </a:txBody>
                  <a:tcPr marL="109728" marR="91440" marT="54864" marB="45720" anchor="ctr">
                    <a:solidFill>
                      <a:srgbClr val="004C97"/>
                    </a:solidFill>
                  </a:tcPr>
                </a:tc>
              </a:tr>
              <a:tr h="457200">
                <a:tc>
                  <a:txBody>
                    <a:bodyPr wrap="square"/>
                    <a:lstStyle/>
                    <a:p>
                      <a:pPr>
                        <a:lnSpc>
                          <a:spcPct val="106000"/>
                        </a:lnSpc>
                        <a:spcAft>
                          <a:spcPts val="0"/>
                        </a:spcAft>
                      </a:pPr>
                      <a:r>
                        <a:rPr sz="1550" b="1" i="0">
                          <a:solidFill>
                            <a:srgbClr val="4E4F51"/>
                          </a:solidFill>
                          <a:latin typeface="Open Sans"/>
                          <a:ea typeface="Noto Sans CJK KR"/>
                        </a:rPr>
                        <a:t>Workspace</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작업 공간. 싱글 유저(내 PC)와 멀티 유저(공통 리포지토리 공유)</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Module</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테스트할 화면의 기술 정보. XScan으로 만들고, 화면 요소 하나는 ModuleAttribute</a:t>
                      </a:r>
                    </a:p>
                  </a:txBody>
                  <a:tcPr marL="109728" marR="91440" marT="54864" marB="45720" anchor="ctr">
                    <a:solidFill>
                      <a:srgbClr val="FFFFFF"/>
                    </a:solidFill>
                  </a:tcPr>
                </a:tc>
              </a:tr>
              <a:tr h="457200">
                <a:tc>
                  <a:txBody>
                    <a:bodyPr wrap="square"/>
                    <a:lstStyle/>
                    <a:p>
                      <a:pPr>
                        <a:lnSpc>
                          <a:spcPct val="106000"/>
                        </a:lnSpc>
                        <a:spcAft>
                          <a:spcPts val="0"/>
                        </a:spcAft>
                      </a:pPr>
                      <a:r>
                        <a:rPr sz="1550" b="1" i="0">
                          <a:solidFill>
                            <a:srgbClr val="4E4F51"/>
                          </a:solidFill>
                          <a:latin typeface="Open Sans"/>
                          <a:ea typeface="Noto Sans CJK KR"/>
                        </a:rPr>
                        <a:t>TestCase</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모듈을 순서대로 놓아 만든 테스트 절차</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TestStep</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테스트케이스의 한 단계. 스텝에 넣는 값은 TestStepValue</a:t>
                      </a:r>
                    </a:p>
                  </a:txBody>
                  <a:tcPr marL="109728" marR="91440" marT="54864" marB="45720" anchor="ctr">
                    <a:solidFill>
                      <a:srgbClr val="FFFFFF"/>
                    </a:solidFill>
                  </a:tcPr>
                </a:tc>
              </a:tr>
              <a:tr h="457200">
                <a:tc>
                  <a:txBody>
                    <a:bodyPr wrap="square"/>
                    <a:lstStyle/>
                    <a:p>
                      <a:pPr>
                        <a:lnSpc>
                          <a:spcPct val="106000"/>
                        </a:lnSpc>
                        <a:spcAft>
                          <a:spcPts val="0"/>
                        </a:spcAft>
                      </a:pPr>
                      <a:r>
                        <a:rPr sz="1550" b="1" i="0">
                          <a:solidFill>
                            <a:srgbClr val="4E4F51"/>
                          </a:solidFill>
                          <a:latin typeface="Open Sans"/>
                          <a:ea typeface="Noto Sans CJK KR"/>
                        </a:rPr>
                        <a:t>ActionMode</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값을 쓰는 방식. Input(입력), Verify(검증), Buffer(재사용), WaitOn(대기)</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ScratchBook</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시험 실행하는 곳. 결과가 정식 기록으로 남지 않음</a:t>
                      </a:r>
                    </a:p>
                  </a:txBody>
                  <a:tcPr marL="109728" marR="91440" marT="54864" marB="45720" anchor="ctr">
                    <a:solidFill>
                      <a:srgbClr val="FFFFFF"/>
                    </a:solidFill>
                  </a:tcPr>
                </a:tc>
              </a:tr>
              <a:tr h="457200">
                <a:tc>
                  <a:txBody>
                    <a:bodyPr wrap="square"/>
                    <a:lstStyle/>
                    <a:p>
                      <a:pPr>
                        <a:lnSpc>
                          <a:spcPct val="106000"/>
                        </a:lnSpc>
                        <a:spcAft>
                          <a:spcPts val="0"/>
                        </a:spcAft>
                      </a:pPr>
                      <a:r>
                        <a:rPr sz="1550" b="1" i="0">
                          <a:solidFill>
                            <a:srgbClr val="4E4F51"/>
                          </a:solidFill>
                          <a:latin typeface="Open Sans"/>
                          <a:ea typeface="Noto Sans CJK KR"/>
                        </a:rPr>
                        <a:t>ExecutionList</a:t>
                      </a:r>
                    </a:p>
                  </a:txBody>
                  <a:tcPr marL="109728" marR="91440" marT="54864" marB="45720" anchor="ctr">
                    <a:solidFill>
                      <a:srgbClr val="F1F5F9"/>
                    </a:solidFill>
                  </a:tcPr>
                </a:tc>
                <a:tc>
                  <a:txBody>
                    <a:bodyPr wrap="square"/>
                    <a:lstStyle/>
                    <a:p>
                      <a:pPr>
                        <a:lnSpc>
                          <a:spcPct val="106000"/>
                        </a:lnSpc>
                        <a:spcAft>
                          <a:spcPts val="0"/>
                        </a:spcAft>
                      </a:pPr>
                      <a:r>
                        <a:rPr sz="1550" b="0" i="0">
                          <a:solidFill>
                            <a:srgbClr val="4E4F51"/>
                          </a:solidFill>
                          <a:latin typeface="Open Sans"/>
                          <a:ea typeface="Noto Sans CJK KR"/>
                        </a:rPr>
                        <a:t>정식 실행 단위. 실행 결과(ExecutionLog)가 남음</a:t>
                      </a:r>
                    </a:p>
                  </a:txBody>
                  <a:tcPr marL="109728" marR="91440" marT="54864" marB="45720" anchor="ctr">
                    <a:solidFill>
                      <a:srgbClr val="F1F5F9"/>
                    </a:solidFill>
                  </a:tcPr>
                </a:tc>
              </a:tr>
              <a:tr h="457200">
                <a:tc>
                  <a:txBody>
                    <a:bodyPr wrap="square"/>
                    <a:lstStyle/>
                    <a:p>
                      <a:pPr>
                        <a:lnSpc>
                          <a:spcPct val="106000"/>
                        </a:lnSpc>
                        <a:spcAft>
                          <a:spcPts val="0"/>
                        </a:spcAft>
                      </a:pPr>
                      <a:r>
                        <a:rPr sz="1550" b="1" i="0">
                          <a:solidFill>
                            <a:srgbClr val="4E4F51"/>
                          </a:solidFill>
                          <a:latin typeface="Open Sans"/>
                          <a:ea typeface="Noto Sans CJK KR"/>
                        </a:rPr>
                        <a:t>Check out / Check in</a:t>
                      </a:r>
                    </a:p>
                  </a:txBody>
                  <a:tcPr marL="109728" marR="91440" marT="54864" marB="45720" anchor="ctr">
                    <a:solidFill>
                      <a:srgbClr val="FFFFFF"/>
                    </a:solidFill>
                  </a:tcPr>
                </a:tc>
                <a:tc>
                  <a:txBody>
                    <a:bodyPr wrap="square"/>
                    <a:lstStyle/>
                    <a:p>
                      <a:pPr>
                        <a:lnSpc>
                          <a:spcPct val="106000"/>
                        </a:lnSpc>
                        <a:spcAft>
                          <a:spcPts val="0"/>
                        </a:spcAft>
                      </a:pPr>
                      <a:r>
                        <a:rPr sz="1550" b="0" i="0">
                          <a:solidFill>
                            <a:srgbClr val="4E4F51"/>
                          </a:solidFill>
                          <a:latin typeface="Open Sans"/>
                          <a:ea typeface="Noto Sans CJK KR"/>
                        </a:rPr>
                        <a:t>멀티 유저에서 잠그고 고친 뒤 공통 리포지토리에 반영</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AI 답변에 이 용어가 그대로 나옵니다. 자세한 설명은 워크북 1.3에 있습니다.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Tosca에서 테스트가 만들어지는 흐름</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5</a:t>
            </a:fld>
          </a:p>
        </p:txBody>
      </p:sp>
      <p:sp>
        <p:nvSpPr>
          <p:cNvPr id="5" name="Rectangle 4"/>
          <p:cNvSpPr/>
          <p:nvPr/>
        </p:nvSpPr>
        <p:spPr>
          <a:xfrm>
            <a:off x="649224"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1 화면 스캔</a:t>
            </a:r>
          </a:p>
          <a:p>
            <a:pPr algn="ctr">
              <a:lnSpc>
                <a:spcPct val="112000"/>
              </a:lnSpc>
              <a:spcBef>
                <a:spcPts val="0"/>
              </a:spcBef>
              <a:spcAft>
                <a:spcPts val="200"/>
              </a:spcAft>
            </a:pPr>
            <a:r>
              <a:rPr sz="1500" b="0" i="0">
                <a:solidFill>
                  <a:srgbClr val="4E4F51"/>
                </a:solidFill>
                <a:latin typeface="Open Sans"/>
                <a:ea typeface="Noto Sans CJK KR"/>
              </a:rPr>
              <a:t>XScan</a:t>
            </a:r>
          </a:p>
        </p:txBody>
      </p:sp>
      <p:sp>
        <p:nvSpPr>
          <p:cNvPr id="7" name="TextBox 6"/>
          <p:cNvSpPr txBox="1"/>
          <p:nvPr/>
        </p:nvSpPr>
        <p:spPr>
          <a:xfrm>
            <a:off x="2705709"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8" name="Rectangle 7"/>
          <p:cNvSpPr/>
          <p:nvPr/>
        </p:nvSpPr>
        <p:spPr>
          <a:xfrm>
            <a:off x="2856585"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66313"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2 모듈</a:t>
            </a:r>
          </a:p>
          <a:p>
            <a:pPr algn="ctr">
              <a:lnSpc>
                <a:spcPct val="112000"/>
              </a:lnSpc>
              <a:spcBef>
                <a:spcPts val="0"/>
              </a:spcBef>
              <a:spcAft>
                <a:spcPts val="200"/>
              </a:spcAft>
            </a:pPr>
            <a:r>
              <a:rPr sz="1500" b="0" i="0">
                <a:solidFill>
                  <a:srgbClr val="4E4F51"/>
                </a:solidFill>
                <a:latin typeface="Open Sans"/>
                <a:ea typeface="Noto Sans CJK KR"/>
              </a:rPr>
              <a:t>화면 정보 저장</a:t>
            </a:r>
          </a:p>
        </p:txBody>
      </p:sp>
      <p:sp>
        <p:nvSpPr>
          <p:cNvPr id="10" name="TextBox 9"/>
          <p:cNvSpPr txBox="1"/>
          <p:nvPr/>
        </p:nvSpPr>
        <p:spPr>
          <a:xfrm>
            <a:off x="4913071"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1" name="Rectangle 10"/>
          <p:cNvSpPr/>
          <p:nvPr/>
        </p:nvSpPr>
        <p:spPr>
          <a:xfrm>
            <a:off x="5063947"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73675"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3 테스트케이스</a:t>
            </a:r>
          </a:p>
          <a:p>
            <a:pPr algn="ctr">
              <a:lnSpc>
                <a:spcPct val="112000"/>
              </a:lnSpc>
              <a:spcBef>
                <a:spcPts val="0"/>
              </a:spcBef>
              <a:spcAft>
                <a:spcPts val="200"/>
              </a:spcAft>
            </a:pPr>
            <a:r>
              <a:rPr sz="1500" b="0" i="0">
                <a:solidFill>
                  <a:srgbClr val="4E4F51"/>
                </a:solidFill>
                <a:latin typeface="Open Sans"/>
                <a:ea typeface="Noto Sans CJK KR"/>
              </a:rPr>
              <a:t>스텝과 값</a:t>
            </a:r>
          </a:p>
        </p:txBody>
      </p:sp>
      <p:sp>
        <p:nvSpPr>
          <p:cNvPr id="13" name="TextBox 12"/>
          <p:cNvSpPr txBox="1"/>
          <p:nvPr/>
        </p:nvSpPr>
        <p:spPr>
          <a:xfrm>
            <a:off x="7120432"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4" name="Rectangle 13"/>
          <p:cNvSpPr/>
          <p:nvPr/>
        </p:nvSpPr>
        <p:spPr>
          <a:xfrm>
            <a:off x="7271308"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81036"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4 실행</a:t>
            </a:r>
          </a:p>
          <a:p>
            <a:pPr algn="ctr">
              <a:lnSpc>
                <a:spcPct val="112000"/>
              </a:lnSpc>
              <a:spcBef>
                <a:spcPts val="0"/>
              </a:spcBef>
              <a:spcAft>
                <a:spcPts val="200"/>
              </a:spcAft>
            </a:pPr>
            <a:r>
              <a:rPr sz="1500" b="0" i="0">
                <a:solidFill>
                  <a:srgbClr val="4E4F51"/>
                </a:solidFill>
                <a:latin typeface="Open Sans"/>
                <a:ea typeface="Noto Sans CJK KR"/>
              </a:rPr>
              <a:t>ScratchBook · ExecutionList</a:t>
            </a:r>
          </a:p>
        </p:txBody>
      </p:sp>
      <p:sp>
        <p:nvSpPr>
          <p:cNvPr id="16" name="TextBox 15"/>
          <p:cNvSpPr txBox="1"/>
          <p:nvPr/>
        </p:nvSpPr>
        <p:spPr>
          <a:xfrm>
            <a:off x="9327794"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9478670"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88398"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5 결과 분석</a:t>
            </a:r>
          </a:p>
          <a:p>
            <a:pPr algn="ctr">
              <a:lnSpc>
                <a:spcPct val="112000"/>
              </a:lnSpc>
              <a:spcBef>
                <a:spcPts val="0"/>
              </a:spcBef>
              <a:spcAft>
                <a:spcPts val="200"/>
              </a:spcAft>
            </a:pPr>
            <a:r>
              <a:rPr sz="1500" b="0" i="0">
                <a:solidFill>
                  <a:srgbClr val="4E4F51"/>
                </a:solidFill>
                <a:latin typeface="Open Sans"/>
                <a:ea typeface="Noto Sans CJK KR"/>
              </a:rPr>
              <a:t>실패 원인</a:t>
            </a:r>
          </a:p>
        </p:txBody>
      </p:sp>
      <p:sp>
        <p:nvSpPr>
          <p:cNvPr id="19" name="Rectangle 18"/>
          <p:cNvSpPr/>
          <p:nvPr/>
        </p:nvSpPr>
        <p:spPr>
          <a:xfrm>
            <a:off x="649224" y="3108960"/>
            <a:ext cx="2051913" cy="73152"/>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 y="3273552"/>
            <a:ext cx="2051913"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4E4F51"/>
                </a:solidFill>
                <a:latin typeface="Open Sans"/>
                <a:ea typeface="Noto Sans CJK KR"/>
              </a:rPr>
              <a:t>사람이 직접</a:t>
            </a:r>
          </a:p>
        </p:txBody>
      </p:sp>
      <p:sp>
        <p:nvSpPr>
          <p:cNvPr id="21" name="Rectangle 20"/>
          <p:cNvSpPr/>
          <p:nvPr/>
        </p:nvSpPr>
        <p:spPr>
          <a:xfrm>
            <a:off x="2856585" y="3108960"/>
            <a:ext cx="8673998" cy="73152"/>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856585" y="3273552"/>
            <a:ext cx="548640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AI 어시스턴트에게 말로 요청할 수 있는 구간</a:t>
            </a:r>
          </a:p>
        </p:txBody>
      </p:sp>
      <p:sp>
        <p:nvSpPr>
          <p:cNvPr id="23" name="TextBox 22"/>
          <p:cNvSpPr txBox="1"/>
          <p:nvPr/>
        </p:nvSpPr>
        <p:spPr>
          <a:xfrm>
            <a:off x="777240" y="3931920"/>
            <a:ext cx="10332720" cy="1463040"/>
          </a:xfrm>
          <a:prstGeom prst="rect">
            <a:avLst/>
          </a:prstGeom>
          <a:noFill/>
        </p:spPr>
        <p:txBody>
          <a:bodyPr wrap="square" lIns="0" rIns="0" tIns="0" bIns="0" anchor="t">
            <a:spAutoFit/>
          </a:bodyPr>
          <a:lstStyle/>
          <a:p>
            <a:pPr algn="l">
              <a:lnSpc>
                <a:spcPct val="112000"/>
              </a:lnSpc>
              <a:spcBef>
                <a:spcPts val="0"/>
              </a:spcBef>
              <a:spcAft>
                <a:spcPts val="400"/>
              </a:spcAft>
            </a:pPr>
            <a:r>
              <a:rPr sz="2400" b="0" i="0">
                <a:solidFill>
                  <a:srgbClr val="4E4F51"/>
                </a:solidFill>
                <a:latin typeface="Open Sans"/>
                <a:ea typeface="Noto Sans CJK KR"/>
              </a:rPr>
              <a:t>화면 스캔은 사람이 XScan에서 합니다.</a:t>
            </a:r>
          </a:p>
          <a:p>
            <a:pPr algn="l">
              <a:lnSpc>
                <a:spcPct val="112000"/>
              </a:lnSpc>
              <a:spcBef>
                <a:spcPts val="0"/>
              </a:spcBef>
              <a:spcAft>
                <a:spcPts val="400"/>
              </a:spcAft>
            </a:pPr>
            <a:r>
              <a:rPr sz="2400" b="0" i="0">
                <a:solidFill>
                  <a:srgbClr val="4E4F51"/>
                </a:solidFill>
                <a:latin typeface="Open Sans"/>
                <a:ea typeface="Noto Sans CJK KR"/>
              </a:rPr>
              <a:t>모듈 찾기부터 결과 분석까지는 AI에게 문장으로 요청합니다.</a:t>
            </a:r>
          </a:p>
        </p:txBody>
      </p:sp>
      <p:sp>
        <p:nvSpPr>
          <p:cNvPr id="24" name="TextBox 2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AI는 화면을 스캔해 UI 모듈을 만들지 못합니다. API 모듈은 MCP 도구(create_api_module)로 만들 수 있습니다.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01</a:t>
            </a:r>
          </a:p>
          <a:p>
            <a:r>
              <a:rPr sz="3800" b="0" i="0">
                <a:solidFill>
                  <a:srgbClr val="004C97"/>
                </a:solidFill>
                <a:latin typeface="Open Sans"/>
                <a:ea typeface="Noto Sans CJK KR"/>
              </a:rPr>
              <a:t>Tosca MCP 이해</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MCP가 무엇인지</a:t>
            </a:r>
          </a:p>
          <a:p>
            <a:pPr algn="l">
              <a:lnSpc>
                <a:spcPct val="112000"/>
              </a:lnSpc>
              <a:spcBef>
                <a:spcPts val="0"/>
              </a:spcBef>
              <a:spcAft>
                <a:spcPts val="400"/>
              </a:spcAft>
            </a:pPr>
            <a:r>
              <a:rPr sz="2300" b="0" i="0">
                <a:solidFill>
                  <a:srgbClr val="4E4F51"/>
                </a:solidFill>
                <a:latin typeface="Open Sans"/>
                <a:ea typeface="Noto Sans CJK KR"/>
              </a:rPr>
              <a:t>Commander에서 AI가 할 수 있는 일과</a:t>
            </a:r>
          </a:p>
          <a:p>
            <a:pPr algn="l">
              <a:lnSpc>
                <a:spcPct val="112000"/>
              </a:lnSpc>
              <a:spcBef>
                <a:spcPts val="0"/>
              </a:spcBef>
              <a:spcAft>
                <a:spcPts val="400"/>
              </a:spcAft>
            </a:pPr>
            <a:r>
              <a:rPr sz="2300" b="0" i="0">
                <a:solidFill>
                  <a:srgbClr val="4E4F51"/>
                </a:solidFill>
                <a:latin typeface="Open Sans"/>
                <a:ea typeface="Noto Sans CJK KR"/>
              </a:rPr>
              <a:t>맡기지 않을 일</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MCP는 AI와 프로그램을 잇는 표준 규격</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7</a:t>
            </a:fld>
          </a:p>
        </p:txBody>
      </p:sp>
      <p:sp>
        <p:nvSpPr>
          <p:cNvPr id="9" name="Rectangle 8"/>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1900" b="1" i="0">
                <a:solidFill>
                  <a:srgbClr val="004C97"/>
                </a:solidFill>
                <a:latin typeface="Open Sans"/>
                <a:ea typeface="Noto Sans CJK KR"/>
              </a:rPr>
              <a:t>MCP(Model Context Protocol): AI 앱이 외부 프로그램 기능을 '도구'로 쓰게 하는 공개 규격</a:t>
            </a:r>
          </a:p>
        </p:txBody>
      </p:sp>
      <p:sp>
        <p:nvSpPr>
          <p:cNvPr id="11" name="TextBox 10"/>
          <p:cNvSpPr txBox="1"/>
          <p:nvPr/>
        </p:nvSpPr>
        <p:spPr>
          <a:xfrm>
            <a:off x="649224" y="2286000"/>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연혁과 지원</a:t>
            </a:r>
          </a:p>
        </p:txBody>
      </p:sp>
      <p:sp>
        <p:nvSpPr>
          <p:cNvPr id="12" name="TextBox 11"/>
          <p:cNvSpPr txBox="1"/>
          <p:nvPr/>
        </p:nvSpPr>
        <p:spPr>
          <a:xfrm>
            <a:off x="6190488" y="2286000"/>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Tosca에서의 의미</a:t>
            </a:r>
          </a:p>
        </p:txBody>
      </p:sp>
      <p:sp>
        <p:nvSpPr>
          <p:cNvPr id="13" name="Rectangle 12"/>
          <p:cNvSpPr/>
          <p:nvPr/>
        </p:nvSpPr>
        <p:spPr>
          <a:xfrm>
            <a:off x="649224" y="304038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2926080"/>
            <a:ext cx="4928616" cy="438302"/>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2024년 11월 Anthropic이 공개</a:t>
            </a:r>
          </a:p>
        </p:txBody>
      </p:sp>
      <p:sp>
        <p:nvSpPr>
          <p:cNvPr id="15" name="Rectangle 14"/>
          <p:cNvSpPr/>
          <p:nvPr/>
        </p:nvSpPr>
        <p:spPr>
          <a:xfrm>
            <a:off x="649224" y="364327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3528974"/>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2025년 12월 Linux Foundation 산하 Agentic AI Foundation으로 이관</a:t>
            </a:r>
          </a:p>
        </p:txBody>
      </p:sp>
      <p:sp>
        <p:nvSpPr>
          <p:cNvPr id="17" name="Rectangle 16"/>
          <p:cNvSpPr/>
          <p:nvPr/>
        </p:nvSpPr>
        <p:spPr>
          <a:xfrm>
            <a:off x="649224" y="463875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4524451"/>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VS Code의 GitHub Copilot이 MCP를 지원</a:t>
            </a:r>
          </a:p>
        </p:txBody>
      </p:sp>
      <p:sp>
        <p:nvSpPr>
          <p:cNvPr id="19" name="Rectangle 18"/>
          <p:cNvSpPr/>
          <p:nvPr/>
        </p:nvSpPr>
        <p:spPr>
          <a:xfrm>
            <a:off x="6190488" y="304038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2926080"/>
            <a:ext cx="4928616" cy="438302"/>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AI 앱마다 연동을 따로 만들 필요가 없음</a:t>
            </a:r>
          </a:p>
        </p:txBody>
      </p:sp>
      <p:sp>
        <p:nvSpPr>
          <p:cNvPr id="21" name="Rectangle 20"/>
          <p:cNvSpPr/>
          <p:nvPr/>
        </p:nvSpPr>
        <p:spPr>
          <a:xfrm>
            <a:off x="6190488" y="364327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2512" y="3528974"/>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Commander의 MCP 서버 주소만 Copilot에 등록</a:t>
            </a:r>
          </a:p>
        </p:txBody>
      </p:sp>
      <p:sp>
        <p:nvSpPr>
          <p:cNvPr id="23" name="Rectangle 22"/>
          <p:cNvSpPr/>
          <p:nvPr/>
        </p:nvSpPr>
        <p:spPr>
          <a:xfrm>
            <a:off x="6190488" y="463875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82512" y="4524451"/>
            <a:ext cx="4928616" cy="830884"/>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Copilot 하나에 여러 MCP 서버를 붙일 수 있음</a:t>
            </a:r>
          </a:p>
        </p:txBody>
      </p:sp>
      <p:sp>
        <p:nvSpPr>
          <p:cNvPr id="25" name="TextBox 24"/>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Tosca Cloud용 MCP 서버는 별개 제품입니다. 이 과정은 Commander(설치형) 기준입니다.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MCP를 이루는 세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8</a:t>
            </a:fld>
          </a:p>
        </p:txBody>
      </p:sp>
      <p:sp>
        <p:nvSpPr>
          <p:cNvPr id="5" name="Rectangle 4"/>
          <p:cNvSpPr/>
          <p:nvPr/>
        </p:nvSpPr>
        <p:spPr>
          <a:xfrm>
            <a:off x="64922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Host</a:t>
            </a:r>
          </a:p>
        </p:txBody>
      </p:sp>
      <p:sp>
        <p:nvSpPr>
          <p:cNvPr id="7" name="TextBox 6"/>
          <p:cNvSpPr txBox="1"/>
          <p:nvPr/>
        </p:nvSpPr>
        <p:spPr>
          <a:xfrm>
            <a:off x="64922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사용자가 직접 쓰는 AI 앱. 오늘은 GitHub Copilot이 들어 있는 VS Code입니다.</a:t>
            </a:r>
          </a:p>
        </p:txBody>
      </p:sp>
      <p:sp>
        <p:nvSpPr>
          <p:cNvPr id="8" name="Rectangle 7"/>
          <p:cNvSpPr/>
          <p:nvPr/>
        </p:nvSpPr>
        <p:spPr>
          <a:xfrm>
            <a:off x="4352544" y="1307592"/>
            <a:ext cx="347472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5254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Client</a:t>
            </a:r>
          </a:p>
        </p:txBody>
      </p:sp>
      <p:sp>
        <p:nvSpPr>
          <p:cNvPr id="10" name="TextBox 9"/>
          <p:cNvSpPr txBox="1"/>
          <p:nvPr/>
        </p:nvSpPr>
        <p:spPr>
          <a:xfrm>
            <a:off x="435254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VS Code 안에서 MCP 서버와 통신을 맡습니다. 사용자가 따로 다룰 일은 없습니다.</a:t>
            </a:r>
          </a:p>
        </p:txBody>
      </p:sp>
      <p:sp>
        <p:nvSpPr>
          <p:cNvPr id="11" name="Rectangle 10"/>
          <p:cNvSpPr/>
          <p:nvPr/>
        </p:nvSpPr>
        <p:spPr>
          <a:xfrm>
            <a:off x="8055864" y="1307592"/>
            <a:ext cx="347472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1691639"/>
            <a:ext cx="347472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Server</a:t>
            </a:r>
          </a:p>
        </p:txBody>
      </p:sp>
      <p:sp>
        <p:nvSpPr>
          <p:cNvPr id="13" name="TextBox 12"/>
          <p:cNvSpPr txBox="1"/>
          <p:nvPr/>
        </p:nvSpPr>
        <p:spPr>
          <a:xfrm>
            <a:off x="8055864" y="2587752"/>
            <a:ext cx="3429000" cy="3172968"/>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기능을 '도구(Tool)'로 내놓는 쪽. 오늘은 Commander 안의 Tosca MCP Server입니다.</a:t>
            </a:r>
          </a:p>
        </p:txBody>
      </p:sp>
      <p:sp>
        <p:nvSpPr>
          <p:cNvPr id="14" name="TextBox 1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Tosca MCP Server가 제공하는 도구는 스킬팩 1.2.1 기준 32개입니다.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요청 하나가 처리되는 순서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9</a:t>
            </a:fld>
          </a:p>
        </p:txBody>
      </p:sp>
      <p:sp>
        <p:nvSpPr>
          <p:cNvPr id="5" name="Rectangle 4"/>
          <p:cNvSpPr/>
          <p:nvPr/>
        </p:nvSpPr>
        <p:spPr>
          <a:xfrm>
            <a:off x="649224"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사람</a:t>
            </a:r>
          </a:p>
          <a:p>
            <a:pPr algn="ctr">
              <a:lnSpc>
                <a:spcPct val="112000"/>
              </a:lnSpc>
              <a:spcBef>
                <a:spcPts val="0"/>
              </a:spcBef>
              <a:spcAft>
                <a:spcPts val="200"/>
              </a:spcAft>
            </a:pPr>
            <a:r>
              <a:rPr sz="1600" b="0" i="0">
                <a:solidFill>
                  <a:srgbClr val="4E4F51"/>
                </a:solidFill>
                <a:latin typeface="Open Sans"/>
                <a:ea typeface="Noto Sans CJK KR"/>
              </a:rPr>
              <a:t>문장으로 요청</a:t>
            </a:r>
          </a:p>
        </p:txBody>
      </p:sp>
      <p:sp>
        <p:nvSpPr>
          <p:cNvPr id="7" name="TextBox 6"/>
          <p:cNvSpPr txBox="1"/>
          <p:nvPr/>
        </p:nvSpPr>
        <p:spPr>
          <a:xfrm>
            <a:off x="2705709"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8" name="Rectangle 7"/>
          <p:cNvSpPr/>
          <p:nvPr/>
        </p:nvSpPr>
        <p:spPr>
          <a:xfrm>
            <a:off x="2856585"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66313"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AI</a:t>
            </a:r>
          </a:p>
          <a:p>
            <a:pPr algn="ctr">
              <a:lnSpc>
                <a:spcPct val="112000"/>
              </a:lnSpc>
              <a:spcBef>
                <a:spcPts val="0"/>
              </a:spcBef>
              <a:spcAft>
                <a:spcPts val="200"/>
              </a:spcAft>
            </a:pPr>
            <a:r>
              <a:rPr sz="1600" b="0" i="0">
                <a:solidFill>
                  <a:srgbClr val="4E4F51"/>
                </a:solidFill>
                <a:latin typeface="Open Sans"/>
                <a:ea typeface="Noto Sans CJK KR"/>
              </a:rPr>
              <a:t>쓸 도구를 고름</a:t>
            </a:r>
          </a:p>
        </p:txBody>
      </p:sp>
      <p:sp>
        <p:nvSpPr>
          <p:cNvPr id="10" name="TextBox 9"/>
          <p:cNvSpPr txBox="1"/>
          <p:nvPr/>
        </p:nvSpPr>
        <p:spPr>
          <a:xfrm>
            <a:off x="4913071"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1" name="Rectangle 10"/>
          <p:cNvSpPr/>
          <p:nvPr/>
        </p:nvSpPr>
        <p:spPr>
          <a:xfrm>
            <a:off x="5063947"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73675"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Client</a:t>
            </a:r>
          </a:p>
          <a:p>
            <a:pPr algn="ctr">
              <a:lnSpc>
                <a:spcPct val="112000"/>
              </a:lnSpc>
              <a:spcBef>
                <a:spcPts val="0"/>
              </a:spcBef>
              <a:spcAft>
                <a:spcPts val="200"/>
              </a:spcAft>
            </a:pPr>
            <a:r>
              <a:rPr sz="1600" b="0" i="0">
                <a:solidFill>
                  <a:srgbClr val="4E4F51"/>
                </a:solidFill>
                <a:latin typeface="Open Sans"/>
                <a:ea typeface="Noto Sans CJK KR"/>
              </a:rPr>
              <a:t>서버에 도구 호출</a:t>
            </a:r>
          </a:p>
        </p:txBody>
      </p:sp>
      <p:sp>
        <p:nvSpPr>
          <p:cNvPr id="13" name="TextBox 12"/>
          <p:cNvSpPr txBox="1"/>
          <p:nvPr/>
        </p:nvSpPr>
        <p:spPr>
          <a:xfrm>
            <a:off x="7120432"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4" name="Rectangle 13"/>
          <p:cNvSpPr/>
          <p:nvPr/>
        </p:nvSpPr>
        <p:spPr>
          <a:xfrm>
            <a:off x="7271308"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81036"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Server</a:t>
            </a:r>
          </a:p>
          <a:p>
            <a:pPr algn="ctr">
              <a:lnSpc>
                <a:spcPct val="112000"/>
              </a:lnSpc>
              <a:spcBef>
                <a:spcPts val="0"/>
              </a:spcBef>
              <a:spcAft>
                <a:spcPts val="200"/>
              </a:spcAft>
            </a:pPr>
            <a:r>
              <a:rPr sz="1600" b="0" i="0">
                <a:solidFill>
                  <a:srgbClr val="4E4F51"/>
                </a:solidFill>
                <a:latin typeface="Open Sans"/>
                <a:ea typeface="Noto Sans CJK KR"/>
              </a:rPr>
              <a:t>Commander에서 실행</a:t>
            </a:r>
          </a:p>
        </p:txBody>
      </p:sp>
      <p:sp>
        <p:nvSpPr>
          <p:cNvPr id="16" name="TextBox 15"/>
          <p:cNvSpPr txBox="1"/>
          <p:nvPr/>
        </p:nvSpPr>
        <p:spPr>
          <a:xfrm>
            <a:off x="9327794"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9478670" y="1645920"/>
            <a:ext cx="2051913"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88398" y="1737360"/>
            <a:ext cx="1832457"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100" b="1" i="0">
                <a:solidFill>
                  <a:srgbClr val="004C97"/>
                </a:solidFill>
                <a:latin typeface="Open Sans"/>
                <a:ea typeface="Noto Sans CJK KR"/>
              </a:rPr>
              <a:t>AI</a:t>
            </a:r>
          </a:p>
          <a:p>
            <a:pPr algn="ctr">
              <a:lnSpc>
                <a:spcPct val="112000"/>
              </a:lnSpc>
              <a:spcBef>
                <a:spcPts val="0"/>
              </a:spcBef>
              <a:spcAft>
                <a:spcPts val="200"/>
              </a:spcAft>
            </a:pPr>
            <a:r>
              <a:rPr sz="1600" b="0" i="0">
                <a:solidFill>
                  <a:srgbClr val="4E4F51"/>
                </a:solidFill>
                <a:latin typeface="Open Sans"/>
                <a:ea typeface="Noto Sans CJK KR"/>
              </a:rPr>
              <a:t>결과를 정리해 답변</a:t>
            </a:r>
          </a:p>
        </p:txBody>
      </p:sp>
      <p:sp>
        <p:nvSpPr>
          <p:cNvPr id="19" name="TextBox 18"/>
          <p:cNvSpPr txBox="1"/>
          <p:nvPr/>
        </p:nvSpPr>
        <p:spPr>
          <a:xfrm>
            <a:off x="777240" y="3456432"/>
            <a:ext cx="10332720" cy="1691640"/>
          </a:xfrm>
          <a:prstGeom prst="rect">
            <a:avLst/>
          </a:prstGeom>
          <a:noFill/>
        </p:spPr>
        <p:txBody>
          <a:bodyPr wrap="square" lIns="0" rIns="0" tIns="0" bIns="0" anchor="t">
            <a:spAutoFit/>
          </a:bodyPr>
          <a:lstStyle/>
          <a:p>
            <a:pPr algn="l">
              <a:lnSpc>
                <a:spcPct val="112000"/>
              </a:lnSpc>
              <a:spcBef>
                <a:spcPts val="0"/>
              </a:spcBef>
              <a:spcAft>
                <a:spcPts val="400"/>
              </a:spcAft>
            </a:pPr>
            <a:r>
              <a:rPr sz="2400" b="0" i="0">
                <a:solidFill>
                  <a:srgbClr val="4E4F51"/>
                </a:solidFill>
                <a:latin typeface="Open Sans"/>
                <a:ea typeface="Noto Sans CJK KR"/>
              </a:rPr>
              <a:t>2번에서 AI가 도구와 입력값을 스스로 고릅니다.</a:t>
            </a:r>
          </a:p>
          <a:p>
            <a:pPr algn="l">
              <a:lnSpc>
                <a:spcPct val="112000"/>
              </a:lnSpc>
              <a:spcBef>
                <a:spcPts val="0"/>
              </a:spcBef>
              <a:spcAft>
                <a:spcPts val="400"/>
              </a:spcAft>
            </a:pPr>
            <a:r>
              <a:rPr sz="2400" b="0" i="0">
                <a:solidFill>
                  <a:srgbClr val="4E4F51"/>
                </a:solidFill>
                <a:latin typeface="Open Sans"/>
                <a:ea typeface="Noto Sans CJK KR"/>
              </a:rPr>
              <a:t>그래서 경로와 범위를 프롬프트에 구체적으로 적어야 합니다.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도구가 여러 개 필요한 요청이면 2~4번을 반복합니다.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900" b="0" i="0">
                <a:solidFill>
                  <a:srgbClr val="004C97"/>
                </a:solidFill>
                <a:latin typeface="Open Sans"/>
                <a:ea typeface="Noto Sans CJK KR"/>
              </a:rPr>
              <a:t>Tosca MCP Server는 Commander 안에서 동작합니다</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10</a:t>
            </a:fld>
          </a:p>
        </p:txBody>
      </p:sp>
      <p:sp>
        <p:nvSpPr>
          <p:cNvPr id="5" name="Rectangle 4"/>
          <p:cNvSpPr/>
          <p:nvPr/>
        </p:nvSpPr>
        <p:spPr>
          <a:xfrm>
            <a:off x="649224" y="1298448"/>
            <a:ext cx="6309360" cy="434340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9224" y="1298448"/>
            <a:ext cx="6309360"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1389888"/>
            <a:ext cx="5907024"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내 PC</a:t>
            </a:r>
          </a:p>
        </p:txBody>
      </p:sp>
      <p:sp>
        <p:nvSpPr>
          <p:cNvPr id="8" name="Rectangle 7"/>
          <p:cNvSpPr/>
          <p:nvPr/>
        </p:nvSpPr>
        <p:spPr>
          <a:xfrm>
            <a:off x="868680" y="2240280"/>
            <a:ext cx="2148840" cy="1554480"/>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377440"/>
            <a:ext cx="1920240" cy="1280160"/>
          </a:xfrm>
          <a:prstGeom prst="rect">
            <a:avLst/>
          </a:prstGeom>
          <a:noFill/>
        </p:spPr>
        <p:txBody>
          <a:bodyPr wrap="square" lIns="0" rIns="0" tIns="0" bIns="0" anchor="t">
            <a:spAutoFit/>
          </a:bodyPr>
          <a:lstStyle/>
          <a:p>
            <a:pPr algn="l">
              <a:lnSpc>
                <a:spcPct val="112000"/>
              </a:lnSpc>
              <a:spcBef>
                <a:spcPts val="0"/>
              </a:spcBef>
              <a:spcAft>
                <a:spcPts val="400"/>
              </a:spcAft>
            </a:pPr>
            <a:r>
              <a:rPr sz="1900" b="1" i="0">
                <a:solidFill>
                  <a:srgbClr val="004C97"/>
                </a:solidFill>
                <a:latin typeface="Open Sans"/>
                <a:ea typeface="Noto Sans CJK KR"/>
              </a:rPr>
              <a:t>AI 어시스턴트</a:t>
            </a:r>
          </a:p>
          <a:p>
            <a:pPr algn="l">
              <a:lnSpc>
                <a:spcPct val="112000"/>
              </a:lnSpc>
              <a:spcBef>
                <a:spcPts val="0"/>
              </a:spcBef>
              <a:spcAft>
                <a:spcPts val="400"/>
              </a:spcAft>
            </a:pPr>
            <a:r>
              <a:rPr sz="1400" b="0" i="0">
                <a:solidFill>
                  <a:srgbClr val="4E4F51"/>
                </a:solidFill>
                <a:latin typeface="Open Sans"/>
                <a:ea typeface="Noto Sans CJK KR"/>
              </a:rPr>
              <a:t>VS Code + GitHub Copilot</a:t>
            </a:r>
          </a:p>
        </p:txBody>
      </p:sp>
      <p:sp>
        <p:nvSpPr>
          <p:cNvPr id="10" name="TextBox 9"/>
          <p:cNvSpPr txBox="1"/>
          <p:nvPr/>
        </p:nvSpPr>
        <p:spPr>
          <a:xfrm>
            <a:off x="3017520" y="2606040"/>
            <a:ext cx="822960" cy="365760"/>
          </a:xfrm>
          <a:prstGeom prst="rect">
            <a:avLst/>
          </a:prstGeom>
          <a:noFill/>
        </p:spPr>
        <p:txBody>
          <a:bodyPr wrap="square" lIns="0" rIns="0" tIns="0" bIns="0" anchor="t">
            <a:spAutoFit/>
          </a:bodyPr>
          <a:lstStyle/>
          <a:p>
            <a:pPr algn="ctr">
              <a:lnSpc>
                <a:spcPct val="112000"/>
              </a:lnSpc>
              <a:spcBef>
                <a:spcPts val="0"/>
              </a:spcBef>
              <a:spcAft>
                <a:spcPts val="400"/>
              </a:spcAft>
            </a:pPr>
            <a:r>
              <a:rPr sz="1400" b="1" i="0">
                <a:solidFill>
                  <a:srgbClr val="0E88AE"/>
                </a:solidFill>
                <a:latin typeface="Open Sans"/>
                <a:ea typeface="Noto Sans CJK KR"/>
              </a:rPr>
              <a:t>HTTP</a:t>
            </a:r>
          </a:p>
        </p:txBody>
      </p:sp>
      <p:sp>
        <p:nvSpPr>
          <p:cNvPr id="11" name="TextBox 10"/>
          <p:cNvSpPr txBox="1"/>
          <p:nvPr/>
        </p:nvSpPr>
        <p:spPr>
          <a:xfrm>
            <a:off x="3017520" y="2880360"/>
            <a:ext cx="822960" cy="457200"/>
          </a:xfrm>
          <a:prstGeom prst="rect">
            <a:avLst/>
          </a:prstGeom>
          <a:noFill/>
        </p:spPr>
        <p:txBody>
          <a:bodyPr wrap="square" lIns="0" rIns="0" tIns="0" bIns="0" anchor="t">
            <a:spAutoFit/>
          </a:bodyPr>
          <a:lstStyle/>
          <a:p>
            <a:pPr algn="ctr">
              <a:lnSpc>
                <a:spcPct val="112000"/>
              </a:lnSpc>
              <a:spcBef>
                <a:spcPts val="0"/>
              </a:spcBef>
              <a:spcAft>
                <a:spcPts val="400"/>
              </a:spcAft>
            </a:pPr>
            <a:r>
              <a:rPr sz="2400" b="0" i="0">
                <a:solidFill>
                  <a:srgbClr val="0E88AE"/>
                </a:solidFill>
                <a:latin typeface="Open Sans"/>
                <a:ea typeface="Noto Sans CJK KR"/>
              </a:rPr>
              <a:t>⇄</a:t>
            </a:r>
          </a:p>
        </p:txBody>
      </p:sp>
      <p:sp>
        <p:nvSpPr>
          <p:cNvPr id="12" name="Rectangle 11"/>
          <p:cNvSpPr/>
          <p:nvPr/>
        </p:nvSpPr>
        <p:spPr>
          <a:xfrm>
            <a:off x="3840480" y="1920240"/>
            <a:ext cx="2926080" cy="3200400"/>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05072" y="2029968"/>
            <a:ext cx="2651760" cy="36576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Tosca Commander 2026.1</a:t>
            </a:r>
          </a:p>
        </p:txBody>
      </p:sp>
      <p:sp>
        <p:nvSpPr>
          <p:cNvPr id="14" name="Rectangle 13"/>
          <p:cNvSpPr/>
          <p:nvPr/>
        </p:nvSpPr>
        <p:spPr>
          <a:xfrm>
            <a:off x="4005072" y="2514600"/>
            <a:ext cx="2596896" cy="73152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0" y="2514600"/>
            <a:ext cx="2377440" cy="731520"/>
          </a:xfrm>
          <a:prstGeom prst="rect">
            <a:avLst/>
          </a:prstGeom>
          <a:noFill/>
        </p:spPr>
        <p:txBody>
          <a:bodyPr wrap="square" lIns="0" rIns="0" tIns="0" bIns="0" anchor="ctr">
            <a:spAutoFit/>
          </a:bodyPr>
          <a:lstStyle/>
          <a:p>
            <a:pPr algn="l">
              <a:lnSpc>
                <a:spcPct val="112000"/>
              </a:lnSpc>
              <a:spcBef>
                <a:spcPts val="0"/>
              </a:spcBef>
              <a:spcAft>
                <a:spcPts val="0"/>
              </a:spcAft>
            </a:pPr>
            <a:r>
              <a:rPr sz="1600" b="1" i="0">
                <a:solidFill>
                  <a:srgbClr val="FFFFFF"/>
                </a:solidFill>
                <a:latin typeface="Open Sans"/>
                <a:ea typeface="Noto Sans CJK KR"/>
              </a:rPr>
              <a:t>Tosca MCP Server Addin</a:t>
            </a:r>
          </a:p>
        </p:txBody>
      </p:sp>
      <p:sp>
        <p:nvSpPr>
          <p:cNvPr id="16" name="TextBox 15"/>
          <p:cNvSpPr txBox="1"/>
          <p:nvPr/>
        </p:nvSpPr>
        <p:spPr>
          <a:xfrm>
            <a:off x="4005072" y="3291840"/>
            <a:ext cx="2596896" cy="365760"/>
          </a:xfrm>
          <a:prstGeom prst="rect">
            <a:avLst/>
          </a:prstGeom>
          <a:noFill/>
        </p:spPr>
        <p:txBody>
          <a:bodyPr wrap="square" lIns="0" rIns="0" tIns="0" bIns="0" anchor="t">
            <a:spAutoFit/>
          </a:bodyPr>
          <a:lstStyle/>
          <a:p>
            <a:pPr algn="ctr">
              <a:lnSpc>
                <a:spcPct val="112000"/>
              </a:lnSpc>
              <a:spcBef>
                <a:spcPts val="0"/>
              </a:spcBef>
              <a:spcAft>
                <a:spcPts val="400"/>
              </a:spcAft>
            </a:pPr>
            <a:r>
              <a:rPr sz="1800" b="0" i="0">
                <a:solidFill>
                  <a:srgbClr val="0E88AE"/>
                </a:solidFill>
                <a:latin typeface="Open Sans"/>
                <a:ea typeface="Noto Sans CJK KR"/>
              </a:rPr>
              <a:t>↓</a:t>
            </a:r>
          </a:p>
        </p:txBody>
      </p:sp>
      <p:sp>
        <p:nvSpPr>
          <p:cNvPr id="17" name="Rectangle 16"/>
          <p:cNvSpPr/>
          <p:nvPr/>
        </p:nvSpPr>
        <p:spPr>
          <a:xfrm>
            <a:off x="4005072" y="3703320"/>
            <a:ext cx="2596896" cy="12344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7" y="3767328"/>
            <a:ext cx="2377440" cy="1143000"/>
          </a:xfrm>
          <a:prstGeom prst="rect">
            <a:avLst/>
          </a:prstGeom>
          <a:noFill/>
        </p:spPr>
        <p:txBody>
          <a:bodyPr wrap="square" lIns="0" rIns="0" tIns="0" bIns="0" anchor="t">
            <a:spAutoFit/>
          </a:bodyPr>
          <a:lstStyle/>
          <a:p>
            <a:pPr algn="l">
              <a:lnSpc>
                <a:spcPct val="112000"/>
              </a:lnSpc>
              <a:spcBef>
                <a:spcPts val="0"/>
              </a:spcBef>
              <a:spcAft>
                <a:spcPts val="100"/>
              </a:spcAft>
            </a:pPr>
            <a:r>
              <a:rPr sz="1600" b="1" i="0">
                <a:solidFill>
                  <a:srgbClr val="004C97"/>
                </a:solidFill>
                <a:latin typeface="Open Sans"/>
                <a:ea typeface="Noto Sans CJK KR"/>
              </a:rPr>
              <a:t>열린 워크스페이스</a:t>
            </a:r>
          </a:p>
          <a:p>
            <a:pPr algn="l">
              <a:lnSpc>
                <a:spcPct val="112000"/>
              </a:lnSpc>
              <a:spcBef>
                <a:spcPts val="0"/>
              </a:spcBef>
              <a:spcAft>
                <a:spcPts val="100"/>
              </a:spcAft>
            </a:pPr>
            <a:r>
              <a:rPr sz="1300" b="0" i="0">
                <a:solidFill>
                  <a:srgbClr val="4E4F51"/>
                </a:solidFill>
                <a:latin typeface="Open Sans"/>
                <a:ea typeface="Noto Sans CJK KR"/>
              </a:rPr>
              <a:t>싱글: 내 PC 파일</a:t>
            </a:r>
          </a:p>
          <a:p>
            <a:pPr algn="l">
              <a:lnSpc>
                <a:spcPct val="112000"/>
              </a:lnSpc>
              <a:spcBef>
                <a:spcPts val="0"/>
              </a:spcBef>
              <a:spcAft>
                <a:spcPts val="100"/>
              </a:spcAft>
            </a:pPr>
            <a:r>
              <a:rPr sz="1300" b="0" i="0">
                <a:solidFill>
                  <a:srgbClr val="4E4F51"/>
                </a:solidFill>
                <a:latin typeface="Open Sans"/>
                <a:ea typeface="Noto Sans CJK KR"/>
              </a:rPr>
              <a:t>멀티: 공통 리포지토리</a:t>
            </a:r>
          </a:p>
        </p:txBody>
      </p:sp>
      <p:sp>
        <p:nvSpPr>
          <p:cNvPr id="19" name="TextBox 18"/>
          <p:cNvSpPr txBox="1"/>
          <p:nvPr/>
        </p:nvSpPr>
        <p:spPr>
          <a:xfrm>
            <a:off x="868680" y="4572000"/>
            <a:ext cx="2926080" cy="822960"/>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04C97"/>
                </a:solidFill>
                <a:latin typeface="Open Sans"/>
                <a:ea typeface="Noto Sans CJK KR"/>
              </a:rPr>
              <a:t>접속 주소</a:t>
            </a:r>
          </a:p>
          <a:p>
            <a:pPr algn="l">
              <a:lnSpc>
                <a:spcPct val="112000"/>
              </a:lnSpc>
              <a:spcBef>
                <a:spcPts val="0"/>
              </a:spcBef>
              <a:spcAft>
                <a:spcPts val="400"/>
              </a:spcAft>
            </a:pPr>
            <a:r>
              <a:rPr sz="1300" b="0" i="0">
                <a:solidFill>
                  <a:srgbClr val="4E4F51"/>
                </a:solidFill>
                <a:latin typeface="Consolas"/>
                <a:ea typeface="Noto Sans CJK KR"/>
              </a:rPr>
              <a:t>http://127.0.0.1:46248/mcp</a:t>
            </a:r>
          </a:p>
        </p:txBody>
      </p:sp>
      <p:sp>
        <p:nvSpPr>
          <p:cNvPr id="20" name="Rectangle 19"/>
          <p:cNvSpPr/>
          <p:nvPr/>
        </p:nvSpPr>
        <p:spPr>
          <a:xfrm>
            <a:off x="7269480" y="147447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61504" y="1371600"/>
            <a:ext cx="4069080"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2026.1 LTS Patch 1부터 제공, Patch 2부터 기본으로 켜져 있음</a:t>
            </a:r>
          </a:p>
        </p:txBody>
      </p:sp>
      <p:sp>
        <p:nvSpPr>
          <p:cNvPr id="22" name="Rectangle 21"/>
          <p:cNvSpPr/>
          <p:nvPr/>
        </p:nvSpPr>
        <p:spPr>
          <a:xfrm>
            <a:off x="7269480" y="2428006"/>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2325136"/>
            <a:ext cx="4069080"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Commander와 워크스페이스가 열려 있을 때만 동작</a:t>
            </a:r>
          </a:p>
        </p:txBody>
      </p:sp>
      <p:sp>
        <p:nvSpPr>
          <p:cNvPr id="24" name="Rectangle 23"/>
          <p:cNvSpPr/>
          <p:nvPr/>
        </p:nvSpPr>
        <p:spPr>
          <a:xfrm>
            <a:off x="7269480" y="3381542"/>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61504" y="3278672"/>
            <a:ext cx="4069080"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워크스페이스를 연 사용자 권한으로 동작, 체크인·체크아웃 규칙도 같음</a:t>
            </a:r>
          </a:p>
        </p:txBody>
      </p:sp>
      <p:sp>
        <p:nvSpPr>
          <p:cNvPr id="26" name="Rectangle 25"/>
          <p:cNvSpPr/>
          <p:nvPr/>
        </p:nvSpPr>
        <p:spPr>
          <a:xfrm>
            <a:off x="7269480" y="4335078"/>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61504" y="4232208"/>
            <a:ext cx="4069080" cy="399044"/>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Tosca Cloud MCP와는 별개 제품</a:t>
            </a:r>
          </a:p>
        </p:txBody>
      </p:sp>
      <p:sp>
        <p:nvSpPr>
          <p:cNvPr id="28" name="TextBox 27"/>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Copilot의 모델은 클라우드에서 동작합니다. 요청과 결과 일부가 모델로 전달되므로 사내 AI 사용 정책을 먼저 확인하세요.</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같은 일을 할 때 달라지는 것</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11</a:t>
            </a:fld>
          </a:p>
        </p:txBody>
      </p:sp>
      <p:sp>
        <p:nvSpPr>
          <p:cNvPr id="9" name="TextBox 8"/>
          <p:cNvSpPr txBox="1"/>
          <p:nvPr/>
        </p:nvSpPr>
        <p:spPr>
          <a:xfrm>
            <a:off x="649224"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Commander에서 직접</a:t>
            </a:r>
          </a:p>
        </p:txBody>
      </p:sp>
      <p:sp>
        <p:nvSpPr>
          <p:cNvPr id="10" name="TextBox 9"/>
          <p:cNvSpPr txBox="1"/>
          <p:nvPr/>
        </p:nvSpPr>
        <p:spPr>
          <a:xfrm>
            <a:off x="6190488"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MCP로 요청</a:t>
            </a:r>
          </a:p>
        </p:txBody>
      </p:sp>
      <p:sp>
        <p:nvSpPr>
          <p:cNvPr id="11" name="TextBox 10"/>
          <p:cNvSpPr txBox="1"/>
          <p:nvPr/>
        </p:nvSpPr>
        <p:spPr>
          <a:xfrm>
            <a:off x="649224" y="1965960"/>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1</a:t>
            </a:r>
          </a:p>
        </p:txBody>
      </p:sp>
      <p:sp>
        <p:nvSpPr>
          <p:cNvPr id="12" name="TextBox 11"/>
          <p:cNvSpPr txBox="1"/>
          <p:nvPr/>
        </p:nvSpPr>
        <p:spPr>
          <a:xfrm>
            <a:off x="1024128" y="1965960"/>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폴더 만들기</a:t>
            </a:r>
          </a:p>
        </p:txBody>
      </p:sp>
      <p:sp>
        <p:nvSpPr>
          <p:cNvPr id="13" name="TextBox 12"/>
          <p:cNvSpPr txBox="1"/>
          <p:nvPr/>
        </p:nvSpPr>
        <p:spPr>
          <a:xfrm>
            <a:off x="649224" y="2496312"/>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2</a:t>
            </a:r>
          </a:p>
        </p:txBody>
      </p:sp>
      <p:sp>
        <p:nvSpPr>
          <p:cNvPr id="14" name="TextBox 13"/>
          <p:cNvSpPr txBox="1"/>
          <p:nvPr/>
        </p:nvSpPr>
        <p:spPr>
          <a:xfrm>
            <a:off x="1024128" y="2496312"/>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테스트케이스 만들고 이름 바꾸기</a:t>
            </a:r>
          </a:p>
        </p:txBody>
      </p:sp>
      <p:sp>
        <p:nvSpPr>
          <p:cNvPr id="15" name="TextBox 14"/>
          <p:cNvSpPr txBox="1"/>
          <p:nvPr/>
        </p:nvSpPr>
        <p:spPr>
          <a:xfrm>
            <a:off x="649224" y="3026663"/>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3</a:t>
            </a:r>
          </a:p>
        </p:txBody>
      </p:sp>
      <p:sp>
        <p:nvSpPr>
          <p:cNvPr id="16" name="TextBox 15"/>
          <p:cNvSpPr txBox="1"/>
          <p:nvPr/>
        </p:nvSpPr>
        <p:spPr>
          <a:xfrm>
            <a:off x="1024128" y="3026663"/>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모듈을 하나씩 끌어다 놓아 스텝 만들기</a:t>
            </a:r>
          </a:p>
        </p:txBody>
      </p:sp>
      <p:sp>
        <p:nvSpPr>
          <p:cNvPr id="17" name="TextBox 16"/>
          <p:cNvSpPr txBox="1"/>
          <p:nvPr/>
        </p:nvSpPr>
        <p:spPr>
          <a:xfrm>
            <a:off x="649224" y="3557015"/>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4</a:t>
            </a:r>
          </a:p>
        </p:txBody>
      </p:sp>
      <p:sp>
        <p:nvSpPr>
          <p:cNvPr id="18" name="TextBox 17"/>
          <p:cNvSpPr txBox="1"/>
          <p:nvPr/>
        </p:nvSpPr>
        <p:spPr>
          <a:xfrm>
            <a:off x="1024128" y="3557015"/>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스텝마다 값 입력</a:t>
            </a:r>
          </a:p>
        </p:txBody>
      </p:sp>
      <p:sp>
        <p:nvSpPr>
          <p:cNvPr id="19" name="TextBox 18"/>
          <p:cNvSpPr txBox="1"/>
          <p:nvPr/>
        </p:nvSpPr>
        <p:spPr>
          <a:xfrm>
            <a:off x="649224" y="4087368"/>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5</a:t>
            </a:r>
          </a:p>
        </p:txBody>
      </p:sp>
      <p:sp>
        <p:nvSpPr>
          <p:cNvPr id="20" name="TextBox 19"/>
          <p:cNvSpPr txBox="1"/>
          <p:nvPr/>
        </p:nvSpPr>
        <p:spPr>
          <a:xfrm>
            <a:off x="1024128" y="4087368"/>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검증 스텝의 ActionMode를 Verify로 변경</a:t>
            </a:r>
          </a:p>
        </p:txBody>
      </p:sp>
      <p:sp>
        <p:nvSpPr>
          <p:cNvPr id="21" name="TextBox 20"/>
          <p:cNvSpPr txBox="1"/>
          <p:nvPr/>
        </p:nvSpPr>
        <p:spPr>
          <a:xfrm>
            <a:off x="649224" y="4617720"/>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6</a:t>
            </a:r>
          </a:p>
        </p:txBody>
      </p:sp>
      <p:sp>
        <p:nvSpPr>
          <p:cNvPr id="22" name="TextBox 21"/>
          <p:cNvSpPr txBox="1"/>
          <p:nvPr/>
        </p:nvSpPr>
        <p:spPr>
          <a:xfrm>
            <a:off x="1024128" y="4617720"/>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ScratchBook에서 실행</a:t>
            </a:r>
          </a:p>
        </p:txBody>
      </p:sp>
      <p:sp>
        <p:nvSpPr>
          <p:cNvPr id="23" name="TextBox 22"/>
          <p:cNvSpPr txBox="1"/>
          <p:nvPr/>
        </p:nvSpPr>
        <p:spPr>
          <a:xfrm>
            <a:off x="649224" y="5148071"/>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E88AE"/>
                </a:solidFill>
                <a:latin typeface="Open Sans"/>
                <a:ea typeface="Noto Sans CJK KR"/>
              </a:rPr>
              <a:t>7</a:t>
            </a:r>
          </a:p>
        </p:txBody>
      </p:sp>
      <p:sp>
        <p:nvSpPr>
          <p:cNvPr id="24" name="TextBox 23"/>
          <p:cNvSpPr txBox="1"/>
          <p:nvPr/>
        </p:nvSpPr>
        <p:spPr>
          <a:xfrm>
            <a:off x="1024128" y="5148071"/>
            <a:ext cx="4663440" cy="50292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결과 확인 후 틀린 곳 수정</a:t>
            </a:r>
          </a:p>
        </p:txBody>
      </p:sp>
      <p:sp>
        <p:nvSpPr>
          <p:cNvPr id="25" name="Rectangle 24"/>
          <p:cNvSpPr/>
          <p:nvPr/>
        </p:nvSpPr>
        <p:spPr>
          <a:xfrm>
            <a:off x="6190488" y="1965960"/>
            <a:ext cx="731520" cy="38404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0488" y="196596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사람</a:t>
            </a:r>
          </a:p>
        </p:txBody>
      </p:sp>
      <p:sp>
        <p:nvSpPr>
          <p:cNvPr id="27" name="TextBox 26"/>
          <p:cNvSpPr txBox="1"/>
          <p:nvPr/>
        </p:nvSpPr>
        <p:spPr>
          <a:xfrm>
            <a:off x="7086600" y="198424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4E4F51"/>
                </a:solidFill>
                <a:latin typeface="Open Sans"/>
                <a:ea typeface="Noto Sans CJK KR"/>
              </a:rPr>
              <a:t>시나리오와 위치를 문장으로 요청</a:t>
            </a:r>
          </a:p>
        </p:txBody>
      </p:sp>
      <p:sp>
        <p:nvSpPr>
          <p:cNvPr id="28" name="Rectangle 27"/>
          <p:cNvSpPr/>
          <p:nvPr/>
        </p:nvSpPr>
        <p:spPr>
          <a:xfrm>
            <a:off x="6190488" y="2697480"/>
            <a:ext cx="731520" cy="38404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0488" y="269748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AI</a:t>
            </a:r>
          </a:p>
        </p:txBody>
      </p:sp>
      <p:sp>
        <p:nvSpPr>
          <p:cNvPr id="30" name="TextBox 29"/>
          <p:cNvSpPr txBox="1"/>
          <p:nvPr/>
        </p:nvSpPr>
        <p:spPr>
          <a:xfrm>
            <a:off x="7086600" y="271576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모듈을 찾아 스텝 계획을 보여줌</a:t>
            </a:r>
          </a:p>
        </p:txBody>
      </p:sp>
      <p:sp>
        <p:nvSpPr>
          <p:cNvPr id="31" name="Rectangle 30"/>
          <p:cNvSpPr/>
          <p:nvPr/>
        </p:nvSpPr>
        <p:spPr>
          <a:xfrm>
            <a:off x="6190488" y="3429000"/>
            <a:ext cx="731520" cy="38404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0488" y="342900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사람</a:t>
            </a:r>
          </a:p>
        </p:txBody>
      </p:sp>
      <p:sp>
        <p:nvSpPr>
          <p:cNvPr id="33" name="TextBox 32"/>
          <p:cNvSpPr txBox="1"/>
          <p:nvPr/>
        </p:nvSpPr>
        <p:spPr>
          <a:xfrm>
            <a:off x="7086600" y="344728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4E4F51"/>
                </a:solidFill>
                <a:latin typeface="Open Sans"/>
                <a:ea typeface="Noto Sans CJK KR"/>
              </a:rPr>
              <a:t>계획 확인 후 승인</a:t>
            </a:r>
          </a:p>
        </p:txBody>
      </p:sp>
      <p:sp>
        <p:nvSpPr>
          <p:cNvPr id="34" name="Rectangle 33"/>
          <p:cNvSpPr/>
          <p:nvPr/>
        </p:nvSpPr>
        <p:spPr>
          <a:xfrm>
            <a:off x="6190488" y="4160520"/>
            <a:ext cx="731520" cy="38404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0488" y="416052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AI</a:t>
            </a:r>
          </a:p>
        </p:txBody>
      </p:sp>
      <p:sp>
        <p:nvSpPr>
          <p:cNvPr id="36" name="TextBox 35"/>
          <p:cNvSpPr txBox="1"/>
          <p:nvPr/>
        </p:nvSpPr>
        <p:spPr>
          <a:xfrm>
            <a:off x="7086600" y="4178808"/>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0" i="0">
                <a:solidFill>
                  <a:srgbClr val="4E4F51"/>
                </a:solidFill>
                <a:latin typeface="Open Sans"/>
                <a:ea typeface="Noto Sans CJK KR"/>
              </a:rPr>
              <a:t>생성, 검증 실행, 결과 보고</a:t>
            </a:r>
          </a:p>
        </p:txBody>
      </p:sp>
      <p:sp>
        <p:nvSpPr>
          <p:cNvPr id="37" name="Rectangle 36"/>
          <p:cNvSpPr/>
          <p:nvPr/>
        </p:nvSpPr>
        <p:spPr>
          <a:xfrm>
            <a:off x="6190488" y="4892040"/>
            <a:ext cx="731520" cy="38404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0488" y="4892040"/>
            <a:ext cx="731520" cy="384048"/>
          </a:xfrm>
          <a:prstGeom prst="rect">
            <a:avLst/>
          </a:prstGeom>
          <a:noFill/>
        </p:spPr>
        <p:txBody>
          <a:bodyPr wrap="square" lIns="0" rIns="0" tIns="0" bIns="0" anchor="ctr">
            <a:spAutoFit/>
          </a:bodyPr>
          <a:lstStyle/>
          <a:p>
            <a:pPr algn="ctr">
              <a:lnSpc>
                <a:spcPct val="112000"/>
              </a:lnSpc>
              <a:spcBef>
                <a:spcPts val="0"/>
              </a:spcBef>
              <a:spcAft>
                <a:spcPts val="0"/>
              </a:spcAft>
            </a:pPr>
            <a:r>
              <a:rPr sz="1400" b="1" i="0">
                <a:solidFill>
                  <a:srgbClr val="FFFFFF"/>
                </a:solidFill>
                <a:latin typeface="Open Sans"/>
                <a:ea typeface="Noto Sans CJK KR"/>
              </a:rPr>
              <a:t>사람</a:t>
            </a:r>
          </a:p>
        </p:txBody>
      </p:sp>
      <p:sp>
        <p:nvSpPr>
          <p:cNvPr id="39" name="TextBox 38"/>
          <p:cNvSpPr txBox="1"/>
          <p:nvPr/>
        </p:nvSpPr>
        <p:spPr>
          <a:xfrm>
            <a:off x="7086600" y="4910327"/>
            <a:ext cx="4389120" cy="64008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4E4F51"/>
                </a:solidFill>
                <a:latin typeface="Open Sans"/>
                <a:ea typeface="Noto Sans CJK KR"/>
              </a:rPr>
              <a:t>Commander에서 결과 검토</a:t>
            </a:r>
          </a:p>
        </p:txBody>
      </p:sp>
      <p:sp>
        <p:nvSpPr>
          <p:cNvPr id="40" name="TextBox 3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클릭은 AI에게 맡기고, 확인은 사람이 직접 합니다.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도구 32개, 여섯 묶음</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12</a:t>
            </a:fld>
          </a:p>
        </p:txBody>
      </p:sp>
      <p:graphicFrame>
        <p:nvGraphicFramePr>
          <p:cNvPr id="5" name="Table 4"/>
          <p:cNvGraphicFramePr>
            <a:graphicFrameLocks noGrp="1"/>
          </p:cNvGraphicFramePr>
          <p:nvPr/>
        </p:nvGraphicFramePr>
        <p:xfrm>
          <a:off x="649224" y="1298448"/>
          <a:ext cx="10881359" cy="4569252"/>
        </p:xfrm>
        <a:graphic>
          <a:graphicData uri="http://schemas.openxmlformats.org/drawingml/2006/table">
            <a:tbl>
              <a:tblPr firstRow="1" bandRow="1">
                <a:tableStyleId>{5C22544A-7EE6-4342-B048-85BDC9FD1C3A}</a:tableStyleId>
              </a:tblPr>
              <a:tblGrid>
                <a:gridCol w="1874519"/>
                <a:gridCol w="868680"/>
                <a:gridCol w="4480560"/>
                <a:gridCol w="3657600"/>
              </a:tblGrid>
              <a:tr h="457200">
                <a:tc>
                  <a:txBody>
                    <a:bodyPr wrap="square"/>
                    <a:lstStyle/>
                    <a:p>
                      <a:pPr>
                        <a:lnSpc>
                          <a:spcPct val="106000"/>
                        </a:lnSpc>
                        <a:spcAft>
                          <a:spcPts val="0"/>
                        </a:spcAft>
                      </a:pPr>
                      <a:r>
                        <a:rPr sz="1600" b="1" i="0">
                          <a:solidFill>
                            <a:srgbClr val="FFFFFF"/>
                          </a:solidFill>
                          <a:latin typeface="Open Sans"/>
                          <a:ea typeface="Noto Sans CJK KR"/>
                        </a:rPr>
                        <a:t>묶음</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개수</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하는 일</a:t>
                      </a:r>
                    </a:p>
                  </a:txBody>
                  <a:tcPr marL="109728" marR="91440" marT="54864" marB="45720" anchor="ctr">
                    <a:solidFill>
                      <a:srgbClr val="004C97"/>
                    </a:solidFill>
                  </a:tcPr>
                </a:tc>
                <a:tc>
                  <a:txBody>
                    <a:bodyPr wrap="square"/>
                    <a:lstStyle/>
                    <a:p>
                      <a:pPr>
                        <a:lnSpc>
                          <a:spcPct val="106000"/>
                        </a:lnSpc>
                        <a:spcAft>
                          <a:spcPts val="0"/>
                        </a:spcAft>
                      </a:pPr>
                      <a:r>
                        <a:rPr sz="1600" b="1" i="0">
                          <a:solidFill>
                            <a:srgbClr val="FFFFFF"/>
                          </a:solidFill>
                          <a:latin typeface="Open Sans"/>
                          <a:ea typeface="Noto Sans CJK KR"/>
                        </a:rPr>
                        <a:t>대표 도구</a:t>
                      </a:r>
                    </a:p>
                  </a:txBody>
                  <a:tcPr marL="109728" marR="91440" marT="54864" marB="45720" anchor="ctr">
                    <a:solidFill>
                      <a:srgbClr val="004C97"/>
                    </a:solidFill>
                  </a:tcPr>
                </a:tc>
              </a:tr>
              <a:tr h="685342">
                <a:tc>
                  <a:txBody>
                    <a:bodyPr wrap="square"/>
                    <a:lstStyle/>
                    <a:p>
                      <a:pPr>
                        <a:lnSpc>
                          <a:spcPct val="106000"/>
                        </a:lnSpc>
                        <a:spcAft>
                          <a:spcPts val="0"/>
                        </a:spcAft>
                      </a:pPr>
                      <a:r>
                        <a:rPr sz="1500" b="1" i="0">
                          <a:solidFill>
                            <a:srgbClr val="4E4F51"/>
                          </a:solidFill>
                          <a:latin typeface="Open Sans"/>
                          <a:ea typeface="Noto Sans CJK KR"/>
                        </a:rPr>
                        <a:t>조회</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6개</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워크스페이스 구조, 객체, 속성을 읽습니다</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Consolas"/>
                          <a:ea typeface="Noto Sans CJK KR"/>
                        </a:rPr>
                        <a:t>get_workspace_info</a:t>
                      </a:r>
                    </a:p>
                    <a:p>
                      <a:pPr>
                        <a:lnSpc>
                          <a:spcPct val="106000"/>
                        </a:lnSpc>
                        <a:spcAft>
                          <a:spcPts val="0"/>
                        </a:spcAft>
                      </a:pPr>
                      <a:r>
                        <a:rPr sz="1500" b="0" i="0">
                          <a:solidFill>
                            <a:srgbClr val="4E4F51"/>
                          </a:solidFill>
                          <a:latin typeface="Consolas"/>
                          <a:ea typeface="Noto Sans CJK KR"/>
                        </a:rPr>
                        <a:t>list_assets</a:t>
                      </a:r>
                    </a:p>
                  </a:txBody>
                  <a:tcPr marL="109728" marR="91440" marT="54864" marB="45720" anchor="ctr">
                    <a:solidFill>
                      <a:srgbClr val="F1F5F9"/>
                    </a:solidFill>
                  </a:tcPr>
                </a:tc>
              </a:tr>
              <a:tr h="685342">
                <a:tc>
                  <a:txBody>
                    <a:bodyPr wrap="square"/>
                    <a:lstStyle/>
                    <a:p>
                      <a:pPr>
                        <a:lnSpc>
                          <a:spcPct val="106000"/>
                        </a:lnSpc>
                        <a:spcAft>
                          <a:spcPts val="0"/>
                        </a:spcAft>
                      </a:pPr>
                      <a:r>
                        <a:rPr sz="1500" b="1" i="0">
                          <a:solidFill>
                            <a:srgbClr val="4E4F51"/>
                          </a:solidFill>
                          <a:latin typeface="Open Sans"/>
                          <a:ea typeface="Noto Sans CJK KR"/>
                        </a:rPr>
                        <a:t>편집</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5개</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속성 값과 설정을 바꾸고 객체를 정리합니다</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Consolas"/>
                          <a:ea typeface="Noto Sans CJK KR"/>
                        </a:rPr>
                        <a:t>set_attribute</a:t>
                      </a:r>
                    </a:p>
                    <a:p>
                      <a:pPr>
                        <a:lnSpc>
                          <a:spcPct val="106000"/>
                        </a:lnSpc>
                        <a:spcAft>
                          <a:spcPts val="0"/>
                        </a:spcAft>
                      </a:pPr>
                      <a:r>
                        <a:rPr sz="1500" b="0" i="0">
                          <a:solidFill>
                            <a:srgbClr val="4E4F51"/>
                          </a:solidFill>
                          <a:latin typeface="Consolas"/>
                          <a:ea typeface="Noto Sans CJK KR"/>
                        </a:rPr>
                        <a:t>delete_objects</a:t>
                      </a:r>
                    </a:p>
                  </a:txBody>
                  <a:tcPr marL="109728" marR="91440" marT="54864" marB="45720" anchor="ctr">
                    <a:solidFill>
                      <a:srgbClr val="FFFFFF"/>
                    </a:solidFill>
                  </a:tcPr>
                </a:tc>
              </a:tr>
              <a:tr h="685342">
                <a:tc>
                  <a:txBody>
                    <a:bodyPr wrap="square"/>
                    <a:lstStyle/>
                    <a:p>
                      <a:pPr>
                        <a:lnSpc>
                          <a:spcPct val="106000"/>
                        </a:lnSpc>
                        <a:spcAft>
                          <a:spcPts val="0"/>
                        </a:spcAft>
                      </a:pPr>
                      <a:r>
                        <a:rPr sz="1500" b="1" i="0">
                          <a:solidFill>
                            <a:srgbClr val="4E4F51"/>
                          </a:solidFill>
                          <a:latin typeface="Open Sans"/>
                          <a:ea typeface="Noto Sans CJK KR"/>
                        </a:rPr>
                        <a:t>작성·작업</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5개</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테스트케이스를 만들고 메뉴 작업을 실행합니다</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Consolas"/>
                          <a:ea typeface="Noto Sans CJK KR"/>
                        </a:rPr>
                        <a:t>create_test_cases</a:t>
                      </a:r>
                    </a:p>
                    <a:p>
                      <a:pPr>
                        <a:lnSpc>
                          <a:spcPct val="106000"/>
                        </a:lnSpc>
                        <a:spcAft>
                          <a:spcPts val="0"/>
                        </a:spcAft>
                      </a:pPr>
                      <a:r>
                        <a:rPr sz="1500" b="0" i="0">
                          <a:solidFill>
                            <a:srgbClr val="4E4F51"/>
                          </a:solidFill>
                          <a:latin typeface="Consolas"/>
                          <a:ea typeface="Noto Sans CJK KR"/>
                        </a:rPr>
                        <a:t>execute_task</a:t>
                      </a:r>
                    </a:p>
                  </a:txBody>
                  <a:tcPr marL="109728" marR="91440" marT="54864" marB="45720" anchor="ctr">
                    <a:solidFill>
                      <a:srgbClr val="F1F5F9"/>
                    </a:solidFill>
                  </a:tcPr>
                </a:tc>
              </a:tr>
              <a:tr h="685342">
                <a:tc>
                  <a:txBody>
                    <a:bodyPr wrap="square"/>
                    <a:lstStyle/>
                    <a:p>
                      <a:pPr>
                        <a:lnSpc>
                          <a:spcPct val="106000"/>
                        </a:lnSpc>
                        <a:spcAft>
                          <a:spcPts val="0"/>
                        </a:spcAft>
                      </a:pPr>
                      <a:r>
                        <a:rPr sz="1500" b="1" i="0">
                          <a:solidFill>
                            <a:srgbClr val="4E4F51"/>
                          </a:solidFill>
                          <a:latin typeface="Open Sans"/>
                          <a:ea typeface="Noto Sans CJK KR"/>
                        </a:rPr>
                        <a:t>실행·저장</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5개</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검증 실행을 돌리고 변경 내용을 저장합니다</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Consolas"/>
                          <a:ea typeface="Noto Sans CJK KR"/>
                        </a:rPr>
                        <a:t>execute_test_suite</a:t>
                      </a:r>
                    </a:p>
                    <a:p>
                      <a:pPr>
                        <a:lnSpc>
                          <a:spcPct val="106000"/>
                        </a:lnSpc>
                        <a:spcAft>
                          <a:spcPts val="0"/>
                        </a:spcAft>
                      </a:pPr>
                      <a:r>
                        <a:rPr sz="1500" b="0" i="0">
                          <a:solidFill>
                            <a:srgbClr val="4E4F51"/>
                          </a:solidFill>
                          <a:latin typeface="Consolas"/>
                          <a:ea typeface="Noto Sans CJK KR"/>
                        </a:rPr>
                        <a:t>save_workspace</a:t>
                      </a:r>
                    </a:p>
                  </a:txBody>
                  <a:tcPr marL="109728" marR="91440" marT="54864" marB="45720" anchor="ctr">
                    <a:solidFill>
                      <a:srgbClr val="FFFFFF"/>
                    </a:solidFill>
                  </a:tcPr>
                </a:tc>
              </a:tr>
              <a:tr h="685342">
                <a:tc>
                  <a:txBody>
                    <a:bodyPr wrap="square"/>
                    <a:lstStyle/>
                    <a:p>
                      <a:pPr>
                        <a:lnSpc>
                          <a:spcPct val="106000"/>
                        </a:lnSpc>
                        <a:spcAft>
                          <a:spcPts val="0"/>
                        </a:spcAft>
                      </a:pPr>
                      <a:r>
                        <a:rPr sz="1500" b="1" i="0">
                          <a:solidFill>
                            <a:srgbClr val="4E4F51"/>
                          </a:solidFill>
                          <a:latin typeface="Open Sans"/>
                          <a:ea typeface="Noto Sans CJK KR"/>
                        </a:rPr>
                        <a:t>API</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4개</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Open Sans"/>
                          <a:ea typeface="Noto Sans CJK KR"/>
                        </a:rPr>
                        <a:t>API 연결과 요청/응답 모듈을 만듭니다</a:t>
                      </a:r>
                    </a:p>
                  </a:txBody>
                  <a:tcPr marL="109728" marR="91440" marT="54864" marB="45720" anchor="ctr">
                    <a:solidFill>
                      <a:srgbClr val="F1F5F9"/>
                    </a:solidFill>
                  </a:tcPr>
                </a:tc>
                <a:tc>
                  <a:txBody>
                    <a:bodyPr wrap="square"/>
                    <a:lstStyle/>
                    <a:p>
                      <a:pPr>
                        <a:lnSpc>
                          <a:spcPct val="106000"/>
                        </a:lnSpc>
                        <a:spcAft>
                          <a:spcPts val="0"/>
                        </a:spcAft>
                      </a:pPr>
                      <a:r>
                        <a:rPr sz="1500" b="0" i="0">
                          <a:solidFill>
                            <a:srgbClr val="4E4F51"/>
                          </a:solidFill>
                          <a:latin typeface="Consolas"/>
                          <a:ea typeface="Noto Sans CJK KR"/>
                        </a:rPr>
                        <a:t>create_api_module</a:t>
                      </a:r>
                    </a:p>
                    <a:p>
                      <a:pPr>
                        <a:lnSpc>
                          <a:spcPct val="106000"/>
                        </a:lnSpc>
                        <a:spcAft>
                          <a:spcPts val="0"/>
                        </a:spcAft>
                      </a:pPr>
                      <a:r>
                        <a:rPr sz="1500" b="0" i="0">
                          <a:solidFill>
                            <a:srgbClr val="4E4F51"/>
                          </a:solidFill>
                          <a:latin typeface="Consolas"/>
                          <a:ea typeface="Noto Sans CJK KR"/>
                        </a:rPr>
                        <a:t>list_api_connections</a:t>
                      </a:r>
                    </a:p>
                  </a:txBody>
                  <a:tcPr marL="109728" marR="91440" marT="54864" marB="45720" anchor="ctr">
                    <a:solidFill>
                      <a:srgbClr val="F1F5F9"/>
                    </a:solidFill>
                  </a:tcPr>
                </a:tc>
              </a:tr>
              <a:tr h="685342">
                <a:tc>
                  <a:txBody>
                    <a:bodyPr wrap="square"/>
                    <a:lstStyle/>
                    <a:p>
                      <a:pPr>
                        <a:lnSpc>
                          <a:spcPct val="106000"/>
                        </a:lnSpc>
                        <a:spcAft>
                          <a:spcPts val="0"/>
                        </a:spcAft>
                      </a:pPr>
                      <a:r>
                        <a:rPr sz="1500" b="1" i="0">
                          <a:solidFill>
                            <a:srgbClr val="4E4F51"/>
                          </a:solidFill>
                          <a:latin typeface="Open Sans"/>
                          <a:ea typeface="Noto Sans CJK KR"/>
                        </a:rPr>
                        <a:t>Data Integrity</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7개</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Open Sans"/>
                          <a:ea typeface="Noto Sans CJK KR"/>
                        </a:rPr>
                        <a:t>DB 연결과 데이터 비교 테스트를 만듭니다 (라이선스 필요)</a:t>
                      </a:r>
                    </a:p>
                  </a:txBody>
                  <a:tcPr marL="109728" marR="91440" marT="54864" marB="45720" anchor="ctr">
                    <a:solidFill>
                      <a:srgbClr val="FFFFFF"/>
                    </a:solidFill>
                  </a:tcPr>
                </a:tc>
                <a:tc>
                  <a:txBody>
                    <a:bodyPr wrap="square"/>
                    <a:lstStyle/>
                    <a:p>
                      <a:pPr>
                        <a:lnSpc>
                          <a:spcPct val="106000"/>
                        </a:lnSpc>
                        <a:spcAft>
                          <a:spcPts val="0"/>
                        </a:spcAft>
                      </a:pPr>
                      <a:r>
                        <a:rPr sz="1500" b="0" i="0">
                          <a:solidFill>
                            <a:srgbClr val="4E4F51"/>
                          </a:solidFill>
                          <a:latin typeface="Consolas"/>
                          <a:ea typeface="Noto Sans CJK KR"/>
                        </a:rPr>
                        <a:t>di_connection</a:t>
                      </a:r>
                    </a:p>
                    <a:p>
                      <a:pPr>
                        <a:lnSpc>
                          <a:spcPct val="106000"/>
                        </a:lnSpc>
                        <a:spcAft>
                          <a:spcPts val="0"/>
                        </a:spcAft>
                      </a:pPr>
                      <a:r>
                        <a:rPr sz="1500" b="0" i="0">
                          <a:solidFill>
                            <a:srgbClr val="4E4F51"/>
                          </a:solidFill>
                          <a:latin typeface="Consolas"/>
                          <a:ea typeface="Noto Sans CJK KR"/>
                        </a:rPr>
                        <a:t>run_di_sql_statement</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commander-mcp 스킬팩 1.2.1 도구 카탈로그 기준. 실제 목록은 VS Code의 Open Customizations → Tools에서 확인합니다.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부록 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AI에게 맡기지 않는 일</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13</a:t>
            </a:fld>
          </a:p>
        </p:txBody>
      </p:sp>
      <p:sp>
        <p:nvSpPr>
          <p:cNvPr id="9" name="TextBox 8"/>
          <p:cNvSpPr txBox="1"/>
          <p:nvPr/>
        </p:nvSpPr>
        <p:spPr>
          <a:xfrm>
            <a:off x="649224"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사람이 직접 한다</a:t>
            </a:r>
          </a:p>
        </p:txBody>
      </p:sp>
      <p:sp>
        <p:nvSpPr>
          <p:cNvPr id="10" name="TextBox 9"/>
          <p:cNvSpPr txBox="1"/>
          <p:nvPr/>
        </p:nvSpPr>
        <p:spPr>
          <a:xfrm>
            <a:off x="6190488" y="1307592"/>
            <a:ext cx="5120640"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제약과 주의</a:t>
            </a:r>
          </a:p>
        </p:txBody>
      </p:sp>
      <p:sp>
        <p:nvSpPr>
          <p:cNvPr id="11" name="Rectangle 10"/>
          <p:cNvSpPr/>
          <p:nvPr/>
        </p:nvSpPr>
        <p:spPr>
          <a:xfrm>
            <a:off x="649224" y="211455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2011680"/>
            <a:ext cx="5020056" cy="1105692"/>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화면 스캔(XScan)  </a:t>
            </a:r>
            <a:r>
              <a:rPr sz="1800" b="0" i="0">
                <a:solidFill>
                  <a:srgbClr val="4E4F51"/>
                </a:solidFill>
                <a:latin typeface="Open Sans"/>
                <a:ea typeface="Noto Sans CJK KR"/>
              </a:rPr>
              <a:t>AI는 화면을 스캔해 UI 모듈을 만들지 못합니다. 새 화면은 사람이 XScan으로 스캔합니다.</a:t>
            </a:r>
          </a:p>
        </p:txBody>
      </p:sp>
      <p:sp>
        <p:nvSpPr>
          <p:cNvPr id="13" name="Rectangle 12"/>
          <p:cNvSpPr/>
          <p:nvPr/>
        </p:nvSpPr>
        <p:spPr>
          <a:xfrm>
            <a:off x="649224" y="3448842"/>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7" y="3345972"/>
            <a:ext cx="5020056" cy="1105692"/>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비밀번호와 접속 정보  </a:t>
            </a:r>
            <a:r>
              <a:rPr sz="1800" b="0" i="0">
                <a:solidFill>
                  <a:srgbClr val="4E4F51"/>
                </a:solidFill>
                <a:latin typeface="Open Sans"/>
                <a:ea typeface="Noto Sans CJK KR"/>
              </a:rPr>
              <a:t>민감한 값은 사람이 넣습니다. AI가 만든 DI 연결은 'Allow AI queries'가 꺼진 채로 생깁니다.</a:t>
            </a:r>
          </a:p>
        </p:txBody>
      </p:sp>
      <p:sp>
        <p:nvSpPr>
          <p:cNvPr id="15" name="Rectangle 14"/>
          <p:cNvSpPr/>
          <p:nvPr/>
        </p:nvSpPr>
        <p:spPr>
          <a:xfrm>
            <a:off x="649224" y="478313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7" y="4680264"/>
            <a:ext cx="5020056"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결함 판단  </a:t>
            </a:r>
            <a:r>
              <a:rPr sz="1800" b="0" i="0">
                <a:solidFill>
                  <a:srgbClr val="4E4F51"/>
                </a:solidFill>
                <a:latin typeface="Open Sans"/>
                <a:ea typeface="Noto Sans CJK KR"/>
              </a:rPr>
              <a:t>실패가 앱 결함인지는 사람이 판단합니다. 테스트를 고쳐서 결함을 덮지 않습니다.</a:t>
            </a:r>
          </a:p>
        </p:txBody>
      </p:sp>
      <p:sp>
        <p:nvSpPr>
          <p:cNvPr id="17" name="Rectangle 16"/>
          <p:cNvSpPr/>
          <p:nvPr/>
        </p:nvSpPr>
        <p:spPr>
          <a:xfrm>
            <a:off x="6190488" y="211455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011680"/>
            <a:ext cx="5148072"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삭제 결정  </a:t>
            </a:r>
            <a:r>
              <a:rPr sz="1800" b="0" i="0">
                <a:solidFill>
                  <a:srgbClr val="4E4F51"/>
                </a:solidFill>
                <a:latin typeface="Open Sans"/>
                <a:ea typeface="Noto Sans CJK KR"/>
              </a:rPr>
              <a:t>삭제는 되돌릴 수 없습니다. 대상 목록을 먼저 보고 따로 승인합니다.</a:t>
            </a:r>
          </a:p>
        </p:txBody>
      </p:sp>
      <p:sp>
        <p:nvSpPr>
          <p:cNvPr id="19" name="Rectangle 18"/>
          <p:cNvSpPr/>
          <p:nvPr/>
        </p:nvSpPr>
        <p:spPr>
          <a:xfrm>
            <a:off x="6190488" y="3095518"/>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2992648"/>
            <a:ext cx="5148072" cy="1105692"/>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Commander 밖의 일  </a:t>
            </a:r>
            <a:r>
              <a:rPr sz="1800" b="0" i="0">
                <a:solidFill>
                  <a:srgbClr val="4E4F51"/>
                </a:solidFill>
                <a:latin typeface="Open Sans"/>
                <a:ea typeface="Noto Sans CJK KR"/>
              </a:rPr>
              <a:t>Commander가 닫혀 있으면 동작하지 않습니다. 야간 배치나 CI는 TCShell 같은 방식을 씁니다.</a:t>
            </a:r>
          </a:p>
        </p:txBody>
      </p:sp>
      <p:sp>
        <p:nvSpPr>
          <p:cNvPr id="21" name="Rectangle 20"/>
          <p:cNvSpPr/>
          <p:nvPr/>
        </p:nvSpPr>
        <p:spPr>
          <a:xfrm>
            <a:off x="6190488" y="442981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82512" y="4326940"/>
            <a:ext cx="5148072" cy="75236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동시 실행  </a:t>
            </a:r>
            <a:r>
              <a:rPr sz="1800" b="0" i="0">
                <a:solidFill>
                  <a:srgbClr val="4E4F51"/>
                </a:solidFill>
                <a:latin typeface="Open Sans"/>
                <a:ea typeface="Noto Sans CJK KR"/>
              </a:rPr>
              <a:t>실행은 워크스페이스 전체에서 한 번에 하나만 됩니다.</a:t>
            </a:r>
          </a:p>
        </p:txBody>
      </p:sp>
      <p:sp>
        <p:nvSpPr>
          <p:cNvPr id="23" name="TextBox 22"/>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AI가 만든 Data Integrity 연결은 'Allow AI queries'가 꺼진 채로 생깁니다. 켜는 것은 사람이 Connection Manager에서 합니다.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시작 전에 준비할 것</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14</a:t>
            </a:fld>
          </a:p>
        </p:txBody>
      </p:sp>
      <p:sp>
        <p:nvSpPr>
          <p:cNvPr id="5" name="Rectangle 4"/>
          <p:cNvSpPr/>
          <p:nvPr/>
        </p:nvSpPr>
        <p:spPr>
          <a:xfrm>
            <a:off x="649224" y="129844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4416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1</a:t>
            </a:r>
          </a:p>
        </p:txBody>
      </p:sp>
      <p:sp>
        <p:nvSpPr>
          <p:cNvPr id="7" name="TextBox 6"/>
          <p:cNvSpPr txBox="1"/>
          <p:nvPr/>
        </p:nvSpPr>
        <p:spPr>
          <a:xfrm>
            <a:off x="1389888" y="133502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Tosca Commander 2026.1 LTS Patch 1 이상 (Patch 2부터 MCP Server 애드인 기본 활성화)</a:t>
            </a:r>
          </a:p>
        </p:txBody>
      </p:sp>
      <p:sp>
        <p:nvSpPr>
          <p:cNvPr id="8" name="Rectangle 7"/>
          <p:cNvSpPr/>
          <p:nvPr/>
        </p:nvSpPr>
        <p:spPr>
          <a:xfrm>
            <a:off x="649224" y="225856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304287"/>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2</a:t>
            </a:r>
          </a:p>
        </p:txBody>
      </p:sp>
      <p:sp>
        <p:nvSpPr>
          <p:cNvPr id="10" name="TextBox 9"/>
          <p:cNvSpPr txBox="1"/>
          <p:nvPr/>
        </p:nvSpPr>
        <p:spPr>
          <a:xfrm>
            <a:off x="1389888" y="229514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실습 워크스페이스 열기 (실습 내내 열어 둡니다. 닫으면 연결이 끊깁니다)</a:t>
            </a:r>
          </a:p>
        </p:txBody>
      </p:sp>
      <p:sp>
        <p:nvSpPr>
          <p:cNvPr id="11" name="Rectangle 10"/>
          <p:cNvSpPr/>
          <p:nvPr/>
        </p:nvSpPr>
        <p:spPr>
          <a:xfrm>
            <a:off x="649224" y="321868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6440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3</a:t>
            </a:r>
          </a:p>
        </p:txBody>
      </p:sp>
      <p:sp>
        <p:nvSpPr>
          <p:cNvPr id="13" name="TextBox 12"/>
          <p:cNvSpPr txBox="1"/>
          <p:nvPr/>
        </p:nvSpPr>
        <p:spPr>
          <a:xfrm>
            <a:off x="1389888" y="325526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VS Code 최신 버전과 GitHub Copilot 로그인 (회사 계정은 'MCP servers in Copilot' 정책 허용 필요)</a:t>
            </a:r>
          </a:p>
        </p:txBody>
      </p:sp>
      <p:sp>
        <p:nvSpPr>
          <p:cNvPr id="14" name="Rectangle 13"/>
          <p:cNvSpPr/>
          <p:nvPr/>
        </p:nvSpPr>
        <p:spPr>
          <a:xfrm>
            <a:off x="649224" y="417880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422452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4</a:t>
            </a:r>
          </a:p>
        </p:txBody>
      </p:sp>
      <p:sp>
        <p:nvSpPr>
          <p:cNvPr id="16" name="TextBox 15"/>
          <p:cNvSpPr txBox="1"/>
          <p:nvPr/>
        </p:nvSpPr>
        <p:spPr>
          <a:xfrm>
            <a:off x="1389888" y="4215384"/>
            <a:ext cx="10140696" cy="905256"/>
          </a:xfrm>
          <a:prstGeom prst="rect">
            <a:avLst/>
          </a:prstGeom>
          <a:noFill/>
        </p:spPr>
        <p:txBody>
          <a:bodyPr wrap="square" lIns="0" rIns="0" tIns="0" bIns="0" anchor="t">
            <a:spAutoFit/>
          </a:bodyPr>
          <a:lstStyle/>
          <a:p>
            <a:pPr algn="l">
              <a:lnSpc>
                <a:spcPct val="112000"/>
              </a:lnSpc>
              <a:spcBef>
                <a:spcPts val="0"/>
              </a:spcBef>
              <a:spcAft>
                <a:spcPts val="400"/>
              </a:spcAft>
            </a:pPr>
            <a:r>
              <a:rPr sz="2000" b="0" i="0">
                <a:solidFill>
                  <a:srgbClr val="4E4F51"/>
                </a:solidFill>
                <a:latin typeface="Open Sans"/>
                <a:ea typeface="Noto Sans CJK KR"/>
              </a:rPr>
              <a:t>commander-mcp 스킬팩의 VS Code용 지침 설치 (설치 명령은 워크북 2.3)</a:t>
            </a:r>
          </a:p>
        </p:txBody>
      </p:sp>
      <p:sp>
        <p:nvSpPr>
          <p:cNvPr id="17" name="TextBox 16"/>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VS Code용 스킬팩은 프로젝트 폴더의 .github에 설치됩니다. 실습 때 VS Code에서 그 폴더를 엽니다.</a:t>
            </a:r>
          </a:p>
        </p:txBody>
      </p:sp>
      <p:sp>
        <p:nvSpPr>
          <p:cNvPr id="18" name="TextBox 17"/>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2.1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VS Code에 서버 주소 등록하기</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15</a:t>
            </a:fld>
          </a:p>
        </p:txBody>
      </p:sp>
      <p:sp>
        <p:nvSpPr>
          <p:cNvPr id="9" name="TextBox 8"/>
          <p:cNvSpPr txBox="1"/>
          <p:nvPr/>
        </p:nvSpPr>
        <p:spPr>
          <a:xfrm>
            <a:off x="649224" y="1298448"/>
            <a:ext cx="54864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등록 순서</a:t>
            </a:r>
          </a:p>
        </p:txBody>
      </p:sp>
      <p:sp>
        <p:nvSpPr>
          <p:cNvPr id="10" name="TextBox 9"/>
          <p:cNvSpPr txBox="1"/>
          <p:nvPr/>
        </p:nvSpPr>
        <p:spPr>
          <a:xfrm>
            <a:off x="649224" y="1828800"/>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11" name="TextBox 10"/>
          <p:cNvSpPr txBox="1"/>
          <p:nvPr/>
        </p:nvSpPr>
        <p:spPr>
          <a:xfrm>
            <a:off x="1051560" y="1828800"/>
            <a:ext cx="5084064" cy="713231"/>
          </a:xfrm>
          <a:prstGeom prst="rect">
            <a:avLst/>
          </a:prstGeom>
          <a:noFill/>
        </p:spPr>
        <p:txBody>
          <a:bodyPr wrap="square" lIns="0" rIns="0" tIns="0" bIns="0" anchor="t">
            <a:spAutoFit/>
          </a:bodyPr>
          <a:lstStyle/>
          <a:p>
            <a:pPr algn="l">
              <a:lnSpc>
                <a:spcPct val="112000"/>
              </a:lnSpc>
              <a:spcBef>
                <a:spcPts val="0"/>
              </a:spcBef>
              <a:spcAft>
                <a:spcPts val="400"/>
              </a:spcAft>
            </a:pPr>
            <a:r>
              <a:rPr sz="1650" b="0" i="0">
                <a:solidFill>
                  <a:srgbClr val="4E4F51"/>
                </a:solidFill>
                <a:latin typeface="Open Sans"/>
                <a:ea typeface="Noto Sans CJK KR"/>
              </a:rPr>
              <a:t>명령 팔레트(Ctrl+Shift+P)에서 MCP: Add Server를 실행합니다.</a:t>
            </a:r>
          </a:p>
        </p:txBody>
      </p:sp>
      <p:sp>
        <p:nvSpPr>
          <p:cNvPr id="12" name="TextBox 11"/>
          <p:cNvSpPr txBox="1"/>
          <p:nvPr/>
        </p:nvSpPr>
        <p:spPr>
          <a:xfrm>
            <a:off x="649224" y="2578608"/>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3" name="TextBox 12"/>
          <p:cNvSpPr txBox="1"/>
          <p:nvPr/>
        </p:nvSpPr>
        <p:spPr>
          <a:xfrm>
            <a:off x="1051560" y="2578608"/>
            <a:ext cx="5084064" cy="713231"/>
          </a:xfrm>
          <a:prstGeom prst="rect">
            <a:avLst/>
          </a:prstGeom>
          <a:noFill/>
        </p:spPr>
        <p:txBody>
          <a:bodyPr wrap="square" lIns="0" rIns="0" tIns="0" bIns="0" anchor="t">
            <a:spAutoFit/>
          </a:bodyPr>
          <a:lstStyle/>
          <a:p>
            <a:pPr algn="l">
              <a:lnSpc>
                <a:spcPct val="112000"/>
              </a:lnSpc>
              <a:spcBef>
                <a:spcPts val="0"/>
              </a:spcBef>
              <a:spcAft>
                <a:spcPts val="400"/>
              </a:spcAft>
            </a:pPr>
            <a:r>
              <a:rPr sz="1650" b="0" i="0">
                <a:solidFill>
                  <a:srgbClr val="4E4F51"/>
                </a:solidFill>
                <a:latin typeface="Open Sans"/>
                <a:ea typeface="Noto Sans CJK KR"/>
              </a:rPr>
              <a:t>HTTP (HTTP or Server-Sent Events)를 고르고 서버 주소를 넣습니다.</a:t>
            </a:r>
          </a:p>
        </p:txBody>
      </p:sp>
      <p:sp>
        <p:nvSpPr>
          <p:cNvPr id="14" name="TextBox 13"/>
          <p:cNvSpPr txBox="1"/>
          <p:nvPr/>
        </p:nvSpPr>
        <p:spPr>
          <a:xfrm>
            <a:off x="649224" y="3328415"/>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5" name="TextBox 14"/>
          <p:cNvSpPr txBox="1"/>
          <p:nvPr/>
        </p:nvSpPr>
        <p:spPr>
          <a:xfrm>
            <a:off x="1051560" y="3328415"/>
            <a:ext cx="5084064" cy="713231"/>
          </a:xfrm>
          <a:prstGeom prst="rect">
            <a:avLst/>
          </a:prstGeom>
          <a:noFill/>
        </p:spPr>
        <p:txBody>
          <a:bodyPr wrap="square" lIns="0" rIns="0" tIns="0" bIns="0" anchor="t">
            <a:spAutoFit/>
          </a:bodyPr>
          <a:lstStyle/>
          <a:p>
            <a:pPr algn="l">
              <a:lnSpc>
                <a:spcPct val="112000"/>
              </a:lnSpc>
              <a:spcBef>
                <a:spcPts val="0"/>
              </a:spcBef>
              <a:spcAft>
                <a:spcPts val="400"/>
              </a:spcAft>
            </a:pPr>
            <a:r>
              <a:rPr sz="1650" b="0" i="0">
                <a:solidFill>
                  <a:srgbClr val="4E4F51"/>
                </a:solidFill>
                <a:latin typeface="Open Sans"/>
                <a:ea typeface="Noto Sans CJK KR"/>
              </a:rPr>
              <a:t>서버 ID에 tosca-commander를 넣습니다.</a:t>
            </a:r>
          </a:p>
        </p:txBody>
      </p:sp>
      <p:sp>
        <p:nvSpPr>
          <p:cNvPr id="16" name="TextBox 15"/>
          <p:cNvSpPr txBox="1"/>
          <p:nvPr/>
        </p:nvSpPr>
        <p:spPr>
          <a:xfrm>
            <a:off x="649224" y="4078224"/>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4</a:t>
            </a:r>
          </a:p>
        </p:txBody>
      </p:sp>
      <p:sp>
        <p:nvSpPr>
          <p:cNvPr id="17" name="TextBox 16"/>
          <p:cNvSpPr txBox="1"/>
          <p:nvPr/>
        </p:nvSpPr>
        <p:spPr>
          <a:xfrm>
            <a:off x="1051560" y="4078224"/>
            <a:ext cx="5084064" cy="713231"/>
          </a:xfrm>
          <a:prstGeom prst="rect">
            <a:avLst/>
          </a:prstGeom>
          <a:noFill/>
        </p:spPr>
        <p:txBody>
          <a:bodyPr wrap="square" lIns="0" rIns="0" tIns="0" bIns="0" anchor="t">
            <a:spAutoFit/>
          </a:bodyPr>
          <a:lstStyle/>
          <a:p>
            <a:pPr algn="l">
              <a:lnSpc>
                <a:spcPct val="112000"/>
              </a:lnSpc>
              <a:spcBef>
                <a:spcPts val="0"/>
              </a:spcBef>
              <a:spcAft>
                <a:spcPts val="400"/>
              </a:spcAft>
            </a:pPr>
            <a:r>
              <a:rPr sz="1650" b="0" i="0">
                <a:solidFill>
                  <a:srgbClr val="4E4F51"/>
                </a:solidFill>
                <a:latin typeface="Open Sans"/>
                <a:ea typeface="Noto Sans CJK KR"/>
              </a:rPr>
              <a:t>저장 위치는 Global → Copilot Global을 고릅니다.</a:t>
            </a:r>
          </a:p>
        </p:txBody>
      </p:sp>
      <p:sp>
        <p:nvSpPr>
          <p:cNvPr id="18" name="TextBox 17"/>
          <p:cNvSpPr txBox="1"/>
          <p:nvPr/>
        </p:nvSpPr>
        <p:spPr>
          <a:xfrm>
            <a:off x="649224" y="4828031"/>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5</a:t>
            </a:r>
          </a:p>
        </p:txBody>
      </p:sp>
      <p:sp>
        <p:nvSpPr>
          <p:cNvPr id="19" name="TextBox 18"/>
          <p:cNvSpPr txBox="1"/>
          <p:nvPr/>
        </p:nvSpPr>
        <p:spPr>
          <a:xfrm>
            <a:off x="1051560" y="4828031"/>
            <a:ext cx="5084064" cy="713231"/>
          </a:xfrm>
          <a:prstGeom prst="rect">
            <a:avLst/>
          </a:prstGeom>
          <a:noFill/>
        </p:spPr>
        <p:txBody>
          <a:bodyPr wrap="square" lIns="0" rIns="0" tIns="0" bIns="0" anchor="t">
            <a:spAutoFit/>
          </a:bodyPr>
          <a:lstStyle/>
          <a:p>
            <a:pPr algn="l">
              <a:lnSpc>
                <a:spcPct val="112000"/>
              </a:lnSpc>
              <a:spcBef>
                <a:spcPts val="0"/>
              </a:spcBef>
              <a:spcAft>
                <a:spcPts val="400"/>
              </a:spcAft>
            </a:pPr>
            <a:r>
              <a:rPr sz="1650" b="0" i="0">
                <a:solidFill>
                  <a:srgbClr val="4E4F51"/>
                </a:solidFill>
                <a:latin typeface="Open Sans"/>
                <a:ea typeface="Noto Sans CJK KR"/>
              </a:rPr>
              <a:t>채팅 창에서 Agent를 고르고, Open Customizations → Tools에서 tosca-commander 도구가 켜져 있는지 봅니다.</a:t>
            </a:r>
          </a:p>
        </p:txBody>
      </p:sp>
      <p:sp>
        <p:nvSpPr>
          <p:cNvPr id="20" name="TextBox 19"/>
          <p:cNvSpPr txBox="1"/>
          <p:nvPr/>
        </p:nvSpPr>
        <p:spPr>
          <a:xfrm>
            <a:off x="6355080" y="1298448"/>
            <a:ext cx="5175504"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저장되는 내용  ·  ~/.copilot/mcp-config.json</a:t>
            </a:r>
          </a:p>
        </p:txBody>
      </p:sp>
      <p:sp>
        <p:nvSpPr>
          <p:cNvPr id="21" name="Rectangle 20"/>
          <p:cNvSpPr/>
          <p:nvPr/>
        </p:nvSpPr>
        <p:spPr>
          <a:xfrm>
            <a:off x="6355080" y="1783080"/>
            <a:ext cx="5175504" cy="260604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1938528"/>
            <a:ext cx="4800600" cy="2377440"/>
          </a:xfrm>
          <a:prstGeom prst="rect">
            <a:avLst/>
          </a:prstGeom>
          <a:noFill/>
        </p:spPr>
        <p:txBody>
          <a:bodyPr wrap="square" lIns="0" rIns="0" tIns="0" bIns="0" anchor="t">
            <a:spAutoFit/>
          </a:bodyPr>
          <a:lstStyle/>
          <a:p>
            <a:pPr algn="l">
              <a:lnSpc>
                <a:spcPct val="100000"/>
              </a:lnSpc>
              <a:spcBef>
                <a:spcPts val="0"/>
              </a:spcBef>
              <a:spcAft>
                <a:spcPts val="0"/>
              </a:spcAft>
            </a:pPr>
            <a:r>
              <a:rPr sz="1400" b="0" i="0">
                <a:solidFill>
                  <a:srgbClr val="4E4F51"/>
                </a:solidFill>
                <a:latin typeface="Consolas"/>
                <a:ea typeface="Noto Sans CJK KR"/>
              </a:rPr>
              <a:t>{</a:t>
            </a:r>
          </a:p>
          <a:p>
            <a:pPr algn="l">
              <a:lnSpc>
                <a:spcPct val="100000"/>
              </a:lnSpc>
              <a:spcBef>
                <a:spcPts val="0"/>
              </a:spcBef>
              <a:spcAft>
                <a:spcPts val="0"/>
              </a:spcAft>
            </a:pPr>
            <a:r>
              <a:rPr sz="1400" b="0" i="0">
                <a:solidFill>
                  <a:srgbClr val="4E4F51"/>
                </a:solidFill>
                <a:latin typeface="Consolas"/>
                <a:ea typeface="Noto Sans CJK KR"/>
              </a:rPr>
              <a:t>  "mcpServers": {</a:t>
            </a:r>
          </a:p>
          <a:p>
            <a:pPr algn="l">
              <a:lnSpc>
                <a:spcPct val="100000"/>
              </a:lnSpc>
              <a:spcBef>
                <a:spcPts val="0"/>
              </a:spcBef>
              <a:spcAft>
                <a:spcPts val="0"/>
              </a:spcAft>
            </a:pPr>
            <a:r>
              <a:rPr sz="1400" b="0" i="0">
                <a:solidFill>
                  <a:srgbClr val="4E4F51"/>
                </a:solidFill>
                <a:latin typeface="Consolas"/>
                <a:ea typeface="Noto Sans CJK KR"/>
              </a:rPr>
              <a:t>    "tosca-commander": {</a:t>
            </a:r>
          </a:p>
          <a:p>
            <a:pPr algn="l">
              <a:lnSpc>
                <a:spcPct val="100000"/>
              </a:lnSpc>
              <a:spcBef>
                <a:spcPts val="0"/>
              </a:spcBef>
              <a:spcAft>
                <a:spcPts val="0"/>
              </a:spcAft>
            </a:pPr>
            <a:r>
              <a:rPr sz="1400" b="0" i="0">
                <a:solidFill>
                  <a:srgbClr val="4E4F51"/>
                </a:solidFill>
                <a:latin typeface="Consolas"/>
                <a:ea typeface="Noto Sans CJK KR"/>
              </a:rPr>
              <a:t>      "type": "http",</a:t>
            </a:r>
          </a:p>
          <a:p>
            <a:pPr algn="l">
              <a:lnSpc>
                <a:spcPct val="100000"/>
              </a:lnSpc>
              <a:spcBef>
                <a:spcPts val="0"/>
              </a:spcBef>
              <a:spcAft>
                <a:spcPts val="0"/>
              </a:spcAft>
            </a:pPr>
            <a:r>
              <a:rPr sz="1400" b="0" i="0">
                <a:solidFill>
                  <a:srgbClr val="4E4F51"/>
                </a:solidFill>
                <a:latin typeface="Consolas"/>
                <a:ea typeface="Noto Sans CJK KR"/>
              </a:rPr>
              <a:t>      "url": "http://127.0.0.1:46248/mcp"</a:t>
            </a:r>
          </a:p>
          <a:p>
            <a:pPr algn="l">
              <a:lnSpc>
                <a:spcPct val="100000"/>
              </a:lnSpc>
              <a:spcBef>
                <a:spcPts val="0"/>
              </a:spcBef>
              <a:spcAft>
                <a:spcPts val="0"/>
              </a:spcAft>
            </a:pPr>
            <a:r>
              <a:rPr sz="1400" b="0" i="0">
                <a:solidFill>
                  <a:srgbClr val="4E4F51"/>
                </a:solidFill>
                <a:latin typeface="Consolas"/>
                <a:ea typeface="Noto Sans CJK KR"/>
              </a:rPr>
              <a:t>    }</a:t>
            </a:r>
          </a:p>
          <a:p>
            <a:pPr algn="l">
              <a:lnSpc>
                <a:spcPct val="100000"/>
              </a:lnSpc>
              <a:spcBef>
                <a:spcPts val="0"/>
              </a:spcBef>
              <a:spcAft>
                <a:spcPts val="0"/>
              </a:spcAft>
            </a:pPr>
            <a:r>
              <a:rPr sz="1400" b="0" i="0">
                <a:solidFill>
                  <a:srgbClr val="4E4F51"/>
                </a:solidFill>
                <a:latin typeface="Consolas"/>
                <a:ea typeface="Noto Sans CJK KR"/>
              </a:rPr>
              <a:t>  }</a:t>
            </a:r>
          </a:p>
          <a:p>
            <a:pPr algn="l">
              <a:lnSpc>
                <a:spcPct val="100000"/>
              </a:lnSpc>
              <a:spcBef>
                <a:spcPts val="0"/>
              </a:spcBef>
              <a:spcAft>
                <a:spcPts val="0"/>
              </a:spcAft>
            </a:pPr>
            <a:r>
              <a:rPr sz="1400" b="0" i="0">
                <a:solidFill>
                  <a:srgbClr val="4E4F51"/>
                </a:solidFill>
                <a:latin typeface="Consolas"/>
                <a:ea typeface="Noto Sans CJK KR"/>
              </a:rPr>
              <a:t>}</a:t>
            </a:r>
          </a:p>
        </p:txBody>
      </p:sp>
      <p:sp>
        <p:nvSpPr>
          <p:cNvPr id="23" name="TextBox 22"/>
          <p:cNvSpPr txBox="1"/>
          <p:nvPr/>
        </p:nvSpPr>
        <p:spPr>
          <a:xfrm>
            <a:off x="6355080" y="4572000"/>
            <a:ext cx="5175504" cy="118872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예전 안내에 나오는 .vscode/mcp.json은 servers 키를 쓰고, Copilot 설정 파일(mcp-config.json)은 mcpServers 키를 씁닙니다. 두 형식을 섞어 쓰지 않습닙니다.</a:t>
            </a:r>
          </a:p>
        </p:txBody>
      </p:sp>
      <p:sp>
        <p:nvSpPr>
          <p:cNvPr id="24" name="TextBox 2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포트 46248이 기본값입니다. 디버그 빌드는 8080, Commander MCP 설정에서 바꿨다면 그 값을 씁니다.</a:t>
            </a:r>
          </a:p>
        </p:txBody>
      </p:sp>
      <p:sp>
        <p:nvSpPr>
          <p:cNvPr id="25" name="TextBox 24"/>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Copilot이 도구를 쓰기 전에 확인을 받습니다</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16</a:t>
            </a:fld>
          </a:p>
        </p:txBody>
      </p:sp>
      <p:sp>
        <p:nvSpPr>
          <p:cNvPr id="9" name="Rectangle 8"/>
          <p:cNvSpPr/>
          <p:nvPr/>
        </p:nvSpPr>
        <p:spPr>
          <a:xfrm>
            <a:off x="649224" y="1298448"/>
            <a:ext cx="5257800"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 y="1298448"/>
            <a:ext cx="5257800"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1389888"/>
            <a:ext cx="4855464"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VS Code  ·  도구 실행 확인 (예시)</a:t>
            </a:r>
          </a:p>
        </p:txBody>
      </p:sp>
      <p:sp>
        <p:nvSpPr>
          <p:cNvPr id="12" name="TextBox 11"/>
          <p:cNvSpPr txBox="1"/>
          <p:nvPr/>
        </p:nvSpPr>
        <p:spPr>
          <a:xfrm>
            <a:off x="868680" y="1938528"/>
            <a:ext cx="484632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04C97"/>
                </a:solidFill>
                <a:latin typeface="Consolas"/>
                <a:ea typeface="Noto Sans CJK KR"/>
              </a:rPr>
              <a:t>tosca-commander  ›  create_test_cases</a:t>
            </a:r>
          </a:p>
        </p:txBody>
      </p:sp>
      <p:sp>
        <p:nvSpPr>
          <p:cNvPr id="13" name="Rectangle 12"/>
          <p:cNvSpPr/>
          <p:nvPr/>
        </p:nvSpPr>
        <p:spPr>
          <a:xfrm>
            <a:off x="868680" y="2395728"/>
            <a:ext cx="4818888" cy="1463040"/>
          </a:xfrm>
          <a:prstGeom prst="rect">
            <a:avLst/>
          </a:prstGeom>
          <a:solidFill>
            <a:srgbClr val="FFFFFF"/>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514600"/>
            <a:ext cx="4526280" cy="1280160"/>
          </a:xfrm>
          <a:prstGeom prst="rect">
            <a:avLst/>
          </a:prstGeom>
          <a:noFill/>
        </p:spPr>
        <p:txBody>
          <a:bodyPr wrap="square" lIns="0" rIns="0" tIns="0" bIns="0" anchor="t">
            <a:spAutoFit/>
          </a:bodyPr>
          <a:lstStyle/>
          <a:p>
            <a:pPr algn="l">
              <a:lnSpc>
                <a:spcPct val="105000"/>
              </a:lnSpc>
              <a:spcBef>
                <a:spcPts val="0"/>
              </a:spcBef>
              <a:spcAft>
                <a:spcPts val="200"/>
              </a:spcAft>
            </a:pPr>
            <a:r>
              <a:rPr sz="1300" b="0" i="0">
                <a:solidFill>
                  <a:srgbClr val="4E4F51"/>
                </a:solidFill>
                <a:latin typeface="Consolas"/>
                <a:ea typeface="Noto Sans CJK KR"/>
              </a:rPr>
              <a:t>path: "TestCases/회원/홍길동"</a:t>
            </a:r>
          </a:p>
          <a:p>
            <a:pPr algn="l">
              <a:lnSpc>
                <a:spcPct val="105000"/>
              </a:lnSpc>
              <a:spcBef>
                <a:spcPts val="0"/>
              </a:spcBef>
              <a:spcAft>
                <a:spcPts val="200"/>
              </a:spcAft>
            </a:pPr>
            <a:r>
              <a:rPr sz="1300" b="0" i="0">
                <a:solidFill>
                  <a:srgbClr val="4E4F51"/>
                </a:solidFill>
                <a:latin typeface="Consolas"/>
                <a:ea typeface="Noto Sans CJK KR"/>
              </a:rPr>
              <a:t>name: "로그인 성공_자동"</a:t>
            </a:r>
          </a:p>
          <a:p>
            <a:pPr algn="l">
              <a:lnSpc>
                <a:spcPct val="105000"/>
              </a:lnSpc>
              <a:spcBef>
                <a:spcPts val="0"/>
              </a:spcBef>
              <a:spcAft>
                <a:spcPts val="200"/>
              </a:spcAft>
            </a:pPr>
            <a:r>
              <a:rPr sz="1300" b="0" i="0">
                <a:solidFill>
                  <a:srgbClr val="4E4F51"/>
                </a:solidFill>
                <a:latin typeface="Consolas"/>
                <a:ea typeface="Noto Sans CJK KR"/>
              </a:rPr>
              <a:t>test_steps: [ ... 스텝 6개 ... ]</a:t>
            </a:r>
          </a:p>
        </p:txBody>
      </p:sp>
      <p:sp>
        <p:nvSpPr>
          <p:cNvPr id="15" name="Rectangle 14"/>
          <p:cNvSpPr/>
          <p:nvPr/>
        </p:nvSpPr>
        <p:spPr>
          <a:xfrm>
            <a:off x="868680" y="4114800"/>
            <a:ext cx="1325880" cy="438912"/>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114800"/>
            <a:ext cx="1325880" cy="438912"/>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Open Sans"/>
                <a:ea typeface="Noto Sans CJK KR"/>
              </a:rPr>
              <a:t>허용</a:t>
            </a:r>
          </a:p>
        </p:txBody>
      </p:sp>
      <p:sp>
        <p:nvSpPr>
          <p:cNvPr id="17" name="Rectangle 16"/>
          <p:cNvSpPr/>
          <p:nvPr/>
        </p:nvSpPr>
        <p:spPr>
          <a:xfrm>
            <a:off x="2286000" y="4114800"/>
            <a:ext cx="438912" cy="438912"/>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86000" y="4114800"/>
            <a:ext cx="438912" cy="438912"/>
          </a:xfrm>
          <a:prstGeom prst="rect">
            <a:avLst/>
          </a:prstGeom>
          <a:noFill/>
        </p:spPr>
        <p:txBody>
          <a:bodyPr wrap="square" lIns="0" rIns="0" tIns="0" bIns="0" anchor="ctr">
            <a:spAutoFit/>
          </a:bodyPr>
          <a:lstStyle/>
          <a:p>
            <a:pPr algn="ctr">
              <a:lnSpc>
                <a:spcPct val="112000"/>
              </a:lnSpc>
              <a:spcBef>
                <a:spcPts val="0"/>
              </a:spcBef>
              <a:spcAft>
                <a:spcPts val="0"/>
              </a:spcAft>
            </a:pPr>
            <a:r>
              <a:rPr sz="1300" b="1" i="0">
                <a:solidFill>
                  <a:srgbClr val="FFFFFF"/>
                </a:solidFill>
                <a:latin typeface="Open Sans"/>
                <a:ea typeface="Noto Sans CJK KR"/>
              </a:rPr>
              <a:t>▾</a:t>
            </a:r>
          </a:p>
        </p:txBody>
      </p:sp>
      <p:sp>
        <p:nvSpPr>
          <p:cNvPr id="19" name="TextBox 18"/>
          <p:cNvSpPr txBox="1"/>
          <p:nvPr/>
        </p:nvSpPr>
        <p:spPr>
          <a:xfrm>
            <a:off x="2880360" y="4133087"/>
            <a:ext cx="2834640" cy="457200"/>
          </a:xfrm>
          <a:prstGeom prst="rect">
            <a:avLst/>
          </a:prstGeom>
          <a:noFill/>
        </p:spPr>
        <p:txBody>
          <a:bodyPr wrap="square" lIns="0" rIns="0" tIns="0" bIns="0" anchor="t">
            <a:spAutoFit/>
          </a:bodyPr>
          <a:lstStyle/>
          <a:p>
            <a:pPr algn="l">
              <a:lnSpc>
                <a:spcPct val="112000"/>
              </a:lnSpc>
              <a:spcBef>
                <a:spcPts val="0"/>
              </a:spcBef>
              <a:spcAft>
                <a:spcPts val="0"/>
              </a:spcAft>
            </a:pPr>
            <a:r>
              <a:rPr sz="1250" b="0" i="0">
                <a:solidFill>
                  <a:srgbClr val="4E4F51"/>
                </a:solidFill>
                <a:latin typeface="Open Sans"/>
                <a:ea typeface="Noto Sans CJK KR"/>
              </a:rPr>
              <a:t>허용 범위: 한 번 · 이 세션 ·</a:t>
            </a:r>
          </a:p>
          <a:p>
            <a:pPr algn="l">
              <a:lnSpc>
                <a:spcPct val="112000"/>
              </a:lnSpc>
              <a:spcBef>
                <a:spcPts val="0"/>
              </a:spcBef>
              <a:spcAft>
                <a:spcPts val="0"/>
              </a:spcAft>
            </a:pPr>
            <a:r>
              <a:rPr sz="1250" b="0" i="0">
                <a:solidFill>
                  <a:srgbClr val="4E4F51"/>
                </a:solidFill>
                <a:latin typeface="Open Sans"/>
                <a:ea typeface="Noto Sans CJK KR"/>
              </a:rPr>
              <a:t>이 워크스페이스 · 항상</a:t>
            </a:r>
          </a:p>
        </p:txBody>
      </p:sp>
      <p:sp>
        <p:nvSpPr>
          <p:cNvPr id="20" name="TextBox 19"/>
          <p:cNvSpPr txBox="1"/>
          <p:nvPr/>
        </p:nvSpPr>
        <p:spPr>
          <a:xfrm>
            <a:off x="868680" y="4892040"/>
            <a:ext cx="4846320" cy="640080"/>
          </a:xfrm>
          <a:prstGeom prst="rect">
            <a:avLst/>
          </a:prstGeom>
          <a:noFill/>
        </p:spPr>
        <p:txBody>
          <a:bodyPr wrap="square" lIns="0" rIns="0" tIns="0" bIns="0" anchor="t">
            <a:spAutoFit/>
          </a:bodyPr>
          <a:lstStyle/>
          <a:p>
            <a:pPr algn="l">
              <a:lnSpc>
                <a:spcPct val="112000"/>
              </a:lnSpc>
              <a:spcBef>
                <a:spcPts val="0"/>
              </a:spcBef>
              <a:spcAft>
                <a:spcPts val="400"/>
              </a:spcAft>
            </a:pPr>
            <a:r>
              <a:rPr sz="1350" b="1" i="0">
                <a:solidFill>
                  <a:srgbClr val="0E88AE"/>
                </a:solidFill>
                <a:latin typeface="Open Sans"/>
                <a:ea typeface="Noto Sans CJK KR"/>
              </a:rPr>
              <a:t>도구 이름과 입력값을 읽고 나서 허용합니다. 실제 화면 모양은 VS Code 버전마다 다릅니다.</a:t>
            </a:r>
          </a:p>
        </p:txBody>
      </p:sp>
      <p:sp>
        <p:nvSpPr>
          <p:cNvPr id="21" name="TextBox 20"/>
          <p:cNvSpPr txBox="1"/>
          <p:nvPr/>
        </p:nvSpPr>
        <p:spPr>
          <a:xfrm>
            <a:off x="6190488" y="1307592"/>
            <a:ext cx="5340096" cy="502920"/>
          </a:xfrm>
          <a:prstGeom prst="rect">
            <a:avLst/>
          </a:prstGeom>
          <a:noFill/>
        </p:spPr>
        <p:txBody>
          <a:bodyPr wrap="square" lIns="0" rIns="0" tIns="0" bIns="0" anchor="t">
            <a:spAutoFit/>
          </a:bodyPr>
          <a:lstStyle/>
          <a:p>
            <a:pPr algn="l">
              <a:lnSpc>
                <a:spcPct val="112000"/>
              </a:lnSpc>
              <a:spcBef>
                <a:spcPts val="0"/>
              </a:spcBef>
              <a:spcAft>
                <a:spcPts val="400"/>
              </a:spcAft>
            </a:pPr>
            <a:r>
              <a:rPr sz="2400" b="1" i="0">
                <a:solidFill>
                  <a:srgbClr val="004C97"/>
                </a:solidFill>
                <a:latin typeface="Open Sans"/>
                <a:ea typeface="Noto Sans CJK KR"/>
              </a:rPr>
              <a:t>실습에서 지킬 것</a:t>
            </a:r>
          </a:p>
        </p:txBody>
      </p:sp>
      <p:sp>
        <p:nvSpPr>
          <p:cNvPr id="22" name="Rectangle 21"/>
          <p:cNvSpPr/>
          <p:nvPr/>
        </p:nvSpPr>
        <p:spPr>
          <a:xfrm>
            <a:off x="6190488" y="2057400"/>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82512" y="1965960"/>
            <a:ext cx="5148072" cy="658368"/>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조회 도구  </a:t>
            </a:r>
            <a:r>
              <a:rPr sz="1600" b="0" i="0">
                <a:solidFill>
                  <a:srgbClr val="4E4F51"/>
                </a:solidFill>
                <a:latin typeface="Open Sans"/>
                <a:ea typeface="Noto Sans CJK KR"/>
              </a:rPr>
              <a:t>이 세션 동안 허용해도 됩닙니다.</a:t>
            </a:r>
          </a:p>
        </p:txBody>
      </p:sp>
      <p:sp>
        <p:nvSpPr>
          <p:cNvPr id="24" name="Rectangle 23"/>
          <p:cNvSpPr/>
          <p:nvPr/>
        </p:nvSpPr>
        <p:spPr>
          <a:xfrm>
            <a:off x="6190488" y="2825496"/>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2734056"/>
            <a:ext cx="5148072" cy="658368"/>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만들기·수정 도구  </a:t>
            </a:r>
            <a:r>
              <a:rPr sz="1600" b="0" i="0">
                <a:solidFill>
                  <a:srgbClr val="4E4F51"/>
                </a:solidFill>
                <a:latin typeface="Open Sans"/>
                <a:ea typeface="Noto Sans CJK KR"/>
              </a:rPr>
              <a:t>입력값을 펼쳐 보고 한 번만 허용합닙니다.</a:t>
            </a:r>
          </a:p>
        </p:txBody>
      </p:sp>
      <p:sp>
        <p:nvSpPr>
          <p:cNvPr id="26" name="Rectangle 25"/>
          <p:cNvSpPr/>
          <p:nvPr/>
        </p:nvSpPr>
        <p:spPr>
          <a:xfrm>
            <a:off x="6190488" y="359359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82512" y="3502151"/>
            <a:ext cx="5148072" cy="658368"/>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실행 도구  </a:t>
            </a:r>
            <a:r>
              <a:rPr sz="1600" b="0" i="0">
                <a:solidFill>
                  <a:srgbClr val="4E4F51"/>
                </a:solidFill>
                <a:latin typeface="Open Sans"/>
                <a:ea typeface="Noto Sans CJK KR"/>
              </a:rPr>
              <a:t>한 번만 허용합닙니다. 브라우저가 열리면 손을 뗍닙니다.</a:t>
            </a:r>
          </a:p>
        </p:txBody>
      </p:sp>
      <p:sp>
        <p:nvSpPr>
          <p:cNvPr id="28" name="Rectangle 27"/>
          <p:cNvSpPr/>
          <p:nvPr/>
        </p:nvSpPr>
        <p:spPr>
          <a:xfrm>
            <a:off x="6190488" y="4361688"/>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82512" y="4270248"/>
            <a:ext cx="5148072" cy="658368"/>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삭제·체크인 도구  </a:t>
            </a:r>
            <a:r>
              <a:rPr sz="1600" b="0" i="0">
                <a:solidFill>
                  <a:srgbClr val="4E4F51"/>
                </a:solidFill>
                <a:latin typeface="Open Sans"/>
                <a:ea typeface="Noto Sans CJK KR"/>
              </a:rPr>
              <a:t>대상 목록을 먼저 받아 본 뒤 한 번만 허용합닙니다.</a:t>
            </a:r>
          </a:p>
        </p:txBody>
      </p:sp>
      <p:sp>
        <p:nvSpPr>
          <p:cNvPr id="30" name="Rectangle 29"/>
          <p:cNvSpPr/>
          <p:nvPr/>
        </p:nvSpPr>
        <p:spPr>
          <a:xfrm>
            <a:off x="6190488" y="5129783"/>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82512" y="5038344"/>
            <a:ext cx="5148072" cy="658368"/>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권한 수준은 기본값 Manual permissions를 그대로 둡니다. Allow all과 Autopilot은 쓰지 않습니다.</a:t>
            </a:r>
          </a:p>
        </p:txBody>
      </p:sp>
      <p:sp>
        <p:nvSpPr>
          <p:cNvPr id="32" name="TextBox 31"/>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허용 기록 초기화: Chat: Reset Tool Confirmations · 서버 로그: MCP: List Servers → tosca-commander → Show Output</a:t>
            </a:r>
          </a:p>
        </p:txBody>
      </p:sp>
      <p:sp>
        <p:nvSpPr>
          <p:cNvPr id="33" name="TextBox 32"/>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02</a:t>
            </a:r>
          </a:p>
          <a:p>
            <a:r>
              <a:rPr sz="3800" b="0" i="0">
                <a:solidFill>
                  <a:srgbClr val="004C97"/>
                </a:solidFill>
                <a:latin typeface="Open Sans"/>
                <a:ea typeface="Noto Sans CJK KR"/>
              </a:rPr>
              <a:t>실습: 테스트케이스 만들기</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Lab 1~6 · 직접 실습 90분</a:t>
            </a:r>
          </a:p>
          <a:p>
            <a:pPr algn="l">
              <a:lnSpc>
                <a:spcPct val="112000"/>
              </a:lnSpc>
              <a:spcBef>
                <a:spcPts val="0"/>
              </a:spcBef>
              <a:spcAft>
                <a:spcPts val="400"/>
              </a:spcAft>
            </a:pPr>
            <a:r>
              <a:rPr sz="2300" b="0" i="0">
                <a:solidFill>
                  <a:srgbClr val="4E4F51"/>
                </a:solidFill>
                <a:latin typeface="Open Sans"/>
                <a:ea typeface="Noto Sans CJK KR"/>
              </a:rPr>
              <a:t>Lab 3 다음에 휴식 10분</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실습 대상: [대상 앱 이름]</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18</a:t>
            </a:fld>
          </a:p>
        </p:txBody>
      </p:sp>
      <p:sp>
        <p:nvSpPr>
          <p:cNvPr id="5" name="Rectangle 4"/>
          <p:cNvSpPr/>
          <p:nvPr/>
        </p:nvSpPr>
        <p:spPr>
          <a:xfrm>
            <a:off x="649224" y="1316736"/>
            <a:ext cx="5989320"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9224" y="1316736"/>
            <a:ext cx="5989320"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 y="1408176"/>
            <a:ext cx="5586983"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[대상 앱 이름]  ·  [화면 이름]</a:t>
            </a:r>
          </a:p>
        </p:txBody>
      </p:sp>
      <p:sp>
        <p:nvSpPr>
          <p:cNvPr id="8" name="TextBox 7"/>
          <p:cNvSpPr txBox="1"/>
          <p:nvPr/>
        </p:nvSpPr>
        <p:spPr>
          <a:xfrm>
            <a:off x="868680" y="1920240"/>
            <a:ext cx="5577840" cy="3566160"/>
          </a:xfrm>
          <a:prstGeom prst="rect">
            <a:avLst/>
          </a:prstGeom>
          <a:noFill/>
        </p:spPr>
        <p:txBody>
          <a:bodyPr wrap="square" lIns="0" rIns="0" tIns="0" bIns="0" anchor="ctr">
            <a:spAutoFit/>
          </a:bodyPr>
          <a:lstStyle/>
          <a:p>
            <a:pPr algn="ctr">
              <a:lnSpc>
                <a:spcPct val="112000"/>
              </a:lnSpc>
              <a:spcBef>
                <a:spcPts val="0"/>
              </a:spcBef>
              <a:spcAft>
                <a:spcPts val="400"/>
              </a:spcAft>
            </a:pPr>
            <a:r>
              <a:rPr sz="1800" b="1" i="0">
                <a:solidFill>
                  <a:srgbClr val="0E88AE"/>
                </a:solidFill>
                <a:latin typeface="Open Sans"/>
                <a:ea typeface="Noto Sans CJK KR"/>
              </a:rPr>
              <a:t>[실습할 화면 캡처를 넣습니다]</a:t>
            </a:r>
          </a:p>
        </p:txBody>
      </p:sp>
      <p:sp>
        <p:nvSpPr>
          <p:cNvPr id="9" name="TextBox 8"/>
          <p:cNvSpPr txBox="1"/>
          <p:nvPr/>
        </p:nvSpPr>
        <p:spPr>
          <a:xfrm>
            <a:off x="6858000" y="1353312"/>
            <a:ext cx="4663440" cy="438912"/>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미리 준비한 모듈</a:t>
            </a:r>
          </a:p>
        </p:txBody>
      </p:sp>
      <p:sp>
        <p:nvSpPr>
          <p:cNvPr id="10" name="TextBox 9"/>
          <p:cNvSpPr txBox="1"/>
          <p:nvPr/>
        </p:nvSpPr>
        <p:spPr>
          <a:xfrm>
            <a:off x="6876288" y="1901952"/>
            <a:ext cx="4572000" cy="38404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  [모듈 이름]</a:t>
            </a:r>
            <a:r>
              <a:rPr sz="1500" b="0" i="0">
                <a:solidFill>
                  <a:srgbClr val="4E4F51"/>
                </a:solidFill>
                <a:latin typeface="Open Sans"/>
                <a:ea typeface="Noto Sans CJK KR"/>
              </a:rPr>
              <a:t>   [위치]</a:t>
            </a:r>
          </a:p>
        </p:txBody>
      </p:sp>
      <p:sp>
        <p:nvSpPr>
          <p:cNvPr id="11" name="TextBox 10"/>
          <p:cNvSpPr txBox="1"/>
          <p:nvPr/>
        </p:nvSpPr>
        <p:spPr>
          <a:xfrm>
            <a:off x="6876288" y="2359152"/>
            <a:ext cx="4572000" cy="38404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  [모듈 이름]</a:t>
            </a:r>
            <a:r>
              <a:rPr sz="1500" b="0" i="0">
                <a:solidFill>
                  <a:srgbClr val="4E4F51"/>
                </a:solidFill>
                <a:latin typeface="Open Sans"/>
                <a:ea typeface="Noto Sans CJK KR"/>
              </a:rPr>
              <a:t>   [위치]</a:t>
            </a:r>
          </a:p>
        </p:txBody>
      </p:sp>
      <p:sp>
        <p:nvSpPr>
          <p:cNvPr id="12" name="TextBox 11"/>
          <p:cNvSpPr txBox="1"/>
          <p:nvPr/>
        </p:nvSpPr>
        <p:spPr>
          <a:xfrm>
            <a:off x="6876288" y="2816352"/>
            <a:ext cx="4572000" cy="38404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  [모듈 이름]</a:t>
            </a:r>
            <a:r>
              <a:rPr sz="1500" b="0" i="0">
                <a:solidFill>
                  <a:srgbClr val="4E4F51"/>
                </a:solidFill>
                <a:latin typeface="Open Sans"/>
                <a:ea typeface="Noto Sans CJK KR"/>
              </a:rPr>
              <a:t>   [위치]</a:t>
            </a:r>
          </a:p>
        </p:txBody>
      </p:sp>
      <p:sp>
        <p:nvSpPr>
          <p:cNvPr id="13" name="TextBox 12"/>
          <p:cNvSpPr txBox="1"/>
          <p:nvPr/>
        </p:nvSpPr>
        <p:spPr>
          <a:xfrm>
            <a:off x="6876288" y="3273552"/>
            <a:ext cx="4572000" cy="384048"/>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  [모듈 이름]</a:t>
            </a:r>
            <a:r>
              <a:rPr sz="1500" b="0" i="0">
                <a:solidFill>
                  <a:srgbClr val="4E4F51"/>
                </a:solidFill>
                <a:latin typeface="Open Sans"/>
                <a:ea typeface="Noto Sans CJK KR"/>
              </a:rPr>
              <a:t>   [위치]</a:t>
            </a:r>
          </a:p>
        </p:txBody>
      </p:sp>
      <p:sp>
        <p:nvSpPr>
          <p:cNvPr id="14" name="Rectangle 13"/>
          <p:cNvSpPr/>
          <p:nvPr/>
        </p:nvSpPr>
        <p:spPr>
          <a:xfrm>
            <a:off x="6858000" y="3886200"/>
            <a:ext cx="4672584"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59168" y="4023360"/>
            <a:ext cx="4297680" cy="1051560"/>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모듈은 강사가 미리 XScan으로 스캔해 둡니다. Copilot은 화면을 스캔해 UI 모듈을 만들지 못합니다.</a:t>
            </a:r>
          </a:p>
        </p:txBody>
      </p:sp>
      <p:sp>
        <p:nvSpPr>
          <p:cNvPr id="16" name="TextBox 1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비밀번호 같은 값은 프롬프트에 쓰지 않습니다. TCP에 넣어 두고 {CP[이름]}으로 참조합니다.</a:t>
            </a:r>
          </a:p>
        </p:txBody>
      </p:sp>
      <p:sp>
        <p:nvSpPr>
          <p:cNvPr id="17" name="TextBox 1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2.5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실습 진행 순서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19</a:t>
            </a:fld>
          </a:p>
        </p:txBody>
      </p:sp>
      <p:graphicFrame>
        <p:nvGraphicFramePr>
          <p:cNvPr id="5" name="Table 4"/>
          <p:cNvGraphicFramePr>
            <a:graphicFrameLocks noGrp="1"/>
          </p:cNvGraphicFramePr>
          <p:nvPr/>
        </p:nvGraphicFramePr>
        <p:xfrm>
          <a:off x="649224" y="1298448"/>
          <a:ext cx="10881360" cy="4041648"/>
        </p:xfrm>
        <a:graphic>
          <a:graphicData uri="http://schemas.openxmlformats.org/drawingml/2006/table">
            <a:tbl>
              <a:tblPr firstRow="1" bandRow="1">
                <a:tableStyleId>{5C22544A-7EE6-4342-B048-85BDC9FD1C3A}</a:tableStyleId>
              </a:tblPr>
              <a:tblGrid>
                <a:gridCol w="1280160"/>
                <a:gridCol w="4206240"/>
                <a:gridCol w="1188720"/>
                <a:gridCol w="4206240"/>
              </a:tblGrid>
              <a:tr h="457200">
                <a:tc>
                  <a:txBody>
                    <a:bodyPr wrap="square"/>
                    <a:lstStyle/>
                    <a:p>
                      <a:pPr>
                        <a:lnSpc>
                          <a:spcPct val="106000"/>
                        </a:lnSpc>
                        <a:spcAft>
                          <a:spcPts val="0"/>
                        </a:spcAft>
                      </a:pPr>
                      <a:r>
                        <a:rPr sz="1650" b="1" i="0">
                          <a:solidFill>
                            <a:srgbClr val="FFFFFF"/>
                          </a:solidFill>
                          <a:latin typeface="Open Sans"/>
                          <a:ea typeface="Noto Sans CJK KR"/>
                        </a:rPr>
                        <a:t>Lab</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내용</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시간</a:t>
                      </a:r>
                    </a:p>
                  </a:txBody>
                  <a:tcPr marL="109728" marR="91440" marT="54864" marB="45720" anchor="ctr">
                    <a:solidFill>
                      <a:srgbClr val="004C97"/>
                    </a:solidFill>
                  </a:tcPr>
                </a:tc>
                <a:tc>
                  <a:txBody>
                    <a:bodyPr wrap="square"/>
                    <a:lstStyle/>
                    <a:p>
                      <a:pPr>
                        <a:lnSpc>
                          <a:spcPct val="106000"/>
                        </a:lnSpc>
                        <a:spcAft>
                          <a:spcPts val="0"/>
                        </a:spcAft>
                      </a:pPr>
                      <a:r>
                        <a:rPr sz="1650" b="1" i="0">
                          <a:solidFill>
                            <a:srgbClr val="FFFFFF"/>
                          </a:solidFill>
                          <a:latin typeface="Open Sans"/>
                          <a:ea typeface="Noto Sans CJK KR"/>
                        </a:rPr>
                        <a:t>워크스페이스 변화</a:t>
                      </a:r>
                    </a:p>
                  </a:txBody>
                  <a:tcPr marL="109728" marR="91440" marT="54864" marB="45720" anchor="ctr">
                    <a:solidFill>
                      <a:srgbClr val="004C97"/>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1</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제목]</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 ]분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[조회 / 생성 / 수정 / 실행 / 저장]</a:t>
                      </a:r>
                    </a:p>
                  </a:txBody>
                  <a:tcPr marL="109728" marR="91440" marT="54864" marB="45720" anchor="ctr">
                    <a:solidFill>
                      <a:srgbClr val="F1F5F9"/>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2</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[실습 제목]</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 ]분</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[조회 / 생성 / 수정 / 실행 / 저장]</a:t>
                      </a:r>
                    </a:p>
                  </a:txBody>
                  <a:tcPr marL="109728" marR="91440" marT="54864" marB="45720" anchor="ctr">
                    <a:solidFill>
                      <a:srgbClr val="FFFFFF"/>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3</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제목]</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 ]분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[조회 / 생성 / 수정 / 실행 / 저장]</a:t>
                      </a:r>
                    </a:p>
                  </a:txBody>
                  <a:tcPr marL="109728" marR="91440" marT="54864" marB="45720" anchor="ctr">
                    <a:solidFill>
                      <a:srgbClr val="F1F5F9"/>
                    </a:solidFill>
                  </a:tcPr>
                </a:tc>
              </a:tr>
              <a:tr h="512064">
                <a:tc>
                  <a:txBody>
                    <a:bodyPr wrap="square"/>
                    <a:lstStyle/>
                    <a:p>
                      <a:pPr>
                        <a:lnSpc>
                          <a:spcPct val="106000"/>
                        </a:lnSpc>
                        <a:spcAft>
                          <a:spcPts val="0"/>
                        </a:spcAft>
                      </a:pPr>
                      <a:r>
                        <a:rPr sz="1650" b="1" i="0">
                          <a:solidFill>
                            <a:srgbClr val="4E4F51"/>
                          </a:solidFill>
                          <a:latin typeface="Open Sans"/>
                          <a:ea typeface="Noto Sans CJK KR"/>
                        </a:rPr>
                        <a:t>휴식</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10분</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
                      </a:r>
                    </a:p>
                  </a:txBody>
                  <a:tcPr marL="109728" marR="91440" marT="54864" marB="45720" anchor="ctr">
                    <a:solidFill>
                      <a:srgbClr val="FFFFFF"/>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4</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제목]</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 ]분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[조회 / 생성 / 수정 / 실행 / 저장]</a:t>
                      </a:r>
                    </a:p>
                  </a:txBody>
                  <a:tcPr marL="109728" marR="91440" marT="54864" marB="45720" anchor="ctr">
                    <a:solidFill>
                      <a:srgbClr val="F1F5F9"/>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5</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[실습 제목]</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 ]분</a:t>
                      </a:r>
                    </a:p>
                  </a:txBody>
                  <a:tcPr marL="109728" marR="91440" marT="54864" marB="45720" anchor="ctr">
                    <a:solidFill>
                      <a:srgbClr val="FFFFFF"/>
                    </a:solidFill>
                  </a:tcPr>
                </a:tc>
                <a:tc>
                  <a:txBody>
                    <a:bodyPr wrap="square"/>
                    <a:lstStyle/>
                    <a:p>
                      <a:pPr>
                        <a:lnSpc>
                          <a:spcPct val="106000"/>
                        </a:lnSpc>
                        <a:spcAft>
                          <a:spcPts val="0"/>
                        </a:spcAft>
                      </a:pPr>
                      <a:r>
                        <a:rPr sz="1650" b="0" i="0">
                          <a:solidFill>
                            <a:srgbClr val="4E4F51"/>
                          </a:solidFill>
                          <a:latin typeface="Open Sans"/>
                          <a:ea typeface="Noto Sans CJK KR"/>
                        </a:rPr>
                        <a:t>[조회 / 생성 / 수정 / 실행 / 저장]</a:t>
                      </a:r>
                    </a:p>
                  </a:txBody>
                  <a:tcPr marL="109728" marR="91440" marT="54864" marB="45720" anchor="ctr">
                    <a:solidFill>
                      <a:srgbClr val="FFFFFF"/>
                    </a:solidFill>
                  </a:tcPr>
                </a:tc>
              </a:tr>
              <a:tr h="512064">
                <a:tc>
                  <a:txBody>
                    <a:bodyPr wrap="square"/>
                    <a:lstStyle/>
                    <a:p>
                      <a:pPr>
                        <a:lnSpc>
                          <a:spcPct val="106000"/>
                        </a:lnSpc>
                        <a:spcAft>
                          <a:spcPts val="0"/>
                        </a:spcAft>
                      </a:pPr>
                      <a:r>
                        <a:rPr sz="1650" b="1" i="0">
                          <a:solidFill>
                            <a:srgbClr val="4E4F51"/>
                          </a:solidFill>
                          <a:latin typeface="Open Sans"/>
                          <a:ea typeface="Noto Sans CJK KR"/>
                        </a:rPr>
                        <a:t>Lab 6</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[실습 제목]</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 ]분</a:t>
                      </a:r>
                    </a:p>
                  </a:txBody>
                  <a:tcPr marL="109728" marR="91440" marT="54864" marB="45720" anchor="ctr">
                    <a:solidFill>
                      <a:srgbClr val="F1F5F9"/>
                    </a:solidFill>
                  </a:tcPr>
                </a:tc>
                <a:tc>
                  <a:txBody>
                    <a:bodyPr wrap="square"/>
                    <a:lstStyle/>
                    <a:p>
                      <a:pPr>
                        <a:lnSpc>
                          <a:spcPct val="106000"/>
                        </a:lnSpc>
                        <a:spcAft>
                          <a:spcPts val="0"/>
                        </a:spcAft>
                      </a:pPr>
                      <a:r>
                        <a:rPr sz="1650" b="0" i="0">
                          <a:solidFill>
                            <a:srgbClr val="4E4F51"/>
                          </a:solidFill>
                          <a:latin typeface="Open Sans"/>
                          <a:ea typeface="Noto Sans CJK KR"/>
                        </a:rPr>
                        <a:t>[조회 / 생성 / 수정 / 실행 / 저장]</a:t>
                      </a:r>
                    </a:p>
                  </a:txBody>
                  <a:tcPr marL="109728" marR="91440" marT="54864" marB="45720" anchor="ctr">
                    <a:solidFill>
                      <a:srgbClr val="F1F5F9"/>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실습은 처음부터 끝까지 VS Code의 한 채팅 세션에서 이어서 진행합니다. 새 채팅을 열면 Copilot이 앞의 작업을 기억하지 못합니다.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1 | [실습 제목]</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20</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[이 Lab에서 할 일을 한 줄로]</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1]</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2]</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3]</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7" name="TextBox 16"/>
          <p:cNvSpPr txBox="1"/>
          <p:nvPr/>
        </p:nvSpPr>
        <p:spPr>
          <a:xfrm>
            <a:off x="7964424" y="3441313"/>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8" name="TextBox 17"/>
          <p:cNvSpPr txBox="1"/>
          <p:nvPr/>
        </p:nvSpPr>
        <p:spPr>
          <a:xfrm>
            <a:off x="7964424" y="3865107"/>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[00:00–00:00] / 직접 실습 [ ]분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1 | 입력할 프롬프트와 결과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21</a:t>
            </a:fld>
          </a:p>
        </p:txBody>
      </p:sp>
      <p:sp>
        <p:nvSpPr>
          <p:cNvPr id="9" name="Rectangle 8"/>
          <p:cNvSpPr/>
          <p:nvPr/>
        </p:nvSpPr>
        <p:spPr>
          <a:xfrm>
            <a:off x="649224" y="1298448"/>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1-1</a:t>
            </a:r>
          </a:p>
        </p:txBody>
      </p:sp>
      <p:sp>
        <p:nvSpPr>
          <p:cNvPr id="11" name="TextBox 10"/>
          <p:cNvSpPr txBox="1"/>
          <p:nvPr/>
        </p:nvSpPr>
        <p:spPr>
          <a:xfrm>
            <a:off x="850392" y="1801368"/>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2" name="Rectangle 11"/>
          <p:cNvSpPr/>
          <p:nvPr/>
        </p:nvSpPr>
        <p:spPr>
          <a:xfrm>
            <a:off x="649224" y="3017520"/>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6382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1-2</a:t>
            </a:r>
          </a:p>
        </p:txBody>
      </p:sp>
      <p:sp>
        <p:nvSpPr>
          <p:cNvPr id="14" name="TextBox 13"/>
          <p:cNvSpPr txBox="1"/>
          <p:nvPr/>
        </p:nvSpPr>
        <p:spPr>
          <a:xfrm>
            <a:off x="850392" y="3520439"/>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5" name="TextBox 14"/>
          <p:cNvSpPr txBox="1"/>
          <p:nvPr/>
        </p:nvSpPr>
        <p:spPr>
          <a:xfrm>
            <a:off x="649224" y="475488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600" b="0" i="0">
                <a:solidFill>
                  <a:srgbClr val="4E4F51"/>
                </a:solidFill>
                <a:latin typeface="Open Sans"/>
                <a:ea typeface="Noto Sans CJK KR"/>
              </a:rPr>
              <a:t>[AI가 쓰는 도구]</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[결과 예시]  ·  Commander 또는 Copilot 화면</a:t>
            </a:r>
          </a:p>
        </p:txBody>
      </p:sp>
      <p:sp>
        <p:nvSpPr>
          <p:cNvPr id="19" name="TextBox 18"/>
          <p:cNvSpPr txBox="1"/>
          <p:nvPr/>
        </p:nvSpPr>
        <p:spPr>
          <a:xfrm>
            <a:off x="6382512" y="1920240"/>
            <a:ext cx="4956048" cy="3566160"/>
          </a:xfrm>
          <a:prstGeom prst="rect">
            <a:avLst/>
          </a:prstGeom>
          <a:noFill/>
        </p:spPr>
        <p:txBody>
          <a:bodyPr wrap="square" lIns="0" rIns="0" tIns="0" bIns="0" anchor="ctr">
            <a:spAutoFit/>
          </a:bodyPr>
          <a:lstStyle/>
          <a:p>
            <a:pPr algn="ctr">
              <a:lnSpc>
                <a:spcPct val="112000"/>
              </a:lnSpc>
              <a:spcBef>
                <a:spcPts val="0"/>
              </a:spcBef>
              <a:spcAft>
                <a:spcPts val="400"/>
              </a:spcAft>
            </a:pPr>
            <a:r>
              <a:rPr sz="1700" b="1" i="0">
                <a:solidFill>
                  <a:srgbClr val="0E88AE"/>
                </a:solidFill>
                <a:latin typeface="Open Sans"/>
                <a:ea typeface="Noto Sans CJK KR"/>
              </a:rPr>
              <a:t>[결과 화면 캡처나 응답 예시를 넣습니다]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[이 Lab에서 꼭 짚을 점]</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2 | [실습 제목]</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22</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[이 Lab에서 할 일을 한 줄로]</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1]</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2]</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3]</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7" name="TextBox 16"/>
          <p:cNvSpPr txBox="1"/>
          <p:nvPr/>
        </p:nvSpPr>
        <p:spPr>
          <a:xfrm>
            <a:off x="7964424" y="3441313"/>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8" name="TextBox 17"/>
          <p:cNvSpPr txBox="1"/>
          <p:nvPr/>
        </p:nvSpPr>
        <p:spPr>
          <a:xfrm>
            <a:off x="7964424" y="3865107"/>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[00:00–00:00] / 직접 실습 [ ]분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2 | 입력할 프롬프트와 결과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23</a:t>
            </a:fld>
          </a:p>
        </p:txBody>
      </p:sp>
      <p:sp>
        <p:nvSpPr>
          <p:cNvPr id="9" name="Rectangle 8"/>
          <p:cNvSpPr/>
          <p:nvPr/>
        </p:nvSpPr>
        <p:spPr>
          <a:xfrm>
            <a:off x="649224" y="1298448"/>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2-1</a:t>
            </a:r>
          </a:p>
        </p:txBody>
      </p:sp>
      <p:sp>
        <p:nvSpPr>
          <p:cNvPr id="11" name="TextBox 10"/>
          <p:cNvSpPr txBox="1"/>
          <p:nvPr/>
        </p:nvSpPr>
        <p:spPr>
          <a:xfrm>
            <a:off x="850392" y="1801368"/>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2" name="Rectangle 11"/>
          <p:cNvSpPr/>
          <p:nvPr/>
        </p:nvSpPr>
        <p:spPr>
          <a:xfrm>
            <a:off x="649224" y="3017520"/>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6382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2-2</a:t>
            </a:r>
          </a:p>
        </p:txBody>
      </p:sp>
      <p:sp>
        <p:nvSpPr>
          <p:cNvPr id="14" name="TextBox 13"/>
          <p:cNvSpPr txBox="1"/>
          <p:nvPr/>
        </p:nvSpPr>
        <p:spPr>
          <a:xfrm>
            <a:off x="850392" y="3520439"/>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5" name="TextBox 14"/>
          <p:cNvSpPr txBox="1"/>
          <p:nvPr/>
        </p:nvSpPr>
        <p:spPr>
          <a:xfrm>
            <a:off x="649224" y="475488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600" b="0" i="0">
                <a:solidFill>
                  <a:srgbClr val="4E4F51"/>
                </a:solidFill>
                <a:latin typeface="Open Sans"/>
                <a:ea typeface="Noto Sans CJK KR"/>
              </a:rPr>
              <a:t>[AI가 쓰는 도구]</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[결과 예시]  ·  Commander 또는 Copilot 화면</a:t>
            </a:r>
          </a:p>
        </p:txBody>
      </p:sp>
      <p:sp>
        <p:nvSpPr>
          <p:cNvPr id="19" name="TextBox 18"/>
          <p:cNvSpPr txBox="1"/>
          <p:nvPr/>
        </p:nvSpPr>
        <p:spPr>
          <a:xfrm>
            <a:off x="6382512" y="1920240"/>
            <a:ext cx="4956048" cy="3566160"/>
          </a:xfrm>
          <a:prstGeom prst="rect">
            <a:avLst/>
          </a:prstGeom>
          <a:noFill/>
        </p:spPr>
        <p:txBody>
          <a:bodyPr wrap="square" lIns="0" rIns="0" tIns="0" bIns="0" anchor="ctr">
            <a:spAutoFit/>
          </a:bodyPr>
          <a:lstStyle/>
          <a:p>
            <a:pPr algn="ctr">
              <a:lnSpc>
                <a:spcPct val="112000"/>
              </a:lnSpc>
              <a:spcBef>
                <a:spcPts val="0"/>
              </a:spcBef>
              <a:spcAft>
                <a:spcPts val="400"/>
              </a:spcAft>
            </a:pPr>
            <a:r>
              <a:rPr sz="1700" b="1" i="0">
                <a:solidFill>
                  <a:srgbClr val="0E88AE"/>
                </a:solidFill>
                <a:latin typeface="Open Sans"/>
                <a:ea typeface="Noto Sans CJK KR"/>
              </a:rPr>
              <a:t>[결과 화면 캡처나 응답 예시를 넣습니다]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[이 Lab에서 꼭 짚을 점]</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3 | [실습 제목]</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24</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[이 Lab에서 할 일을 한 줄로]</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1]</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2]</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3]</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7" name="TextBox 16"/>
          <p:cNvSpPr txBox="1"/>
          <p:nvPr/>
        </p:nvSpPr>
        <p:spPr>
          <a:xfrm>
            <a:off x="7964424" y="3441313"/>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8" name="TextBox 17"/>
          <p:cNvSpPr txBox="1"/>
          <p:nvPr/>
        </p:nvSpPr>
        <p:spPr>
          <a:xfrm>
            <a:off x="7964424" y="3865107"/>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[00:00–00:00] / 직접 실습 [ ]분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3 | 입력할 프롬프트와 결과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25</a:t>
            </a:fld>
          </a:p>
        </p:txBody>
      </p:sp>
      <p:sp>
        <p:nvSpPr>
          <p:cNvPr id="9" name="Rectangle 8"/>
          <p:cNvSpPr/>
          <p:nvPr/>
        </p:nvSpPr>
        <p:spPr>
          <a:xfrm>
            <a:off x="649224" y="1298448"/>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3-1</a:t>
            </a:r>
          </a:p>
        </p:txBody>
      </p:sp>
      <p:sp>
        <p:nvSpPr>
          <p:cNvPr id="11" name="TextBox 10"/>
          <p:cNvSpPr txBox="1"/>
          <p:nvPr/>
        </p:nvSpPr>
        <p:spPr>
          <a:xfrm>
            <a:off x="850392" y="1801368"/>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2" name="Rectangle 11"/>
          <p:cNvSpPr/>
          <p:nvPr/>
        </p:nvSpPr>
        <p:spPr>
          <a:xfrm>
            <a:off x="649224" y="3017520"/>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6382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3-2</a:t>
            </a:r>
          </a:p>
        </p:txBody>
      </p:sp>
      <p:sp>
        <p:nvSpPr>
          <p:cNvPr id="14" name="TextBox 13"/>
          <p:cNvSpPr txBox="1"/>
          <p:nvPr/>
        </p:nvSpPr>
        <p:spPr>
          <a:xfrm>
            <a:off x="850392" y="3520439"/>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5" name="TextBox 14"/>
          <p:cNvSpPr txBox="1"/>
          <p:nvPr/>
        </p:nvSpPr>
        <p:spPr>
          <a:xfrm>
            <a:off x="649224" y="475488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600" b="0" i="0">
                <a:solidFill>
                  <a:srgbClr val="4E4F51"/>
                </a:solidFill>
                <a:latin typeface="Open Sans"/>
                <a:ea typeface="Noto Sans CJK KR"/>
              </a:rPr>
              <a:t>[AI가 쓰는 도구]</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[결과 예시]  ·  Commander 또는 Copilot 화면</a:t>
            </a:r>
          </a:p>
        </p:txBody>
      </p:sp>
      <p:sp>
        <p:nvSpPr>
          <p:cNvPr id="19" name="TextBox 18"/>
          <p:cNvSpPr txBox="1"/>
          <p:nvPr/>
        </p:nvSpPr>
        <p:spPr>
          <a:xfrm>
            <a:off x="6382512" y="1920240"/>
            <a:ext cx="4956048" cy="3566160"/>
          </a:xfrm>
          <a:prstGeom prst="rect">
            <a:avLst/>
          </a:prstGeom>
          <a:noFill/>
        </p:spPr>
        <p:txBody>
          <a:bodyPr wrap="square" lIns="0" rIns="0" tIns="0" bIns="0" anchor="ctr">
            <a:spAutoFit/>
          </a:bodyPr>
          <a:lstStyle/>
          <a:p>
            <a:pPr algn="ctr">
              <a:lnSpc>
                <a:spcPct val="112000"/>
              </a:lnSpc>
              <a:spcBef>
                <a:spcPts val="0"/>
              </a:spcBef>
              <a:spcAft>
                <a:spcPts val="400"/>
              </a:spcAft>
            </a:pPr>
            <a:r>
              <a:rPr sz="1700" b="1" i="0">
                <a:solidFill>
                  <a:srgbClr val="0E88AE"/>
                </a:solidFill>
                <a:latin typeface="Open Sans"/>
                <a:ea typeface="Noto Sans CJK KR"/>
              </a:rPr>
              <a:t>[결과 화면 캡처나 응답 예시를 넣습니다]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[이 Lab에서 꼭 짚을 점]</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휴식</a:t>
            </a:r>
          </a:p>
          <a:p>
            <a:r>
              <a:rPr sz="3800" b="0" i="0">
                <a:solidFill>
                  <a:srgbClr val="004C97"/>
                </a:solidFill>
                <a:latin typeface="Open Sans"/>
                <a:ea typeface="Noto Sans CJK KR"/>
              </a:rPr>
              <a:t>10분</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다음: Lab 4 [실습 제목]</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4 | [실습 제목]</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27</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[이 Lab에서 할 일을 한 줄로]</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1]</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2]</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3]</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7" name="TextBox 16"/>
          <p:cNvSpPr txBox="1"/>
          <p:nvPr/>
        </p:nvSpPr>
        <p:spPr>
          <a:xfrm>
            <a:off x="7964424" y="3441313"/>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8" name="TextBox 17"/>
          <p:cNvSpPr txBox="1"/>
          <p:nvPr/>
        </p:nvSpPr>
        <p:spPr>
          <a:xfrm>
            <a:off x="7964424" y="3865107"/>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[00:00–00:00] / 직접 실습 [ ]분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4 | 입력할 프롬프트와 결과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28</a:t>
            </a:fld>
          </a:p>
        </p:txBody>
      </p:sp>
      <p:sp>
        <p:nvSpPr>
          <p:cNvPr id="9" name="Rectangle 8"/>
          <p:cNvSpPr/>
          <p:nvPr/>
        </p:nvSpPr>
        <p:spPr>
          <a:xfrm>
            <a:off x="649224" y="1298448"/>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4-1</a:t>
            </a:r>
          </a:p>
        </p:txBody>
      </p:sp>
      <p:sp>
        <p:nvSpPr>
          <p:cNvPr id="11" name="TextBox 10"/>
          <p:cNvSpPr txBox="1"/>
          <p:nvPr/>
        </p:nvSpPr>
        <p:spPr>
          <a:xfrm>
            <a:off x="850392" y="1801368"/>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2" name="Rectangle 11"/>
          <p:cNvSpPr/>
          <p:nvPr/>
        </p:nvSpPr>
        <p:spPr>
          <a:xfrm>
            <a:off x="649224" y="3017520"/>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6382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4-2</a:t>
            </a:r>
          </a:p>
        </p:txBody>
      </p:sp>
      <p:sp>
        <p:nvSpPr>
          <p:cNvPr id="14" name="TextBox 13"/>
          <p:cNvSpPr txBox="1"/>
          <p:nvPr/>
        </p:nvSpPr>
        <p:spPr>
          <a:xfrm>
            <a:off x="850392" y="3520439"/>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5" name="TextBox 14"/>
          <p:cNvSpPr txBox="1"/>
          <p:nvPr/>
        </p:nvSpPr>
        <p:spPr>
          <a:xfrm>
            <a:off x="649224" y="475488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600" b="0" i="0">
                <a:solidFill>
                  <a:srgbClr val="4E4F51"/>
                </a:solidFill>
                <a:latin typeface="Open Sans"/>
                <a:ea typeface="Noto Sans CJK KR"/>
              </a:rPr>
              <a:t>[AI가 쓰는 도구]</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[결과 예시]  ·  Commander 또는 Copilot 화면</a:t>
            </a:r>
          </a:p>
        </p:txBody>
      </p:sp>
      <p:sp>
        <p:nvSpPr>
          <p:cNvPr id="19" name="TextBox 18"/>
          <p:cNvSpPr txBox="1"/>
          <p:nvPr/>
        </p:nvSpPr>
        <p:spPr>
          <a:xfrm>
            <a:off x="6382512" y="1920240"/>
            <a:ext cx="4956048" cy="3566160"/>
          </a:xfrm>
          <a:prstGeom prst="rect">
            <a:avLst/>
          </a:prstGeom>
          <a:noFill/>
        </p:spPr>
        <p:txBody>
          <a:bodyPr wrap="square" lIns="0" rIns="0" tIns="0" bIns="0" anchor="ctr">
            <a:spAutoFit/>
          </a:bodyPr>
          <a:lstStyle/>
          <a:p>
            <a:pPr algn="ctr">
              <a:lnSpc>
                <a:spcPct val="112000"/>
              </a:lnSpc>
              <a:spcBef>
                <a:spcPts val="0"/>
              </a:spcBef>
              <a:spcAft>
                <a:spcPts val="400"/>
              </a:spcAft>
            </a:pPr>
            <a:r>
              <a:rPr sz="1700" b="1" i="0">
                <a:solidFill>
                  <a:srgbClr val="0E88AE"/>
                </a:solidFill>
                <a:latin typeface="Open Sans"/>
                <a:ea typeface="Noto Sans CJK KR"/>
              </a:rPr>
              <a:t>[결과 화면 캡처나 응답 예시를 넣습니다]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[이 Lab에서 꼭 짚을 점]</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5 | [실습 제목]</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29</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[이 Lab에서 할 일을 한 줄로]</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1]</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2]</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3]</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7" name="TextBox 16"/>
          <p:cNvSpPr txBox="1"/>
          <p:nvPr/>
        </p:nvSpPr>
        <p:spPr>
          <a:xfrm>
            <a:off x="7964424" y="3441313"/>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8" name="TextBox 17"/>
          <p:cNvSpPr txBox="1"/>
          <p:nvPr/>
        </p:nvSpPr>
        <p:spPr>
          <a:xfrm>
            <a:off x="7964424" y="3865107"/>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[00:00–00:00] / 직접 실습 [ ]분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5 | 입력할 프롬프트와 결과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30</a:t>
            </a:fld>
          </a:p>
        </p:txBody>
      </p:sp>
      <p:sp>
        <p:nvSpPr>
          <p:cNvPr id="9" name="Rectangle 8"/>
          <p:cNvSpPr/>
          <p:nvPr/>
        </p:nvSpPr>
        <p:spPr>
          <a:xfrm>
            <a:off x="649224" y="1298448"/>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5-1</a:t>
            </a:r>
          </a:p>
        </p:txBody>
      </p:sp>
      <p:sp>
        <p:nvSpPr>
          <p:cNvPr id="11" name="TextBox 10"/>
          <p:cNvSpPr txBox="1"/>
          <p:nvPr/>
        </p:nvSpPr>
        <p:spPr>
          <a:xfrm>
            <a:off x="850392" y="1801368"/>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2" name="Rectangle 11"/>
          <p:cNvSpPr/>
          <p:nvPr/>
        </p:nvSpPr>
        <p:spPr>
          <a:xfrm>
            <a:off x="649224" y="3017520"/>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6382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5-2</a:t>
            </a:r>
          </a:p>
        </p:txBody>
      </p:sp>
      <p:sp>
        <p:nvSpPr>
          <p:cNvPr id="14" name="TextBox 13"/>
          <p:cNvSpPr txBox="1"/>
          <p:nvPr/>
        </p:nvSpPr>
        <p:spPr>
          <a:xfrm>
            <a:off x="850392" y="3520439"/>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5" name="TextBox 14"/>
          <p:cNvSpPr txBox="1"/>
          <p:nvPr/>
        </p:nvSpPr>
        <p:spPr>
          <a:xfrm>
            <a:off x="649224" y="475488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600" b="0" i="0">
                <a:solidFill>
                  <a:srgbClr val="4E4F51"/>
                </a:solidFill>
                <a:latin typeface="Open Sans"/>
                <a:ea typeface="Noto Sans CJK KR"/>
              </a:rPr>
              <a:t>[AI가 쓰는 도구]</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[결과 예시]  ·  Commander 또는 Copilot 화면</a:t>
            </a:r>
          </a:p>
        </p:txBody>
      </p:sp>
      <p:sp>
        <p:nvSpPr>
          <p:cNvPr id="19" name="TextBox 18"/>
          <p:cNvSpPr txBox="1"/>
          <p:nvPr/>
        </p:nvSpPr>
        <p:spPr>
          <a:xfrm>
            <a:off x="6382512" y="1920240"/>
            <a:ext cx="4956048" cy="3566160"/>
          </a:xfrm>
          <a:prstGeom prst="rect">
            <a:avLst/>
          </a:prstGeom>
          <a:noFill/>
        </p:spPr>
        <p:txBody>
          <a:bodyPr wrap="square" lIns="0" rIns="0" tIns="0" bIns="0" anchor="ctr">
            <a:spAutoFit/>
          </a:bodyPr>
          <a:lstStyle/>
          <a:p>
            <a:pPr algn="ctr">
              <a:lnSpc>
                <a:spcPct val="112000"/>
              </a:lnSpc>
              <a:spcBef>
                <a:spcPts val="0"/>
              </a:spcBef>
              <a:spcAft>
                <a:spcPts val="400"/>
              </a:spcAft>
            </a:pPr>
            <a:r>
              <a:rPr sz="1700" b="1" i="0">
                <a:solidFill>
                  <a:srgbClr val="0E88AE"/>
                </a:solidFill>
                <a:latin typeface="Open Sans"/>
                <a:ea typeface="Noto Sans CJK KR"/>
              </a:rPr>
              <a:t>[결과 화면 캡처나 응답 예시를 넣습니다]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[이 Lab에서 꼭 짚을 점]</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Lab 6 | [실습 제목]</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31</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2100" b="1" i="0">
                <a:solidFill>
                  <a:srgbClr val="004C97"/>
                </a:solidFill>
                <a:latin typeface="Open Sans"/>
                <a:ea typeface="Noto Sans CJK KR"/>
              </a:rPr>
              <a:t>[이 Lab에서 할 일을 한 줄로]</a:t>
            </a:r>
          </a:p>
        </p:txBody>
      </p:sp>
      <p:sp>
        <p:nvSpPr>
          <p:cNvPr id="7" name="TextBox 6"/>
          <p:cNvSpPr txBox="1"/>
          <p:nvPr/>
        </p:nvSpPr>
        <p:spPr>
          <a:xfrm>
            <a:off x="649224" y="2295144"/>
            <a:ext cx="6400800" cy="411480"/>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진행 순서</a:t>
            </a:r>
          </a:p>
        </p:txBody>
      </p:sp>
      <p:sp>
        <p:nvSpPr>
          <p:cNvPr id="8" name="TextBox 7"/>
          <p:cNvSpPr txBox="1"/>
          <p:nvPr/>
        </p:nvSpPr>
        <p:spPr>
          <a:xfrm>
            <a:off x="649224" y="282549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1</a:t>
            </a:r>
          </a:p>
        </p:txBody>
      </p:sp>
      <p:sp>
        <p:nvSpPr>
          <p:cNvPr id="9" name="TextBox 8"/>
          <p:cNvSpPr txBox="1"/>
          <p:nvPr/>
        </p:nvSpPr>
        <p:spPr>
          <a:xfrm>
            <a:off x="1051560" y="282549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1]</a:t>
            </a:r>
          </a:p>
        </p:txBody>
      </p:sp>
      <p:sp>
        <p:nvSpPr>
          <p:cNvPr id="10" name="TextBox 9"/>
          <p:cNvSpPr txBox="1"/>
          <p:nvPr/>
        </p:nvSpPr>
        <p:spPr>
          <a:xfrm>
            <a:off x="649224" y="369417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2</a:t>
            </a:r>
          </a:p>
        </p:txBody>
      </p:sp>
      <p:sp>
        <p:nvSpPr>
          <p:cNvPr id="11" name="TextBox 10"/>
          <p:cNvSpPr txBox="1"/>
          <p:nvPr/>
        </p:nvSpPr>
        <p:spPr>
          <a:xfrm>
            <a:off x="1051560" y="369417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2]</a:t>
            </a:r>
          </a:p>
        </p:txBody>
      </p:sp>
      <p:sp>
        <p:nvSpPr>
          <p:cNvPr id="12" name="TextBox 11"/>
          <p:cNvSpPr txBox="1"/>
          <p:nvPr/>
        </p:nvSpPr>
        <p:spPr>
          <a:xfrm>
            <a:off x="649224" y="4562856"/>
            <a:ext cx="301752" cy="365760"/>
          </a:xfrm>
          <a:prstGeom prst="rect">
            <a:avLst/>
          </a:prstGeom>
          <a:noFill/>
        </p:spPr>
        <p:txBody>
          <a:bodyPr wrap="square" lIns="0" rIns="0" tIns="0" bIns="0" anchor="t">
            <a:spAutoFit/>
          </a:bodyPr>
          <a:lstStyle/>
          <a:p>
            <a:pPr algn="l">
              <a:lnSpc>
                <a:spcPct val="112000"/>
              </a:lnSpc>
              <a:spcBef>
                <a:spcPts val="0"/>
              </a:spcBef>
              <a:spcAft>
                <a:spcPts val="400"/>
              </a:spcAft>
            </a:pPr>
            <a:r>
              <a:rPr sz="2100" b="1" i="0">
                <a:solidFill>
                  <a:srgbClr val="0E88AE"/>
                </a:solidFill>
                <a:latin typeface="Open Sans"/>
                <a:ea typeface="Noto Sans CJK KR"/>
              </a:rPr>
              <a:t>3</a:t>
            </a:r>
          </a:p>
        </p:txBody>
      </p:sp>
      <p:sp>
        <p:nvSpPr>
          <p:cNvPr id="13" name="TextBox 12"/>
          <p:cNvSpPr txBox="1"/>
          <p:nvPr/>
        </p:nvSpPr>
        <p:spPr>
          <a:xfrm>
            <a:off x="1051560" y="4562856"/>
            <a:ext cx="6272783" cy="832103"/>
          </a:xfrm>
          <a:prstGeom prst="rect">
            <a:avLst/>
          </a:prstGeom>
          <a:noFill/>
        </p:spPr>
        <p:txBody>
          <a:bodyPr wrap="square" lIns="0" rIns="0" tIns="0" bIns="0" anchor="t">
            <a:spAutoFit/>
          </a:bodyPr>
          <a:lstStyle/>
          <a:p>
            <a:pPr algn="l">
              <a:lnSpc>
                <a:spcPct val="112000"/>
              </a:lnSpc>
              <a:spcBef>
                <a:spcPts val="0"/>
              </a:spcBef>
              <a:spcAft>
                <a:spcPts val="400"/>
              </a:spcAft>
            </a:pPr>
            <a:r>
              <a:rPr sz="1900" b="0" i="0">
                <a:solidFill>
                  <a:srgbClr val="4E4F51"/>
                </a:solidFill>
                <a:latin typeface="Open Sans"/>
                <a:ea typeface="Noto Sans CJK KR"/>
              </a:rPr>
              <a:t>[진행 순서 3]</a:t>
            </a:r>
          </a:p>
        </p:txBody>
      </p:sp>
      <p:sp>
        <p:nvSpPr>
          <p:cNvPr id="14" name="Rectangle 13"/>
          <p:cNvSpPr/>
          <p:nvPr/>
        </p:nvSpPr>
        <p:spPr>
          <a:xfrm>
            <a:off x="7744968" y="2267712"/>
            <a:ext cx="3785615" cy="31089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478024"/>
            <a:ext cx="3383280" cy="402336"/>
          </a:xfrm>
          <a:prstGeom prst="rect">
            <a:avLst/>
          </a:prstGeom>
          <a:noFill/>
        </p:spPr>
        <p:txBody>
          <a:bodyPr wrap="square" lIns="0" rIns="0" tIns="0" bIns="0" anchor="t">
            <a:spAutoFit/>
          </a:bodyPr>
          <a:lstStyle/>
          <a:p>
            <a:pPr algn="l">
              <a:lnSpc>
                <a:spcPct val="112000"/>
              </a:lnSpc>
              <a:spcBef>
                <a:spcPts val="0"/>
              </a:spcBef>
              <a:spcAft>
                <a:spcPts val="400"/>
              </a:spcAft>
            </a:pPr>
            <a:r>
              <a:rPr sz="2200" b="1" i="0">
                <a:solidFill>
                  <a:srgbClr val="004C97"/>
                </a:solidFill>
                <a:latin typeface="Open Sans"/>
                <a:ea typeface="Noto Sans CJK KR"/>
              </a:rPr>
              <a:t>완료 확인</a:t>
            </a:r>
          </a:p>
        </p:txBody>
      </p:sp>
      <p:sp>
        <p:nvSpPr>
          <p:cNvPr id="16" name="TextBox 15"/>
          <p:cNvSpPr txBox="1"/>
          <p:nvPr/>
        </p:nvSpPr>
        <p:spPr>
          <a:xfrm>
            <a:off x="7964424" y="3017520"/>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7" name="TextBox 16"/>
          <p:cNvSpPr txBox="1"/>
          <p:nvPr/>
        </p:nvSpPr>
        <p:spPr>
          <a:xfrm>
            <a:off x="7964424" y="3441313"/>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8" name="TextBox 17"/>
          <p:cNvSpPr txBox="1"/>
          <p:nvPr/>
        </p:nvSpPr>
        <p:spPr>
          <a:xfrm>
            <a:off x="7964424" y="3865107"/>
            <a:ext cx="3364992" cy="332353"/>
          </a:xfrm>
          <a:prstGeom prst="rect">
            <a:avLst/>
          </a:prstGeom>
          <a:noFill/>
        </p:spPr>
        <p:txBody>
          <a:bodyPr wrap="square" lIns="0" rIns="0" tIns="0" bIns="0" anchor="t">
            <a:spAutoFit/>
          </a:bodyPr>
          <a:lstStyle/>
          <a:p>
            <a:pPr algn="l">
              <a:lnSpc>
                <a:spcPct val="112000"/>
              </a:lnSpc>
              <a:spcBef>
                <a:spcPts val="0"/>
              </a:spcBef>
              <a:spcAft>
                <a:spcPts val="400"/>
              </a:spcAft>
            </a:pPr>
            <a:r>
              <a:rPr sz="1600" b="0" i="0">
                <a:solidFill>
                  <a:srgbClr val="4E4F51"/>
                </a:solidFill>
                <a:latin typeface="Open Sans"/>
                <a:ea typeface="Noto Sans CJK KR"/>
              </a:rPr>
              <a:t>□ [확인할 것]</a:t>
            </a:r>
          </a:p>
        </p:txBody>
      </p:sp>
      <p:sp>
        <p:nvSpPr>
          <p:cNvPr id="19" name="TextBox 18"/>
          <p:cNvSpPr txBox="1"/>
          <p:nvPr/>
        </p:nvSpPr>
        <p:spPr>
          <a:xfrm>
            <a:off x="649224" y="5504688"/>
            <a:ext cx="10698480" cy="292608"/>
          </a:xfrm>
          <a:prstGeom prst="rect">
            <a:avLst/>
          </a:prstGeom>
          <a:noFill/>
        </p:spPr>
        <p:txBody>
          <a:bodyPr wrap="square" lIns="0" rIns="0" tIns="0" bIns="0" anchor="t">
            <a:spAutoFit/>
          </a:bodyPr>
          <a:lstStyle/>
          <a:p>
            <a:pPr algn="l">
              <a:lnSpc>
                <a:spcPct val="112000"/>
              </a:lnSpc>
              <a:spcBef>
                <a:spcPts val="0"/>
              </a:spcBef>
              <a:spcAft>
                <a:spcPts val="400"/>
              </a:spcAft>
            </a:pPr>
            <a:r>
              <a:rPr sz="1400" b="1" i="0">
                <a:solidFill>
                  <a:srgbClr val="0E88AE"/>
                </a:solidFill>
                <a:latin typeface="Open Sans"/>
                <a:ea typeface="Noto Sans CJK KR"/>
              </a:rPr>
              <a:t>[00:00–00:00] / 직접 실습 [ ]분</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3100" b="0" i="0">
                <a:solidFill>
                  <a:srgbClr val="004C97"/>
                </a:solidFill>
                <a:latin typeface="Open Sans"/>
                <a:ea typeface="Noto Sans CJK KR"/>
              </a:rPr>
              <a:t>Lab 6 | 입력할 프롬프트와 결과 예시</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32</a:t>
            </a:fld>
          </a:p>
        </p:txBody>
      </p:sp>
      <p:sp>
        <p:nvSpPr>
          <p:cNvPr id="9" name="Rectangle 8"/>
          <p:cNvSpPr/>
          <p:nvPr/>
        </p:nvSpPr>
        <p:spPr>
          <a:xfrm>
            <a:off x="649224" y="1298448"/>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6-1</a:t>
            </a:r>
          </a:p>
        </p:txBody>
      </p:sp>
      <p:sp>
        <p:nvSpPr>
          <p:cNvPr id="11" name="TextBox 10"/>
          <p:cNvSpPr txBox="1"/>
          <p:nvPr/>
        </p:nvSpPr>
        <p:spPr>
          <a:xfrm>
            <a:off x="850392" y="1801368"/>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2" name="Rectangle 11"/>
          <p:cNvSpPr/>
          <p:nvPr/>
        </p:nvSpPr>
        <p:spPr>
          <a:xfrm>
            <a:off x="649224" y="3017520"/>
            <a:ext cx="5257800" cy="155448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 y="3163824"/>
            <a:ext cx="485546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프롬프트 6-2</a:t>
            </a:r>
          </a:p>
        </p:txBody>
      </p:sp>
      <p:sp>
        <p:nvSpPr>
          <p:cNvPr id="14" name="TextBox 13"/>
          <p:cNvSpPr txBox="1"/>
          <p:nvPr/>
        </p:nvSpPr>
        <p:spPr>
          <a:xfrm>
            <a:off x="850392" y="3520439"/>
            <a:ext cx="4855464" cy="932688"/>
          </a:xfrm>
          <a:prstGeom prst="rect">
            <a:avLst/>
          </a:prstGeom>
          <a:noFill/>
        </p:spPr>
        <p:txBody>
          <a:bodyPr wrap="square" lIns="0" rIns="0" tIns="0" bIns="0" anchor="t">
            <a:spAutoFit/>
          </a:bodyPr>
          <a:lstStyle/>
          <a:p>
            <a:pPr algn="l">
              <a:lnSpc>
                <a:spcPct val="108000"/>
              </a:lnSpc>
              <a:spcBef>
                <a:spcPts val="0"/>
              </a:spcBef>
              <a:spcAft>
                <a:spcPts val="200"/>
              </a:spcAft>
            </a:pPr>
            <a:r>
              <a:rPr sz="1600" b="1" i="0">
                <a:solidFill>
                  <a:srgbClr val="004C97"/>
                </a:solidFill>
                <a:latin typeface="Open Sans"/>
                <a:ea typeface="Noto Sans CJK KR"/>
              </a:rPr>
              <a:t>[입력할 프롬프트]</a:t>
            </a:r>
          </a:p>
        </p:txBody>
      </p:sp>
      <p:sp>
        <p:nvSpPr>
          <p:cNvPr id="15" name="TextBox 14"/>
          <p:cNvSpPr txBox="1"/>
          <p:nvPr/>
        </p:nvSpPr>
        <p:spPr>
          <a:xfrm>
            <a:off x="649224" y="4754880"/>
            <a:ext cx="5257800" cy="731520"/>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쓰는 도구  </a:t>
            </a:r>
            <a:r>
              <a:rPr sz="1600" b="0" i="0">
                <a:solidFill>
                  <a:srgbClr val="4E4F51"/>
                </a:solidFill>
                <a:latin typeface="Open Sans"/>
                <a:ea typeface="Noto Sans CJK KR"/>
              </a:rPr>
              <a:t>[AI가 쓰는 도구]</a:t>
            </a:r>
          </a:p>
        </p:txBody>
      </p:sp>
      <p:sp>
        <p:nvSpPr>
          <p:cNvPr id="16" name="Rectangle 15"/>
          <p:cNvSpPr/>
          <p:nvPr/>
        </p:nvSpPr>
        <p:spPr>
          <a:xfrm>
            <a:off x="6190488" y="1298448"/>
            <a:ext cx="5340096" cy="4370832"/>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98448"/>
            <a:ext cx="5340096" cy="457200"/>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91655" y="1389888"/>
            <a:ext cx="4937759" cy="292608"/>
          </a:xfrm>
          <a:prstGeom prst="rect">
            <a:avLst/>
          </a:prstGeom>
          <a:noFill/>
        </p:spPr>
        <p:txBody>
          <a:bodyPr wrap="square" lIns="0" rIns="0" tIns="0" bIns="0" anchor="t">
            <a:spAutoFit/>
          </a:bodyPr>
          <a:lstStyle/>
          <a:p>
            <a:pPr algn="l">
              <a:lnSpc>
                <a:spcPct val="112000"/>
              </a:lnSpc>
              <a:spcBef>
                <a:spcPts val="0"/>
              </a:spcBef>
              <a:spcAft>
                <a:spcPts val="0"/>
              </a:spcAft>
            </a:pPr>
            <a:r>
              <a:rPr sz="1500" b="0" i="0">
                <a:solidFill>
                  <a:srgbClr val="FFFFFF"/>
                </a:solidFill>
                <a:latin typeface="Open Sans"/>
                <a:ea typeface="Noto Sans CJK KR"/>
              </a:rPr>
              <a:t>[결과 예시]  ·  Commander 또는 Copilot 화면</a:t>
            </a:r>
          </a:p>
        </p:txBody>
      </p:sp>
      <p:sp>
        <p:nvSpPr>
          <p:cNvPr id="19" name="TextBox 18"/>
          <p:cNvSpPr txBox="1"/>
          <p:nvPr/>
        </p:nvSpPr>
        <p:spPr>
          <a:xfrm>
            <a:off x="6382512" y="1920240"/>
            <a:ext cx="4956048" cy="3566160"/>
          </a:xfrm>
          <a:prstGeom prst="rect">
            <a:avLst/>
          </a:prstGeom>
          <a:noFill/>
        </p:spPr>
        <p:txBody>
          <a:bodyPr wrap="square" lIns="0" rIns="0" tIns="0" bIns="0" anchor="ctr">
            <a:spAutoFit/>
          </a:bodyPr>
          <a:lstStyle/>
          <a:p>
            <a:pPr algn="ctr">
              <a:lnSpc>
                <a:spcPct val="112000"/>
              </a:lnSpc>
              <a:spcBef>
                <a:spcPts val="0"/>
              </a:spcBef>
              <a:spcAft>
                <a:spcPts val="400"/>
              </a:spcAft>
            </a:pPr>
            <a:r>
              <a:rPr sz="1700" b="1" i="0">
                <a:solidFill>
                  <a:srgbClr val="0E88AE"/>
                </a:solidFill>
                <a:latin typeface="Open Sans"/>
                <a:ea typeface="Noto Sans CJK KR"/>
              </a:rPr>
              <a:t>[결과 화면 캡처나 응답 예시를 넣습니다]</a:t>
            </a:r>
          </a:p>
        </p:txBody>
      </p:sp>
      <p:sp>
        <p:nvSpPr>
          <p:cNvPr id="20" name="TextBox 19"/>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[이 Lab에서 꼭 짚을 점]</a:t>
            </a:r>
          </a:p>
        </p:txBody>
      </p:sp>
      <p:sp>
        <p:nvSpPr>
          <p:cNvPr id="21" name="TextBox 20"/>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3장 Lab 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실습 중에 막혔을 때</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33</a:t>
            </a:fld>
          </a:p>
        </p:txBody>
      </p:sp>
      <p:graphicFrame>
        <p:nvGraphicFramePr>
          <p:cNvPr id="5" name="Table 4"/>
          <p:cNvGraphicFramePr>
            <a:graphicFrameLocks noGrp="1"/>
          </p:cNvGraphicFramePr>
          <p:nvPr/>
        </p:nvGraphicFramePr>
        <p:xfrm>
          <a:off x="649224" y="1298448"/>
          <a:ext cx="10881360" cy="4246775"/>
        </p:xfrm>
        <a:graphic>
          <a:graphicData uri="http://schemas.openxmlformats.org/drawingml/2006/table">
            <a:tbl>
              <a:tblPr firstRow="1" bandRow="1">
                <a:tableStyleId>{5C22544A-7EE6-4342-B048-85BDC9FD1C3A}</a:tableStyleId>
              </a:tblPr>
              <a:tblGrid>
                <a:gridCol w="3017520"/>
                <a:gridCol w="7863840"/>
              </a:tblGrid>
              <a:tr h="457200">
                <a:tc>
                  <a:txBody>
                    <a:bodyPr wrap="square"/>
                    <a:lstStyle/>
                    <a:p>
                      <a:pPr>
                        <a:lnSpc>
                          <a:spcPct val="106000"/>
                        </a:lnSpc>
                        <a:spcAft>
                          <a:spcPts val="0"/>
                        </a:spcAft>
                      </a:pPr>
                      <a:r>
                        <a:rPr sz="1550" b="1" i="0">
                          <a:solidFill>
                            <a:srgbClr val="FFFFFF"/>
                          </a:solidFill>
                          <a:latin typeface="Open Sans"/>
                          <a:ea typeface="Noto Sans CJK KR"/>
                        </a:rPr>
                        <a:t>증상</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이렇게 합니다</a:t>
                      </a:r>
                    </a:p>
                  </a:txBody>
                  <a:tcPr marL="109728" marR="91440" marT="54864" marB="45720" anchor="ctr">
                    <a:solidFill>
                      <a:srgbClr val="004C97"/>
                    </a:solidFill>
                  </a:tcPr>
                </a:tc>
              </a:tr>
              <a:tr h="648187">
                <a:tc>
                  <a:txBody>
                    <a:bodyPr wrap="square"/>
                    <a:lstStyle/>
                    <a:p>
                      <a:pPr>
                        <a:lnSpc>
                          <a:spcPct val="106000"/>
                        </a:lnSpc>
                        <a:spcAft>
                          <a:spcPts val="0"/>
                        </a:spcAft>
                      </a:pPr>
                      <a:r>
                        <a:rPr sz="1400" b="1" i="0">
                          <a:solidFill>
                            <a:srgbClr val="4E4F51"/>
                          </a:solidFill>
                          <a:latin typeface="Open Sans"/>
                          <a:ea typeface="Noto Sans CJK KR"/>
                        </a:rPr>
                        <a:t>연결 거부, 서버 응답 없음</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Commander 실행 → 워크스페이스 열기 → 포트 46248 확인 (디버그 빌드는 8080, 직접 바꿨다면 그 값)</a:t>
                      </a:r>
                    </a:p>
                  </a:txBody>
                  <a:tcPr marL="109728" marR="91440" marT="54864" marB="45720" anchor="ctr">
                    <a:solidFill>
                      <a:srgbClr val="F1F5F9"/>
                    </a:solidFill>
                  </a:tcPr>
                </a:tc>
              </a:tr>
              <a:tr h="648187">
                <a:tc>
                  <a:txBody>
                    <a:bodyPr wrap="square"/>
                    <a:lstStyle/>
                    <a:p>
                      <a:pPr>
                        <a:lnSpc>
                          <a:spcPct val="106000"/>
                        </a:lnSpc>
                        <a:spcAft>
                          <a:spcPts val="0"/>
                        </a:spcAft>
                      </a:pPr>
                      <a:r>
                        <a:rPr sz="1400" b="1" i="0">
                          <a:solidFill>
                            <a:srgbClr val="4E4F51"/>
                          </a:solidFill>
                          <a:latin typeface="Open Sans"/>
                          <a:ea typeface="Noto Sans CJK KR"/>
                        </a:rPr>
                        <a:t>tosca-commander 도구가 안 보임</a:t>
                      </a:r>
                    </a:p>
                  </a:txBody>
                  <a:tcPr marL="109728" marR="91440" marT="54864" marB="45720" anchor="ctr">
                    <a:solidFill>
                      <a:srgbClr val="FFFFFF"/>
                    </a:solidFill>
                  </a:tcPr>
                </a:tc>
                <a:tc>
                  <a:txBody>
                    <a:bodyPr wrap="square"/>
                    <a:lstStyle/>
                    <a:p>
                      <a:pPr>
                        <a:lnSpc>
                          <a:spcPct val="106000"/>
                        </a:lnSpc>
                        <a:spcAft>
                          <a:spcPts val="0"/>
                        </a:spcAft>
                      </a:pPr>
                      <a:r>
                        <a:rPr sz="1400" b="0" i="0">
                          <a:solidFill>
                            <a:srgbClr val="4E4F51"/>
                          </a:solidFill>
                          <a:latin typeface="Open Sans"/>
                          <a:ea typeface="Noto Sans CJK KR"/>
                        </a:rPr>
                        <a:t>MCP: List Servers → tosca-commander → Start Server. 채팅 창에서 Agent를 고르고 Open Customizations → Tools에서 도구를 켬</a:t>
                      </a:r>
                    </a:p>
                  </a:txBody>
                  <a:tcPr marL="109728" marR="91440" marT="54864" marB="45720" anchor="ctr">
                    <a:solidFill>
                      <a:srgbClr val="FFFFFF"/>
                    </a:solidFill>
                  </a:tcPr>
                </a:tc>
              </a:tr>
              <a:tr h="648187">
                <a:tc>
                  <a:txBody>
                    <a:bodyPr wrap="square"/>
                    <a:lstStyle/>
                    <a:p>
                      <a:pPr>
                        <a:lnSpc>
                          <a:spcPct val="106000"/>
                        </a:lnSpc>
                        <a:spcAft>
                          <a:spcPts val="0"/>
                        </a:spcAft>
                      </a:pPr>
                      <a:r>
                        <a:rPr sz="1400" b="1" i="0">
                          <a:solidFill>
                            <a:srgbClr val="4E4F51"/>
                          </a:solidFill>
                          <a:latin typeface="Open Sans"/>
                          <a:ea typeface="Noto Sans CJK KR"/>
                        </a:rPr>
                        <a:t>서버가 시작되지 않음</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MCP: List Servers → tosca-commander → Show Output으로 로그 확인. mcp-config.json은 mcpServers 키, .vscode/mcp.json은 servers 키</a:t>
                      </a:r>
                    </a:p>
                  </a:txBody>
                  <a:tcPr marL="109728" marR="91440" marT="54864" marB="45720" anchor="ctr">
                    <a:solidFill>
                      <a:srgbClr val="F1F5F9"/>
                    </a:solidFill>
                  </a:tcPr>
                </a:tc>
              </a:tr>
              <a:tr h="648187">
                <a:tc>
                  <a:txBody>
                    <a:bodyPr wrap="square"/>
                    <a:lstStyle/>
                    <a:p>
                      <a:pPr>
                        <a:lnSpc>
                          <a:spcPct val="106000"/>
                        </a:lnSpc>
                        <a:spcAft>
                          <a:spcPts val="0"/>
                        </a:spcAft>
                      </a:pPr>
                      <a:r>
                        <a:rPr sz="1400" b="1" i="0">
                          <a:solidFill>
                            <a:srgbClr val="4E4F51"/>
                          </a:solidFill>
                          <a:latin typeface="Open Sans"/>
                          <a:ea typeface="Noto Sans CJK KR"/>
                        </a:rPr>
                        <a:t>Commander가 대화상자를 띄우고 멈춤</a:t>
                      </a:r>
                    </a:p>
                  </a:txBody>
                  <a:tcPr marL="109728" marR="91440" marT="54864" marB="45720" anchor="ctr">
                    <a:solidFill>
                      <a:srgbClr val="FFFFFF"/>
                    </a:solidFill>
                  </a:tcPr>
                </a:tc>
                <a:tc>
                  <a:txBody>
                    <a:bodyPr wrap="square"/>
                    <a:lstStyle/>
                    <a:p>
                      <a:pPr>
                        <a:lnSpc>
                          <a:spcPct val="106000"/>
                        </a:lnSpc>
                        <a:spcAft>
                          <a:spcPts val="0"/>
                        </a:spcAft>
                      </a:pPr>
                      <a:r>
                        <a:rPr sz="1400" b="0" i="0">
                          <a:solidFill>
                            <a:srgbClr val="4E4F51"/>
                          </a:solidFill>
                          <a:latin typeface="Open Sans"/>
                          <a:ea typeface="Noto Sans CJK KR"/>
                        </a:rPr>
                        <a:t>대화상자 닫기 → "속성 변경(set_attribute)으로 해줘". T00 규칙 5로 예방</a:t>
                      </a:r>
                    </a:p>
                  </a:txBody>
                  <a:tcPr marL="109728" marR="91440" marT="54864" marB="45720" anchor="ctr">
                    <a:solidFill>
                      <a:srgbClr val="FFFFFF"/>
                    </a:solidFill>
                  </a:tcPr>
                </a:tc>
              </a:tr>
              <a:tr h="548640">
                <a:tc>
                  <a:txBody>
                    <a:bodyPr wrap="square"/>
                    <a:lstStyle/>
                    <a:p>
                      <a:pPr>
                        <a:lnSpc>
                          <a:spcPct val="106000"/>
                        </a:lnSpc>
                        <a:spcAft>
                          <a:spcPts val="0"/>
                        </a:spcAft>
                      </a:pPr>
                      <a:r>
                        <a:rPr sz="1400" b="1" i="0">
                          <a:solidFill>
                            <a:srgbClr val="4E4F51"/>
                          </a:solidFill>
                          <a:latin typeface="Open Sans"/>
                          <a:ea typeface="Noto Sans CJK KR"/>
                        </a:rPr>
                        <a:t>실행 결과가 안 돌아옴, 시간 초과</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재실행하지 말고 "마지막 실행 결과를 확인해줘"</a:t>
                      </a:r>
                    </a:p>
                  </a:txBody>
                  <a:tcPr marL="109728" marR="91440" marT="54864" marB="45720" anchor="ctr">
                    <a:solidFill>
                      <a:srgbClr val="F1F5F9"/>
                    </a:solidFill>
                  </a:tcPr>
                </a:tc>
              </a:tr>
              <a:tr h="648187">
                <a:tc>
                  <a:txBody>
                    <a:bodyPr wrap="square"/>
                    <a:lstStyle/>
                    <a:p>
                      <a:pPr>
                        <a:lnSpc>
                          <a:spcPct val="106000"/>
                        </a:lnSpc>
                        <a:spcAft>
                          <a:spcPts val="0"/>
                        </a:spcAft>
                      </a:pPr>
                      <a:r>
                        <a:rPr sz="1400" b="1" i="0">
                          <a:solidFill>
                            <a:srgbClr val="4E4F51"/>
                          </a:solidFill>
                          <a:latin typeface="Open Sans"/>
                          <a:ea typeface="Noto Sans CJK KR"/>
                        </a:rPr>
                        <a:t>바꾼 내용이 사라짐, 실행에 안 들어감</a:t>
                      </a:r>
                    </a:p>
                  </a:txBody>
                  <a:tcPr marL="109728" marR="91440" marT="54864" marB="45720" anchor="ctr">
                    <a:solidFill>
                      <a:srgbClr val="FFFFFF"/>
                    </a:solidFill>
                  </a:tcPr>
                </a:tc>
                <a:tc>
                  <a:txBody>
                    <a:bodyPr wrap="square"/>
                    <a:lstStyle/>
                    <a:p>
                      <a:pPr>
                        <a:lnSpc>
                          <a:spcPct val="106000"/>
                        </a:lnSpc>
                        <a:spcAft>
                          <a:spcPts val="0"/>
                        </a:spcAft>
                      </a:pPr>
                      <a:r>
                        <a:rPr sz="1400" b="0" i="0">
                          <a:solidFill>
                            <a:srgbClr val="4E4F51"/>
                          </a:solidFill>
                          <a:latin typeface="Open Sans"/>
                          <a:ea typeface="Noto Sans CJK KR"/>
                        </a:rPr>
                        <a:t>값을 바꾸면 실행 전과 작업 끝에 저장 요청 (save_workspace)</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그래도 안 되면 Copilot 응답을 그대로 복사해 강사에게 보여 주세요. 증상 10가지 전체는 워크북 부록 B에 있습니다.</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부록 B</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03</a:t>
            </a:r>
          </a:p>
          <a:p>
            <a:r>
              <a:rPr sz="3800" b="0" i="0">
                <a:solidFill>
                  <a:srgbClr val="004C97"/>
                </a:solidFill>
                <a:latin typeface="Open Sans"/>
                <a:ea typeface="Noto Sans CJK KR"/>
              </a:rPr>
              <a:t>활용사례와 프롬프트 작성법</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업무에 써 볼 만한 여섯 가지와</a:t>
            </a:r>
          </a:p>
          <a:p>
            <a:pPr algn="l">
              <a:lnSpc>
                <a:spcPct val="112000"/>
              </a:lnSpc>
              <a:spcBef>
                <a:spcPts val="0"/>
              </a:spcBef>
              <a:spcAft>
                <a:spcPts val="400"/>
              </a:spcAft>
            </a:pPr>
            <a:r>
              <a:rPr sz="2300" b="0" i="0">
                <a:solidFill>
                  <a:srgbClr val="4E4F51"/>
                </a:solidFill>
                <a:latin typeface="Open Sans"/>
                <a:ea typeface="Noto Sans CJK KR"/>
              </a:rPr>
              <a:t>원하는 결과가 나오는 프롬프트 쓰는 법</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업무에 써 볼 만한 여섯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35</a:t>
            </a:fld>
          </a:p>
        </p:txBody>
      </p:sp>
      <p:graphicFrame>
        <p:nvGraphicFramePr>
          <p:cNvPr id="5" name="Table 4"/>
          <p:cNvGraphicFramePr>
            <a:graphicFrameLocks noGrp="1"/>
          </p:cNvGraphicFramePr>
          <p:nvPr/>
        </p:nvGraphicFramePr>
        <p:xfrm>
          <a:off x="649224" y="1298448"/>
          <a:ext cx="10881360" cy="4297680"/>
        </p:xfrm>
        <a:graphic>
          <a:graphicData uri="http://schemas.openxmlformats.org/drawingml/2006/table">
            <a:tbl>
              <a:tblPr firstRow="1" bandRow="1">
                <a:tableStyleId>{5C22544A-7EE6-4342-B048-85BDC9FD1C3A}</a:tableStyleId>
              </a:tblPr>
              <a:tblGrid>
                <a:gridCol w="2240280"/>
                <a:gridCol w="4800600"/>
                <a:gridCol w="2697480"/>
                <a:gridCol w="1143000"/>
              </a:tblGrid>
              <a:tr h="457200">
                <a:tc>
                  <a:txBody>
                    <a:bodyPr wrap="square"/>
                    <a:lstStyle/>
                    <a:p>
                      <a:pPr>
                        <a:lnSpc>
                          <a:spcPct val="106000"/>
                        </a:lnSpc>
                        <a:spcAft>
                          <a:spcPts val="0"/>
                        </a:spcAft>
                      </a:pPr>
                      <a:r>
                        <a:rPr sz="1500" b="1" i="0">
                          <a:solidFill>
                            <a:srgbClr val="FFFFFF"/>
                          </a:solidFill>
                          <a:latin typeface="Open Sans"/>
                          <a:ea typeface="Noto Sans CJK KR"/>
                        </a:rPr>
                        <a:t>활용사례</a:t>
                      </a:r>
                    </a:p>
                  </a:txBody>
                  <a:tcPr marL="109728" marR="91440" marT="54864" marB="45720" anchor="ctr">
                    <a:solidFill>
                      <a:srgbClr val="004C97"/>
                    </a:solidFill>
                  </a:tcPr>
                </a:tc>
                <a:tc>
                  <a:txBody>
                    <a:bodyPr wrap="square"/>
                    <a:lstStyle/>
                    <a:p>
                      <a:pPr>
                        <a:lnSpc>
                          <a:spcPct val="106000"/>
                        </a:lnSpc>
                        <a:spcAft>
                          <a:spcPts val="0"/>
                        </a:spcAft>
                      </a:pPr>
                      <a:r>
                        <a:rPr sz="1500" b="1" i="0">
                          <a:solidFill>
                            <a:srgbClr val="FFFFFF"/>
                          </a:solidFill>
                          <a:latin typeface="Open Sans"/>
                          <a:ea typeface="Noto Sans CJK KR"/>
                        </a:rPr>
                        <a:t>이렇게 씁니다</a:t>
                      </a:r>
                    </a:p>
                  </a:txBody>
                  <a:tcPr marL="109728" marR="91440" marT="54864" marB="45720" anchor="ctr">
                    <a:solidFill>
                      <a:srgbClr val="004C97"/>
                    </a:solidFill>
                  </a:tcPr>
                </a:tc>
                <a:tc>
                  <a:txBody>
                    <a:bodyPr wrap="square"/>
                    <a:lstStyle/>
                    <a:p>
                      <a:pPr>
                        <a:lnSpc>
                          <a:spcPct val="106000"/>
                        </a:lnSpc>
                        <a:spcAft>
                          <a:spcPts val="0"/>
                        </a:spcAft>
                      </a:pPr>
                      <a:r>
                        <a:rPr sz="1500" b="1" i="0">
                          <a:solidFill>
                            <a:srgbClr val="FFFFFF"/>
                          </a:solidFill>
                          <a:latin typeface="Open Sans"/>
                          <a:ea typeface="Noto Sans CJK KR"/>
                        </a:rPr>
                        <a:t>사람이 확인할 것</a:t>
                      </a:r>
                    </a:p>
                  </a:txBody>
                  <a:tcPr marL="109728" marR="91440" marT="54864" marB="45720" anchor="ctr">
                    <a:solidFill>
                      <a:srgbClr val="004C97"/>
                    </a:solidFill>
                  </a:tcPr>
                </a:tc>
                <a:tc>
                  <a:txBody>
                    <a:bodyPr wrap="square"/>
                    <a:lstStyle/>
                    <a:p>
                      <a:pPr>
                        <a:lnSpc>
                          <a:spcPct val="106000"/>
                        </a:lnSpc>
                        <a:spcAft>
                          <a:spcPts val="0"/>
                        </a:spcAft>
                      </a:pPr>
                      <a:r>
                        <a:rPr sz="1500" b="1" i="0">
                          <a:solidFill>
                            <a:srgbClr val="FFFFFF"/>
                          </a:solidFill>
                          <a:latin typeface="Open Sans"/>
                          <a:ea typeface="Noto Sans CJK KR"/>
                        </a:rPr>
                        <a:t>템플릿</a:t>
                      </a:r>
                    </a:p>
                  </a:txBody>
                  <a:tcPr marL="109728" marR="91440" marT="54864" marB="45720" anchor="ctr">
                    <a:solidFill>
                      <a:srgbClr val="004C97"/>
                    </a:solidFill>
                  </a:tcPr>
                </a:tc>
              </a:tr>
              <a:tr h="640080">
                <a:tc>
                  <a:txBody>
                    <a:bodyPr wrap="square"/>
                    <a:lstStyle/>
                    <a:p>
                      <a:pPr>
                        <a:lnSpc>
                          <a:spcPct val="106000"/>
                        </a:lnSpc>
                        <a:spcAft>
                          <a:spcPts val="0"/>
                        </a:spcAft>
                      </a:pPr>
                      <a:r>
                        <a:rPr sz="1350" b="1" i="0">
                          <a:solidFill>
                            <a:srgbClr val="4E4F51"/>
                          </a:solidFill>
                          <a:latin typeface="Open Sans"/>
                          <a:ea typeface="Noto Sans CJK KR"/>
                        </a:rPr>
                        <a:t>수동 테스트 문서 옮기기</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엑셀이나 워드로 관리하던 수동 테스트 절차를 Tosca 수동 테스트케이스로 등록합니다.</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스텝 누락, 기대 결과 문구</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T05</a:t>
                      </a:r>
                    </a:p>
                  </a:txBody>
                  <a:tcPr marL="109728" marR="91440" marT="54864" marB="45720" anchor="ctr">
                    <a:solidFill>
                      <a:srgbClr val="F1F5F9"/>
                    </a:solidFill>
                  </a:tcPr>
                </a:tc>
              </a:tr>
              <a:tr h="640080">
                <a:tc>
                  <a:txBody>
                    <a:bodyPr wrap="square"/>
                    <a:lstStyle/>
                    <a:p>
                      <a:pPr>
                        <a:lnSpc>
                          <a:spcPct val="106000"/>
                        </a:lnSpc>
                        <a:spcAft>
                          <a:spcPts val="0"/>
                        </a:spcAft>
                      </a:pPr>
                      <a:r>
                        <a:rPr sz="1350" b="1" i="0">
                          <a:solidFill>
                            <a:srgbClr val="4E4F51"/>
                          </a:solidFill>
                          <a:latin typeface="Open Sans"/>
                          <a:ea typeface="Noto Sans CJK KR"/>
                        </a:rPr>
                        <a:t>자동화 초안 만들기</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시나리오 문장과 기존 모듈로 자동 테스트케이스 초안을 만들고 ScratchBook에서 바로 돌려 봅니다.</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모듈 매칭, ActionMode, 테스트 데이터</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T06</a:t>
                      </a:r>
                    </a:p>
                  </a:txBody>
                  <a:tcPr marL="109728" marR="91440" marT="54864" marB="45720" anchor="ctr">
                    <a:solidFill>
                      <a:srgbClr val="FFFFFF"/>
                    </a:solidFill>
                  </a:tcPr>
                </a:tc>
              </a:tr>
              <a:tr h="640080">
                <a:tc>
                  <a:txBody>
                    <a:bodyPr wrap="square"/>
                    <a:lstStyle/>
                    <a:p>
                      <a:pPr>
                        <a:lnSpc>
                          <a:spcPct val="106000"/>
                        </a:lnSpc>
                        <a:spcAft>
                          <a:spcPts val="0"/>
                        </a:spcAft>
                      </a:pPr>
                      <a:r>
                        <a:rPr sz="1350" b="1" i="0">
                          <a:solidFill>
                            <a:srgbClr val="4E4F51"/>
                          </a:solidFill>
                          <a:latin typeface="Open Sans"/>
                          <a:ea typeface="Noto Sans CJK KR"/>
                        </a:rPr>
                        <a:t>테스트케이스 읽어 주기</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다른 사람이 만든 테스트케이스의 목적, 스텝, 데이터를 문장으로 요약해 인수인계 자료로 씁니다.</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업무 의미가 맞는지</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T07</a:t>
                      </a:r>
                    </a:p>
                  </a:txBody>
                  <a:tcPr marL="109728" marR="91440" marT="54864" marB="45720" anchor="ctr">
                    <a:solidFill>
                      <a:srgbClr val="F1F5F9"/>
                    </a:solidFill>
                  </a:tcPr>
                </a:tc>
              </a:tr>
              <a:tr h="640080">
                <a:tc>
                  <a:txBody>
                    <a:bodyPr wrap="square"/>
                    <a:lstStyle/>
                    <a:p>
                      <a:pPr>
                        <a:lnSpc>
                          <a:spcPct val="106000"/>
                        </a:lnSpc>
                        <a:spcAft>
                          <a:spcPts val="0"/>
                        </a:spcAft>
                      </a:pPr>
                      <a:r>
                        <a:rPr sz="1350" b="1" i="0">
                          <a:solidFill>
                            <a:srgbClr val="4E4F51"/>
                          </a:solidFill>
                          <a:latin typeface="Open Sans"/>
                          <a:ea typeface="Noto Sans CJK KR"/>
                        </a:rPr>
                        <a:t>실패 원인 분석</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실패한 실행을 읽어 원인을 분류하고, 두 실행을 비교하거나 자주 흔들리는 테스트를 찾습니다.</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결함 등록 여부, 확신도 낮은 항목</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T10 · T12 · T13</a:t>
                      </a:r>
                    </a:p>
                  </a:txBody>
                  <a:tcPr marL="109728" marR="91440" marT="54864" marB="45720" anchor="ctr">
                    <a:solidFill>
                      <a:srgbClr val="FFFFFF"/>
                    </a:solidFill>
                  </a:tcPr>
                </a:tc>
              </a:tr>
              <a:tr h="640080">
                <a:tc>
                  <a:txBody>
                    <a:bodyPr wrap="square"/>
                    <a:lstStyle/>
                    <a:p>
                      <a:pPr>
                        <a:lnSpc>
                          <a:spcPct val="106000"/>
                        </a:lnSpc>
                        <a:spcAft>
                          <a:spcPts val="0"/>
                        </a:spcAft>
                      </a:pPr>
                      <a:r>
                        <a:rPr sz="1350" b="1" i="0">
                          <a:solidFill>
                            <a:srgbClr val="4E4F51"/>
                          </a:solidFill>
                          <a:latin typeface="Open Sans"/>
                          <a:ea typeface="Noto Sans CJK KR"/>
                        </a:rPr>
                        <a:t>반복 편집</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여러 테스트케이스의 상태값 변경, TCP 설정, 스텝 추가처럼 손이 많이 가는 편집을 맡깁니다.</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대상 범위, 체크인 전 변경 목록</a:t>
                      </a:r>
                    </a:p>
                  </a:txBody>
                  <a:tcPr marL="109728" marR="91440" marT="54864" marB="45720" anchor="ctr">
                    <a:solidFill>
                      <a:srgbClr val="F1F5F9"/>
                    </a:solidFill>
                  </a:tcPr>
                </a:tc>
                <a:tc>
                  <a:txBody>
                    <a:bodyPr wrap="square"/>
                    <a:lstStyle/>
                    <a:p>
                      <a:pPr>
                        <a:lnSpc>
                          <a:spcPct val="106000"/>
                        </a:lnSpc>
                        <a:spcAft>
                          <a:spcPts val="0"/>
                        </a:spcAft>
                      </a:pPr>
                      <a:r>
                        <a:rPr sz="1350" b="0" i="0">
                          <a:solidFill>
                            <a:srgbClr val="4E4F51"/>
                          </a:solidFill>
                          <a:latin typeface="Open Sans"/>
                          <a:ea typeface="Noto Sans CJK KR"/>
                        </a:rPr>
                        <a:t>T03 · T04</a:t>
                      </a:r>
                    </a:p>
                  </a:txBody>
                  <a:tcPr marL="109728" marR="91440" marT="54864" marB="45720" anchor="ctr">
                    <a:solidFill>
                      <a:srgbClr val="F1F5F9"/>
                    </a:solidFill>
                  </a:tcPr>
                </a:tc>
              </a:tr>
              <a:tr h="640080">
                <a:tc>
                  <a:txBody>
                    <a:bodyPr wrap="square"/>
                    <a:lstStyle/>
                    <a:p>
                      <a:pPr>
                        <a:lnSpc>
                          <a:spcPct val="106000"/>
                        </a:lnSpc>
                        <a:spcAft>
                          <a:spcPts val="0"/>
                        </a:spcAft>
                      </a:pPr>
                      <a:r>
                        <a:rPr sz="1350" b="1" i="0">
                          <a:solidFill>
                            <a:srgbClr val="4E4F51"/>
                          </a:solidFill>
                          <a:latin typeface="Open Sans"/>
                          <a:ea typeface="Noto Sans CJK KR"/>
                        </a:rPr>
                        <a:t>API·데이터 테스트</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API 요청 모듈을 실제 응답까지 받아 만들고, Data Integrity로 DB 간 데이터 비교 테스트를 만듭니다.</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접속 정보와 비밀번호는 직접 입력</a:t>
                      </a:r>
                    </a:p>
                  </a:txBody>
                  <a:tcPr marL="109728" marR="91440" marT="54864" marB="45720" anchor="ctr">
                    <a:solidFill>
                      <a:srgbClr val="FFFFFF"/>
                    </a:solidFill>
                  </a:tcPr>
                </a:tc>
                <a:tc>
                  <a:txBody>
                    <a:bodyPr wrap="square"/>
                    <a:lstStyle/>
                    <a:p>
                      <a:pPr>
                        <a:lnSpc>
                          <a:spcPct val="106000"/>
                        </a:lnSpc>
                        <a:spcAft>
                          <a:spcPts val="0"/>
                        </a:spcAft>
                      </a:pPr>
                      <a:r>
                        <a:rPr sz="1350" b="0" i="0">
                          <a:solidFill>
                            <a:srgbClr val="4E4F51"/>
                          </a:solidFill>
                          <a:latin typeface="Open Sans"/>
                          <a:ea typeface="Noto Sans CJK KR"/>
                        </a:rPr>
                        <a:t>T17</a:t>
                      </a:r>
                    </a:p>
                  </a:txBody>
                  <a:tcPr marL="109728" marR="91440" marT="54864" marB="45720" anchor="ctr">
                    <a:solidFill>
                      <a:srgbClr val="FFFFFF"/>
                    </a:solidFill>
                  </a:tcPr>
                </a:tc>
              </a:tr>
            </a:tbl>
          </a:graphicData>
        </a:graphic>
      </p:graphicFrame>
      <p:sp>
        <p:nvSpPr>
          <p:cNvPr id="6" name="TextBox 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API 모듈 만들기는 대응하는 공식 워크플로가 없어 템플릿 없이 네 요소로 직접 씁니다(워크북 4.1 예시).</a:t>
            </a:r>
          </a:p>
        </p:txBody>
      </p:sp>
      <p:sp>
        <p:nvSpPr>
          <p:cNvPr id="7" name="TextBox 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프롬프트 문장이 도구 입력이 됩니다</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36</a:t>
            </a:fld>
          </a:p>
        </p:txBody>
      </p:sp>
      <p:sp>
        <p:nvSpPr>
          <p:cNvPr id="5" name="Rectangle 4"/>
          <p:cNvSpPr/>
          <p:nvPr/>
        </p:nvSpPr>
        <p:spPr>
          <a:xfrm>
            <a:off x="649224" y="1298448"/>
            <a:ext cx="10881360" cy="132588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71600"/>
            <a:ext cx="10424160" cy="1188720"/>
          </a:xfrm>
          <a:prstGeom prst="rect">
            <a:avLst/>
          </a:prstGeom>
          <a:noFill/>
        </p:spPr>
        <p:txBody>
          <a:bodyPr wrap="square" lIns="0" rIns="0" tIns="0" bIns="0" anchor="ctr">
            <a:spAutoFit/>
          </a:bodyPr>
          <a:lstStyle/>
          <a:p>
            <a:pPr algn="l">
              <a:lnSpc>
                <a:spcPct val="120000"/>
              </a:lnSpc>
              <a:spcBef>
                <a:spcPts val="0"/>
              </a:spcBef>
              <a:spcAft>
                <a:spcPts val="400"/>
              </a:spcAft>
            </a:pPr>
            <a:r>
              <a:rPr sz="2000" b="1" i="0">
                <a:solidFill>
                  <a:srgbClr val="004C97"/>
                </a:solidFill>
                <a:latin typeface="Open Sans"/>
                <a:ea typeface="Noto Sans CJK KR"/>
              </a:rPr>
              <a:t>TestCases/회원/홍길동</a:t>
            </a:r>
            <a:r>
              <a:rPr sz="2000" b="1" i="0">
                <a:solidFill>
                  <a:srgbClr val="0E88AE"/>
                </a:solidFill>
                <a:latin typeface="Open Sans"/>
                <a:ea typeface="Noto Sans CJK KR"/>
              </a:rPr>
              <a:t> ①</a:t>
            </a:r>
            <a:r>
              <a:rPr sz="2000" b="0" i="0">
                <a:solidFill>
                  <a:srgbClr val="4E4F51"/>
                </a:solidFill>
                <a:latin typeface="Open Sans"/>
                <a:ea typeface="Noto Sans CJK KR"/>
              </a:rPr>
              <a:t> 폴더에 </a:t>
            </a:r>
            <a:r>
              <a:rPr sz="2000" b="1" i="0">
                <a:solidFill>
                  <a:srgbClr val="004C97"/>
                </a:solidFill>
                <a:latin typeface="Open Sans"/>
                <a:ea typeface="Noto Sans CJK KR"/>
              </a:rPr>
              <a:t>'로그인 성공_자동'</a:t>
            </a:r>
            <a:r>
              <a:rPr sz="2000" b="1" i="0">
                <a:solidFill>
                  <a:srgbClr val="0E88AE"/>
                </a:solidFill>
                <a:latin typeface="Open Sans"/>
                <a:ea typeface="Noto Sans CJK KR"/>
              </a:rPr>
              <a:t> ②</a:t>
            </a:r>
            <a:r>
              <a:rPr sz="2000" b="0" i="0">
                <a:solidFill>
                  <a:srgbClr val="4E4F51"/>
                </a:solidFill>
                <a:latin typeface="Open Sans"/>
                <a:ea typeface="Noto Sans CJK KR"/>
              </a:rPr>
              <a:t> 테스트케이스를 만들어줘. 모듈은 </a:t>
            </a:r>
            <a:r>
              <a:rPr sz="2000" b="1" i="0">
                <a:solidFill>
                  <a:srgbClr val="004C97"/>
                </a:solidFill>
                <a:latin typeface="Open Sans"/>
                <a:ea typeface="Noto Sans CJK KR"/>
              </a:rPr>
              <a:t>Modules/회원에서만</a:t>
            </a:r>
            <a:r>
              <a:rPr sz="2000" b="1" i="0">
                <a:solidFill>
                  <a:srgbClr val="0E88AE"/>
                </a:solidFill>
                <a:latin typeface="Open Sans"/>
                <a:ea typeface="Noto Sans CJK KR"/>
              </a:rPr>
              <a:t> ③</a:t>
            </a:r>
            <a:r>
              <a:rPr sz="2000" b="0" i="0">
                <a:solidFill>
                  <a:srgbClr val="4E4F51"/>
                </a:solidFill>
                <a:latin typeface="Open Sans"/>
                <a:ea typeface="Noto Sans CJK KR"/>
              </a:rPr>
              <a:t> 찾고, Account는 </a:t>
            </a:r>
            <a:r>
              <a:rPr sz="2000" b="1" i="0">
                <a:solidFill>
                  <a:srgbClr val="004C97"/>
                </a:solidFill>
                <a:latin typeface="Open Sans"/>
                <a:ea typeface="Noto Sans CJK KR"/>
              </a:rPr>
              <a:t>Verify</a:t>
            </a:r>
            <a:r>
              <a:rPr sz="2000" b="1" i="0">
                <a:solidFill>
                  <a:srgbClr val="0E88AE"/>
                </a:solidFill>
                <a:latin typeface="Open Sans"/>
                <a:ea typeface="Noto Sans CJK KR"/>
              </a:rPr>
              <a:t> ④</a:t>
            </a:r>
            <a:r>
              <a:rPr sz="2000" b="0" i="0">
                <a:solidFill>
                  <a:srgbClr val="4E4F51"/>
                </a:solidFill>
                <a:latin typeface="Open Sans"/>
                <a:ea typeface="Noto Sans CJK KR"/>
              </a:rPr>
              <a:t>로 검증해줘.</a:t>
            </a:r>
          </a:p>
        </p:txBody>
      </p:sp>
      <p:sp>
        <p:nvSpPr>
          <p:cNvPr id="7" name="Rectangle 6"/>
          <p:cNvSpPr/>
          <p:nvPr/>
        </p:nvSpPr>
        <p:spPr>
          <a:xfrm>
            <a:off x="649224"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③</a:t>
            </a:r>
          </a:p>
        </p:txBody>
      </p:sp>
      <p:sp>
        <p:nvSpPr>
          <p:cNvPr id="9" name="TextBox 8"/>
          <p:cNvSpPr txBox="1"/>
          <p:nvPr/>
        </p:nvSpPr>
        <p:spPr>
          <a:xfrm>
            <a:off x="795528"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list_assets</a:t>
            </a:r>
          </a:p>
        </p:txBody>
      </p:sp>
      <p:sp>
        <p:nvSpPr>
          <p:cNvPr id="10" name="TextBox 9"/>
          <p:cNvSpPr txBox="1"/>
          <p:nvPr/>
        </p:nvSpPr>
        <p:spPr>
          <a:xfrm>
            <a:off x="795528"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assetType = XModule</a:t>
            </a:r>
          </a:p>
          <a:p>
            <a:pPr algn="l">
              <a:lnSpc>
                <a:spcPct val="112000"/>
              </a:lnSpc>
              <a:spcBef>
                <a:spcPts val="0"/>
              </a:spcBef>
              <a:spcAft>
                <a:spcPts val="400"/>
              </a:spcAft>
            </a:pPr>
            <a:r>
              <a:rPr sz="1350" b="0" i="0">
                <a:solidFill>
                  <a:srgbClr val="4E4F51"/>
                </a:solidFill>
                <a:latin typeface="Open Sans"/>
                <a:ea typeface="Noto Sans CJK KR"/>
              </a:rPr>
              <a:t>root = Modules/회원</a:t>
            </a:r>
          </a:p>
        </p:txBody>
      </p:sp>
      <p:sp>
        <p:nvSpPr>
          <p:cNvPr id="11" name="TextBox 10"/>
          <p:cNvSpPr txBox="1"/>
          <p:nvPr/>
        </p:nvSpPr>
        <p:spPr>
          <a:xfrm>
            <a:off x="3257550" y="3840480"/>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2" name="Rectangle 11"/>
          <p:cNvSpPr/>
          <p:nvPr/>
        </p:nvSpPr>
        <p:spPr>
          <a:xfrm>
            <a:off x="3408426"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4730"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AI 판단</a:t>
            </a:r>
          </a:p>
        </p:txBody>
      </p:sp>
      <p:sp>
        <p:nvSpPr>
          <p:cNvPr id="14" name="TextBox 13"/>
          <p:cNvSpPr txBox="1"/>
          <p:nvPr/>
        </p:nvSpPr>
        <p:spPr>
          <a:xfrm>
            <a:off x="3554730"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get_object_info</a:t>
            </a:r>
          </a:p>
        </p:txBody>
      </p:sp>
      <p:sp>
        <p:nvSpPr>
          <p:cNvPr id="15" name="TextBox 14"/>
          <p:cNvSpPr txBox="1"/>
          <p:nvPr/>
        </p:nvSpPr>
        <p:spPr>
          <a:xfrm>
            <a:off x="3554730"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찾은 모듈의 속성 확인</a:t>
            </a:r>
          </a:p>
        </p:txBody>
      </p:sp>
      <p:sp>
        <p:nvSpPr>
          <p:cNvPr id="16" name="TextBox 15"/>
          <p:cNvSpPr txBox="1"/>
          <p:nvPr/>
        </p:nvSpPr>
        <p:spPr>
          <a:xfrm>
            <a:off x="6016752" y="3840480"/>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6167628"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3932"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① ②</a:t>
            </a:r>
          </a:p>
        </p:txBody>
      </p:sp>
      <p:sp>
        <p:nvSpPr>
          <p:cNvPr id="19" name="TextBox 18"/>
          <p:cNvSpPr txBox="1"/>
          <p:nvPr/>
        </p:nvSpPr>
        <p:spPr>
          <a:xfrm>
            <a:off x="6313932"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create_test_cases</a:t>
            </a:r>
          </a:p>
        </p:txBody>
      </p:sp>
      <p:sp>
        <p:nvSpPr>
          <p:cNvPr id="20" name="TextBox 19"/>
          <p:cNvSpPr txBox="1"/>
          <p:nvPr/>
        </p:nvSpPr>
        <p:spPr>
          <a:xfrm>
            <a:off x="6313932"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path = TestCases/회원/홍길동</a:t>
            </a:r>
          </a:p>
          <a:p>
            <a:pPr algn="l">
              <a:lnSpc>
                <a:spcPct val="112000"/>
              </a:lnSpc>
              <a:spcBef>
                <a:spcPts val="0"/>
              </a:spcBef>
              <a:spcAft>
                <a:spcPts val="400"/>
              </a:spcAft>
            </a:pPr>
            <a:r>
              <a:rPr sz="1350" b="0" i="0">
                <a:solidFill>
                  <a:srgbClr val="4E4F51"/>
                </a:solidFill>
                <a:latin typeface="Open Sans"/>
                <a:ea typeface="Noto Sans CJK KR"/>
              </a:rPr>
              <a:t>name = 로그인 성공_자동</a:t>
            </a:r>
          </a:p>
        </p:txBody>
      </p:sp>
      <p:sp>
        <p:nvSpPr>
          <p:cNvPr id="21" name="TextBox 20"/>
          <p:cNvSpPr txBox="1"/>
          <p:nvPr/>
        </p:nvSpPr>
        <p:spPr>
          <a:xfrm>
            <a:off x="8775954" y="3840480"/>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22" name="Rectangle 21"/>
          <p:cNvSpPr/>
          <p:nvPr/>
        </p:nvSpPr>
        <p:spPr>
          <a:xfrm>
            <a:off x="8926830" y="2880360"/>
            <a:ext cx="2603754" cy="23317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73134" y="2990088"/>
            <a:ext cx="2311146" cy="347472"/>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E88AE"/>
                </a:solidFill>
                <a:latin typeface="Open Sans"/>
                <a:ea typeface="Noto Sans CJK KR"/>
              </a:rPr>
              <a:t>④</a:t>
            </a:r>
          </a:p>
        </p:txBody>
      </p:sp>
      <p:sp>
        <p:nvSpPr>
          <p:cNvPr id="24" name="TextBox 23"/>
          <p:cNvSpPr txBox="1"/>
          <p:nvPr/>
        </p:nvSpPr>
        <p:spPr>
          <a:xfrm>
            <a:off x="9073134" y="3383280"/>
            <a:ext cx="2311146" cy="411480"/>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Consolas"/>
                <a:ea typeface="Noto Sans CJK KR"/>
              </a:rPr>
              <a:t>set_attribute</a:t>
            </a:r>
          </a:p>
        </p:txBody>
      </p:sp>
      <p:sp>
        <p:nvSpPr>
          <p:cNvPr id="25" name="TextBox 24"/>
          <p:cNvSpPr txBox="1"/>
          <p:nvPr/>
        </p:nvSpPr>
        <p:spPr>
          <a:xfrm>
            <a:off x="9073134" y="3886200"/>
            <a:ext cx="2311146" cy="123444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4E4F51"/>
                </a:solidFill>
                <a:latin typeface="Open Sans"/>
                <a:ea typeface="Noto Sans CJK KR"/>
              </a:rPr>
              <a:t>Account 값의</a:t>
            </a:r>
          </a:p>
          <a:p>
            <a:pPr algn="l">
              <a:lnSpc>
                <a:spcPct val="112000"/>
              </a:lnSpc>
              <a:spcBef>
                <a:spcPts val="0"/>
              </a:spcBef>
              <a:spcAft>
                <a:spcPts val="400"/>
              </a:spcAft>
            </a:pPr>
            <a:r>
              <a:rPr sz="1350" b="0" i="0">
                <a:solidFill>
                  <a:srgbClr val="4E4F51"/>
                </a:solidFill>
                <a:latin typeface="Open Sans"/>
                <a:ea typeface="Noto Sans CJK KR"/>
              </a:rPr>
              <a:t>ActionMode = Verify</a:t>
            </a:r>
          </a:p>
        </p:txBody>
      </p:sp>
      <p:sp>
        <p:nvSpPr>
          <p:cNvPr id="26" name="TextBox 2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프롬프트에 없는 정보는 AI가 추측하거나 다시 묻습니다. 추측이 틀리면 엉뚱한 곳에 만들어집니다.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프롬프트는 네 가지 요소로 씁니다</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37</a:t>
            </a:fld>
          </a:p>
        </p:txBody>
      </p:sp>
      <p:sp>
        <p:nvSpPr>
          <p:cNvPr id="5" name="Rectangle 4"/>
          <p:cNvSpPr/>
          <p:nvPr/>
        </p:nvSpPr>
        <p:spPr>
          <a:xfrm>
            <a:off x="649224" y="1307592"/>
            <a:ext cx="254889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대상</a:t>
            </a:r>
          </a:p>
        </p:txBody>
      </p:sp>
      <p:sp>
        <p:nvSpPr>
          <p:cNvPr id="7" name="Rectangle 6"/>
          <p:cNvSpPr/>
          <p:nvPr/>
        </p:nvSpPr>
        <p:spPr>
          <a:xfrm>
            <a:off x="3426714" y="1307592"/>
            <a:ext cx="254889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671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작업</a:t>
            </a:r>
          </a:p>
        </p:txBody>
      </p:sp>
      <p:sp>
        <p:nvSpPr>
          <p:cNvPr id="9" name="Rectangle 8"/>
          <p:cNvSpPr/>
          <p:nvPr/>
        </p:nvSpPr>
        <p:spPr>
          <a:xfrm>
            <a:off x="6204204" y="1307592"/>
            <a:ext cx="2548890" cy="91440"/>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0420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조건</a:t>
            </a:r>
          </a:p>
        </p:txBody>
      </p:sp>
      <p:sp>
        <p:nvSpPr>
          <p:cNvPr id="11" name="Rectangle 10"/>
          <p:cNvSpPr/>
          <p:nvPr/>
        </p:nvSpPr>
        <p:spPr>
          <a:xfrm>
            <a:off x="8981694" y="1307592"/>
            <a:ext cx="2548890" cy="91440"/>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81694" y="1691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2700" b="1" i="0">
                <a:solidFill>
                  <a:srgbClr val="004C97"/>
                </a:solidFill>
                <a:latin typeface="Open Sans"/>
                <a:ea typeface="Noto Sans CJK KR"/>
              </a:rPr>
              <a:t>확인</a:t>
            </a:r>
          </a:p>
        </p:txBody>
      </p:sp>
      <p:sp>
        <p:nvSpPr>
          <p:cNvPr id="13" name="TextBox 12"/>
          <p:cNvSpPr txBox="1"/>
          <p:nvPr/>
        </p:nvSpPr>
        <p:spPr>
          <a:xfrm>
            <a:off x="64922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어디서?</a:t>
            </a:r>
          </a:p>
        </p:txBody>
      </p:sp>
      <p:sp>
        <p:nvSpPr>
          <p:cNvPr id="14" name="TextBox 13"/>
          <p:cNvSpPr txBox="1"/>
          <p:nvPr/>
        </p:nvSpPr>
        <p:spPr>
          <a:xfrm>
            <a:off x="64922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폴더 경로, 테스트케이스 이름, 모듈 위치를 Commander에 보이는 그대로 적습니다.</a:t>
            </a:r>
          </a:p>
        </p:txBody>
      </p:sp>
      <p:sp>
        <p:nvSpPr>
          <p:cNvPr id="15" name="TextBox 14"/>
          <p:cNvSpPr txBox="1"/>
          <p:nvPr/>
        </p:nvSpPr>
        <p:spPr>
          <a:xfrm>
            <a:off x="64922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TestCases/회원/홍길동 폴더에</a:t>
            </a:r>
          </a:p>
        </p:txBody>
      </p:sp>
      <p:sp>
        <p:nvSpPr>
          <p:cNvPr id="16" name="TextBox 15"/>
          <p:cNvSpPr txBox="1"/>
          <p:nvPr/>
        </p:nvSpPr>
        <p:spPr>
          <a:xfrm>
            <a:off x="342671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무엇을?</a:t>
            </a:r>
          </a:p>
        </p:txBody>
      </p:sp>
      <p:sp>
        <p:nvSpPr>
          <p:cNvPr id="17" name="TextBox 16"/>
          <p:cNvSpPr txBox="1"/>
          <p:nvPr/>
        </p:nvSpPr>
        <p:spPr>
          <a:xfrm>
            <a:off x="342671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만들기, 고치기, 실행, 분석 중 하나. 한 번에 한 가지만 시킵니다.</a:t>
            </a:r>
          </a:p>
        </p:txBody>
      </p:sp>
      <p:sp>
        <p:nvSpPr>
          <p:cNvPr id="18" name="TextBox 17"/>
          <p:cNvSpPr txBox="1"/>
          <p:nvPr/>
        </p:nvSpPr>
        <p:spPr>
          <a:xfrm>
            <a:off x="342671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'로그인 성공_자동' 테스트케이스를 만들어줘</a:t>
            </a:r>
          </a:p>
        </p:txBody>
      </p:sp>
      <p:sp>
        <p:nvSpPr>
          <p:cNvPr id="19" name="TextBox 18"/>
          <p:cNvSpPr txBox="1"/>
          <p:nvPr/>
        </p:nvSpPr>
        <p:spPr>
          <a:xfrm>
            <a:off x="620420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어떻게?</a:t>
            </a:r>
          </a:p>
        </p:txBody>
      </p:sp>
      <p:sp>
        <p:nvSpPr>
          <p:cNvPr id="20" name="TextBox 19"/>
          <p:cNvSpPr txBox="1"/>
          <p:nvPr/>
        </p:nvSpPr>
        <p:spPr>
          <a:xfrm>
            <a:off x="620420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쓸 모듈 범위, 값, ActionMode, 하지 말아야 할 것을 적습니다.</a:t>
            </a:r>
          </a:p>
        </p:txBody>
      </p:sp>
      <p:sp>
        <p:nvSpPr>
          <p:cNvPr id="21" name="TextBox 20"/>
          <p:cNvSpPr txBox="1"/>
          <p:nvPr/>
        </p:nvSpPr>
        <p:spPr>
          <a:xfrm>
            <a:off x="620420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모듈은 Modules/회원에서만 찾고, 새로 스캔하지 마</a:t>
            </a:r>
          </a:p>
        </p:txBody>
      </p:sp>
      <p:sp>
        <p:nvSpPr>
          <p:cNvPr id="22" name="TextBox 21"/>
          <p:cNvSpPr txBox="1"/>
          <p:nvPr/>
        </p:nvSpPr>
        <p:spPr>
          <a:xfrm>
            <a:off x="8981694" y="2286000"/>
            <a:ext cx="2548890" cy="365760"/>
          </a:xfrm>
          <a:prstGeom prst="rect">
            <a:avLst/>
          </a:prstGeom>
          <a:noFill/>
        </p:spPr>
        <p:txBody>
          <a:bodyPr wrap="square" lIns="0" rIns="0" tIns="0" bIns="0" anchor="t">
            <a:spAutoFit/>
          </a:bodyPr>
          <a:lstStyle/>
          <a:p>
            <a:pPr algn="l">
              <a:lnSpc>
                <a:spcPct val="112000"/>
              </a:lnSpc>
              <a:spcBef>
                <a:spcPts val="0"/>
              </a:spcBef>
              <a:spcAft>
                <a:spcPts val="400"/>
              </a:spcAft>
            </a:pPr>
            <a:r>
              <a:rPr sz="1500" b="1" i="0">
                <a:solidFill>
                  <a:srgbClr val="0E88AE"/>
                </a:solidFill>
                <a:latin typeface="Open Sans"/>
                <a:ea typeface="Noto Sans CJK KR"/>
              </a:rPr>
              <a:t>어떻게 받을까?</a:t>
            </a:r>
          </a:p>
        </p:txBody>
      </p:sp>
      <p:sp>
        <p:nvSpPr>
          <p:cNvPr id="23" name="TextBox 22"/>
          <p:cNvSpPr txBox="1"/>
          <p:nvPr/>
        </p:nvSpPr>
        <p:spPr>
          <a:xfrm>
            <a:off x="8981694" y="2697480"/>
            <a:ext cx="2548890" cy="1234440"/>
          </a:xfrm>
          <a:prstGeom prst="rect">
            <a:avLst/>
          </a:prstGeom>
          <a:noFill/>
        </p:spPr>
        <p:txBody>
          <a:bodyPr wrap="square" lIns="0" rIns="0" tIns="0" bIns="0" anchor="t">
            <a:spAutoFit/>
          </a:bodyPr>
          <a:lstStyle/>
          <a:p>
            <a:pPr algn="l">
              <a:lnSpc>
                <a:spcPct val="112000"/>
              </a:lnSpc>
              <a:spcBef>
                <a:spcPts val="0"/>
              </a:spcBef>
              <a:spcAft>
                <a:spcPts val="400"/>
              </a:spcAft>
            </a:pPr>
            <a:r>
              <a:rPr sz="1500" b="0" i="0">
                <a:solidFill>
                  <a:srgbClr val="4E4F51"/>
                </a:solidFill>
                <a:latin typeface="Open Sans"/>
                <a:ea typeface="Noto Sans CJK KR"/>
              </a:rPr>
              <a:t>계획 먼저, 표로, 승인 후 실행처럼 결과 받는 방식을 정합니다.</a:t>
            </a:r>
          </a:p>
        </p:txBody>
      </p:sp>
      <p:sp>
        <p:nvSpPr>
          <p:cNvPr id="24" name="TextBox 23"/>
          <p:cNvSpPr txBox="1"/>
          <p:nvPr/>
        </p:nvSpPr>
        <p:spPr>
          <a:xfrm>
            <a:off x="8981694" y="3977639"/>
            <a:ext cx="2548890" cy="731520"/>
          </a:xfrm>
          <a:prstGeom prst="rect">
            <a:avLst/>
          </a:prstGeom>
          <a:noFill/>
        </p:spPr>
        <p:txBody>
          <a:bodyPr wrap="square" lIns="0" rIns="0" tIns="0" bIns="0" anchor="t">
            <a:spAutoFit/>
          </a:bodyPr>
          <a:lstStyle/>
          <a:p>
            <a:pPr algn="l">
              <a:lnSpc>
                <a:spcPct val="112000"/>
              </a:lnSpc>
              <a:spcBef>
                <a:spcPts val="0"/>
              </a:spcBef>
              <a:spcAft>
                <a:spcPts val="400"/>
              </a:spcAft>
            </a:pPr>
            <a:r>
              <a:rPr sz="1350" b="0" i="0">
                <a:solidFill>
                  <a:srgbClr val="004C97"/>
                </a:solidFill>
                <a:latin typeface="Open Sans"/>
                <a:ea typeface="Noto Sans CJK KR"/>
              </a:rPr>
              <a:t>만들기 전에 스텝 계획을 표로 보여줘</a:t>
            </a:r>
          </a:p>
        </p:txBody>
      </p:sp>
      <p:sp>
        <p:nvSpPr>
          <p:cNvPr id="25" name="Rectangle 24"/>
          <p:cNvSpPr/>
          <p:nvPr/>
        </p:nvSpPr>
        <p:spPr>
          <a:xfrm>
            <a:off x="649224" y="4846320"/>
            <a:ext cx="10881360" cy="96012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846320"/>
            <a:ext cx="10515600" cy="960120"/>
          </a:xfrm>
          <a:prstGeom prst="rect">
            <a:avLst/>
          </a:prstGeom>
          <a:noFill/>
        </p:spPr>
        <p:txBody>
          <a:bodyPr wrap="square" lIns="0" rIns="0" tIns="0" bIns="0" anchor="ctr">
            <a:spAutoFit/>
          </a:bodyPr>
          <a:lstStyle/>
          <a:p>
            <a:pPr algn="l">
              <a:lnSpc>
                <a:spcPct val="112000"/>
              </a:lnSpc>
              <a:spcBef>
                <a:spcPts val="0"/>
              </a:spcBef>
              <a:spcAft>
                <a:spcPts val="0"/>
              </a:spcAft>
            </a:pPr>
            <a:r>
              <a:rPr sz="1300" b="1" i="0">
                <a:solidFill>
                  <a:srgbClr val="0E88AE"/>
                </a:solidFill>
                <a:latin typeface="Open Sans"/>
                <a:ea typeface="Noto Sans CJK KR"/>
              </a:rPr>
              <a:t>[대상] </a:t>
            </a:r>
            <a:r>
              <a:rPr sz="1500" b="0" i="0">
                <a:solidFill>
                  <a:srgbClr val="4E4F51"/>
                </a:solidFill>
                <a:latin typeface="Open Sans"/>
                <a:ea typeface="Noto Sans CJK KR"/>
              </a:rPr>
              <a:t>TestCases/회원/홍길동 폴더에 </a:t>
            </a:r>
            <a:r>
              <a:rPr sz="1300" b="1" i="0">
                <a:solidFill>
                  <a:srgbClr val="0E88AE"/>
                </a:solidFill>
                <a:latin typeface="Open Sans"/>
                <a:ea typeface="Noto Sans CJK KR"/>
              </a:rPr>
              <a:t>[작업] </a:t>
            </a:r>
            <a:r>
              <a:rPr sz="1500" b="0" i="0">
                <a:solidFill>
                  <a:srgbClr val="4E4F51"/>
                </a:solidFill>
                <a:latin typeface="Open Sans"/>
                <a:ea typeface="Noto Sans CJK KR"/>
              </a:rPr>
              <a:t>'로그인 성공_자동' 테스트케이스를 만들어줘. </a:t>
            </a:r>
            <a:r>
              <a:rPr sz="1300" b="1" i="0">
                <a:solidFill>
                  <a:srgbClr val="0E88AE"/>
                </a:solidFill>
                <a:latin typeface="Open Sans"/>
                <a:ea typeface="Noto Sans CJK KR"/>
              </a:rPr>
              <a:t>[조건] </a:t>
            </a:r>
            <a:r>
              <a:rPr sz="1500" b="0" i="0">
                <a:solidFill>
                  <a:srgbClr val="4E4F51"/>
                </a:solidFill>
                <a:latin typeface="Open Sans"/>
                <a:ea typeface="Noto Sans CJK KR"/>
              </a:rPr>
              <a:t>모듈은 Modules/회원에서만 찾고 새로 스캔하지 마. </a:t>
            </a:r>
            <a:r>
              <a:rPr sz="1300" b="1" i="0">
                <a:solidFill>
                  <a:srgbClr val="0E88AE"/>
                </a:solidFill>
                <a:latin typeface="Open Sans"/>
                <a:ea typeface="Noto Sans CJK KR"/>
              </a:rPr>
              <a:t>[확인] </a:t>
            </a:r>
            <a:r>
              <a:rPr sz="1500" b="0" i="0">
                <a:solidFill>
                  <a:srgbClr val="4E4F51"/>
                </a:solidFill>
                <a:latin typeface="Open Sans"/>
                <a:ea typeface="Noto Sans CJK KR"/>
              </a:rPr>
              <a:t>만들기 전에 스텝 계획을 표로 보여줘.</a:t>
            </a:r>
          </a:p>
        </p:txBody>
      </p:sp>
      <p:sp>
        <p:nvSpPr>
          <p:cNvPr id="27" name="TextBox 2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같은 요청, 다른 결과</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38</a:t>
            </a:fld>
          </a:p>
        </p:txBody>
      </p:sp>
      <p:graphicFrame>
        <p:nvGraphicFramePr>
          <p:cNvPr id="5" name="Table 4"/>
          <p:cNvGraphicFramePr>
            <a:graphicFrameLocks noGrp="1"/>
          </p:cNvGraphicFramePr>
          <p:nvPr/>
        </p:nvGraphicFramePr>
        <p:xfrm>
          <a:off x="649224" y="1298448"/>
          <a:ext cx="10881360" cy="4023360"/>
        </p:xfrm>
        <a:graphic>
          <a:graphicData uri="http://schemas.openxmlformats.org/drawingml/2006/table">
            <a:tbl>
              <a:tblPr firstRow="1" bandRow="1">
                <a:tableStyleId>{5C22544A-7EE6-4342-B048-85BDC9FD1C3A}</a:tableStyleId>
              </a:tblPr>
              <a:tblGrid>
                <a:gridCol w="2377440"/>
                <a:gridCol w="5394960"/>
                <a:gridCol w="3108960"/>
              </a:tblGrid>
              <a:tr h="457200">
                <a:tc>
                  <a:txBody>
                    <a:bodyPr wrap="square"/>
                    <a:lstStyle/>
                    <a:p>
                      <a:pPr>
                        <a:lnSpc>
                          <a:spcPct val="106000"/>
                        </a:lnSpc>
                        <a:spcAft>
                          <a:spcPts val="0"/>
                        </a:spcAft>
                      </a:pPr>
                      <a:r>
                        <a:rPr sz="1550" b="1" i="0">
                          <a:solidFill>
                            <a:srgbClr val="FFFFFF"/>
                          </a:solidFill>
                          <a:latin typeface="Open Sans"/>
                          <a:ea typeface="Noto Sans CJK KR"/>
                        </a:rPr>
                        <a:t>아쉬운 요청</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고친 요청</a:t>
                      </a:r>
                    </a:p>
                  </a:txBody>
                  <a:tcPr marL="109728" marR="91440" marT="54864" marB="45720" anchor="ctr">
                    <a:solidFill>
                      <a:srgbClr val="004C97"/>
                    </a:solidFill>
                  </a:tcPr>
                </a:tc>
                <a:tc>
                  <a:txBody>
                    <a:bodyPr wrap="square"/>
                    <a:lstStyle/>
                    <a:p>
                      <a:pPr>
                        <a:lnSpc>
                          <a:spcPct val="106000"/>
                        </a:lnSpc>
                        <a:spcAft>
                          <a:spcPts val="0"/>
                        </a:spcAft>
                      </a:pPr>
                      <a:r>
                        <a:rPr sz="1550" b="1" i="0">
                          <a:solidFill>
                            <a:srgbClr val="FFFFFF"/>
                          </a:solidFill>
                          <a:latin typeface="Open Sans"/>
                          <a:ea typeface="Noto Sans CJK KR"/>
                        </a:rPr>
                        <a:t>이유</a:t>
                      </a:r>
                    </a:p>
                  </a:txBody>
                  <a:tcPr marL="109728" marR="91440" marT="54864" marB="45720" anchor="ctr">
                    <a:solidFill>
                      <a:srgbClr val="004C97"/>
                    </a:solidFill>
                  </a:tcPr>
                </a:tc>
              </a:tr>
              <a:tr h="1188720">
                <a:tc>
                  <a:txBody>
                    <a:bodyPr wrap="square"/>
                    <a:lstStyle/>
                    <a:p>
                      <a:pPr>
                        <a:lnSpc>
                          <a:spcPct val="106000"/>
                        </a:lnSpc>
                        <a:spcAft>
                          <a:spcPts val="0"/>
                        </a:spcAft>
                      </a:pPr>
                      <a:r>
                        <a:rPr sz="1400" b="0" i="0">
                          <a:solidFill>
                            <a:srgbClr val="4E4F51"/>
                          </a:solidFill>
                          <a:latin typeface="Open Sans"/>
                          <a:ea typeface="Noto Sans CJK KR"/>
                        </a:rPr>
                        <a:t>로그인 테스트 만들어줘</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TestCases/회원/홍길동 폴더에 '로그인 성공_자동' 테스트케이스를 만들어줘. 모듈은 Modules/회원에서만 찾고, 만들기 전에 스텝 계획을 표로 보여줘.</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위치와 모듈 범위가 없으면 AI가 아무 폴더에나 만들거나 엉뚱한 모듈을 고릅니다.</a:t>
                      </a:r>
                    </a:p>
                  </a:txBody>
                  <a:tcPr marL="109728" marR="91440" marT="54864" marB="45720" anchor="ctr">
                    <a:solidFill>
                      <a:srgbClr val="F1F5F9"/>
                    </a:solidFill>
                  </a:tcPr>
                </a:tc>
              </a:tr>
              <a:tr h="1188720">
                <a:tc>
                  <a:txBody>
                    <a:bodyPr wrap="square"/>
                    <a:lstStyle/>
                    <a:p>
                      <a:pPr>
                        <a:lnSpc>
                          <a:spcPct val="106000"/>
                        </a:lnSpc>
                        <a:spcAft>
                          <a:spcPts val="0"/>
                        </a:spcAft>
                      </a:pPr>
                      <a:r>
                        <a:rPr sz="1400" b="0" i="0">
                          <a:solidFill>
                            <a:srgbClr val="4E4F51"/>
                          </a:solidFill>
                          <a:latin typeface="Open Sans"/>
                          <a:ea typeface="Noto Sans CJK KR"/>
                        </a:rPr>
                        <a:t>어제 실패한 거 고쳐줘</a:t>
                      </a:r>
                    </a:p>
                  </a:txBody>
                  <a:tcPr marL="109728" marR="91440" marT="54864" marB="45720" anchor="ctr">
                    <a:solidFill>
                      <a:srgbClr val="FFFFFF"/>
                    </a:solidFill>
                  </a:tcPr>
                </a:tc>
                <a:tc>
                  <a:txBody>
                    <a:bodyPr wrap="square"/>
                    <a:lstStyle/>
                    <a:p>
                      <a:pPr>
                        <a:lnSpc>
                          <a:spcPct val="106000"/>
                        </a:lnSpc>
                        <a:spcAft>
                          <a:spcPts val="0"/>
                        </a:spcAft>
                      </a:pPr>
                      <a:r>
                        <a:rPr sz="1400" b="0" i="0">
                          <a:solidFill>
                            <a:srgbClr val="4E4F51"/>
                          </a:solidFill>
                          <a:latin typeface="Open Sans"/>
                          <a:ea typeface="Noto Sans CJK KR"/>
                        </a:rPr>
                        <a:t>Execution/야간 회귀 ExecutionList의 마지막 실행에서 실패한 테스트케이스를 찾아, 실패 스텝과 메시지를 표로 정리해줘. 원인 추정과 확신도도 적어 주고, 수정은 하지 마.</a:t>
                      </a:r>
                    </a:p>
                  </a:txBody>
                  <a:tcPr marL="109728" marR="91440" marT="54864" marB="45720" anchor="ctr">
                    <a:solidFill>
                      <a:srgbClr val="FFFFFF"/>
                    </a:solidFill>
                  </a:tcPr>
                </a:tc>
                <a:tc>
                  <a:txBody>
                    <a:bodyPr wrap="square"/>
                    <a:lstStyle/>
                    <a:p>
                      <a:pPr>
                        <a:lnSpc>
                          <a:spcPct val="106000"/>
                        </a:lnSpc>
                        <a:spcAft>
                          <a:spcPts val="0"/>
                        </a:spcAft>
                      </a:pPr>
                      <a:r>
                        <a:rPr sz="1400" b="0" i="0">
                          <a:solidFill>
                            <a:srgbClr val="4E4F51"/>
                          </a:solidFill>
                          <a:latin typeface="Open Sans"/>
                          <a:ea typeface="Noto Sans CJK KR"/>
                        </a:rPr>
                        <a:t>분석과 수정을 한 번에 시키면 실제 결함을 테스트 수정으로 덮어 버릴 수 있습니다.</a:t>
                      </a:r>
                    </a:p>
                  </a:txBody>
                  <a:tcPr marL="109728" marR="91440" marT="54864" marB="45720" anchor="ctr">
                    <a:solidFill>
                      <a:srgbClr val="FFFFFF"/>
                    </a:solidFill>
                  </a:tcPr>
                </a:tc>
              </a:tr>
              <a:tr h="1188720">
                <a:tc>
                  <a:txBody>
                    <a:bodyPr wrap="square"/>
                    <a:lstStyle/>
                    <a:p>
                      <a:pPr>
                        <a:lnSpc>
                          <a:spcPct val="106000"/>
                        </a:lnSpc>
                        <a:spcAft>
                          <a:spcPts val="0"/>
                        </a:spcAft>
                      </a:pPr>
                      <a:r>
                        <a:rPr sz="1400" b="0" i="0">
                          <a:solidFill>
                            <a:srgbClr val="4E4F51"/>
                          </a:solidFill>
                          <a:latin typeface="Open Sans"/>
                          <a:ea typeface="Noto Sans CJK KR"/>
                        </a:rPr>
                        <a:t>필요 없는 테스트케이스 정리해줘</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TestCases/임시 폴더에서 이름이 '복사본'으로 끝나는 테스트케이스 목록만 보여줘. 삭제는 목록을 확인한 다음 따로 요청할게.</a:t>
                      </a:r>
                    </a:p>
                  </a:txBody>
                  <a:tcPr marL="109728" marR="91440" marT="54864" marB="45720" anchor="ctr">
                    <a:solidFill>
                      <a:srgbClr val="F1F5F9"/>
                    </a:solidFill>
                  </a:tcPr>
                </a:tc>
                <a:tc>
                  <a:txBody>
                    <a:bodyPr wrap="square"/>
                    <a:lstStyle/>
                    <a:p>
                      <a:pPr>
                        <a:lnSpc>
                          <a:spcPct val="106000"/>
                        </a:lnSpc>
                        <a:spcAft>
                          <a:spcPts val="0"/>
                        </a:spcAft>
                      </a:pPr>
                      <a:r>
                        <a:rPr sz="1400" b="0" i="0">
                          <a:solidFill>
                            <a:srgbClr val="4E4F51"/>
                          </a:solidFill>
                          <a:latin typeface="Open Sans"/>
                          <a:ea typeface="Noto Sans CJK KR"/>
                        </a:rPr>
                        <a:t>삭제는 되돌릴 수 없습니다. 목록 확인과 삭제를 나눠서 요청합니다.</a:t>
                      </a:r>
                    </a:p>
                  </a:txBody>
                  <a:tcPr marL="109728" marR="91440" marT="54864" marB="45720" anchor="ctr">
                    <a:solidFill>
                      <a:srgbClr val="F1F5F9"/>
                    </a:solidFill>
                  </a:tcPr>
                </a:tc>
              </a:tr>
            </a:tbl>
          </a:graphicData>
        </a:graphic>
      </p:graphicFrame>
      <p:sp>
        <p:nvSpPr>
          <p:cNvPr id="6" name="TextBox 5"/>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프롬프트 작성 요령 일곱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39</a:t>
            </a:fld>
          </a:p>
        </p:txBody>
      </p:sp>
      <p:sp>
        <p:nvSpPr>
          <p:cNvPr id="5" name="Rectangle 4"/>
          <p:cNvSpPr/>
          <p:nvPr/>
        </p:nvSpPr>
        <p:spPr>
          <a:xfrm>
            <a:off x="649224" y="129844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34416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1</a:t>
            </a:r>
          </a:p>
        </p:txBody>
      </p:sp>
      <p:sp>
        <p:nvSpPr>
          <p:cNvPr id="7" name="TextBox 6"/>
          <p:cNvSpPr txBox="1"/>
          <p:nvPr/>
        </p:nvSpPr>
        <p:spPr>
          <a:xfrm>
            <a:off x="1389888" y="1335024"/>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경로는 보이는 그대로   </a:t>
            </a:r>
            <a:r>
              <a:rPr sz="1700" b="0" i="0">
                <a:solidFill>
                  <a:srgbClr val="4E4F51"/>
                </a:solidFill>
                <a:latin typeface="Open Sans"/>
                <a:ea typeface="Noto Sans CJK KR"/>
              </a:rPr>
              <a:t>TestCases/회원/홍길동처럼 Commander 트리에 보이는 이름 그대로 적습니다.</a:t>
            </a:r>
          </a:p>
        </p:txBody>
      </p:sp>
      <p:sp>
        <p:nvSpPr>
          <p:cNvPr id="8" name="Rectangle 7"/>
          <p:cNvSpPr/>
          <p:nvPr/>
        </p:nvSpPr>
        <p:spPr>
          <a:xfrm>
            <a:off x="649224" y="1920240"/>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965960"/>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2</a:t>
            </a:r>
          </a:p>
        </p:txBody>
      </p:sp>
      <p:sp>
        <p:nvSpPr>
          <p:cNvPr id="10" name="TextBox 9"/>
          <p:cNvSpPr txBox="1"/>
          <p:nvPr/>
        </p:nvSpPr>
        <p:spPr>
          <a:xfrm>
            <a:off x="1389888" y="1956816"/>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모듈 찾을 곳을 정해 준다   </a:t>
            </a:r>
            <a:r>
              <a:rPr sz="1700" b="0" i="0">
                <a:solidFill>
                  <a:srgbClr val="4E4F51"/>
                </a:solidFill>
                <a:latin typeface="Open Sans"/>
                <a:ea typeface="Noto Sans CJK KR"/>
              </a:rPr>
              <a:t>"Modules/회원에서만"처럼 범위를 주면 엉뚱한 모듈을 쓰지 않습니다.</a:t>
            </a:r>
          </a:p>
        </p:txBody>
      </p:sp>
      <p:sp>
        <p:nvSpPr>
          <p:cNvPr id="11" name="Rectangle 10"/>
          <p:cNvSpPr/>
          <p:nvPr/>
        </p:nvSpPr>
        <p:spPr>
          <a:xfrm>
            <a:off x="649224" y="2542032"/>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2587752"/>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3</a:t>
            </a:r>
          </a:p>
        </p:txBody>
      </p:sp>
      <p:sp>
        <p:nvSpPr>
          <p:cNvPr id="13" name="TextBox 12"/>
          <p:cNvSpPr txBox="1"/>
          <p:nvPr/>
        </p:nvSpPr>
        <p:spPr>
          <a:xfrm>
            <a:off x="1389888" y="2578608"/>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바꾸는 일은 계획부터   </a:t>
            </a:r>
            <a:r>
              <a:rPr sz="1700" b="0" i="0">
                <a:solidFill>
                  <a:srgbClr val="4E4F51"/>
                </a:solidFill>
                <a:latin typeface="Open Sans"/>
                <a:ea typeface="Noto Sans CJK KR"/>
              </a:rPr>
              <a:t>"아직 실행하지 말고 계획만 보여줘"를 붙입니다.</a:t>
            </a:r>
          </a:p>
        </p:txBody>
      </p:sp>
      <p:sp>
        <p:nvSpPr>
          <p:cNvPr id="14" name="Rectangle 13"/>
          <p:cNvSpPr/>
          <p:nvPr/>
        </p:nvSpPr>
        <p:spPr>
          <a:xfrm>
            <a:off x="649224" y="3163824"/>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209544"/>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4</a:t>
            </a:r>
          </a:p>
        </p:txBody>
      </p:sp>
      <p:sp>
        <p:nvSpPr>
          <p:cNvPr id="16" name="TextBox 15"/>
          <p:cNvSpPr txBox="1"/>
          <p:nvPr/>
        </p:nvSpPr>
        <p:spPr>
          <a:xfrm>
            <a:off x="1389888" y="3200400"/>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한 번에 한 가지   </a:t>
            </a:r>
            <a:r>
              <a:rPr sz="1700" b="0" i="0">
                <a:solidFill>
                  <a:srgbClr val="4E4F51"/>
                </a:solidFill>
                <a:latin typeface="Open Sans"/>
                <a:ea typeface="Noto Sans CJK KR"/>
              </a:rPr>
              <a:t>만들기, 실행, 분석을 한 문장에 몰아넣지 않습니다.</a:t>
            </a:r>
          </a:p>
        </p:txBody>
      </p:sp>
      <p:sp>
        <p:nvSpPr>
          <p:cNvPr id="17" name="Rectangle 16"/>
          <p:cNvSpPr/>
          <p:nvPr/>
        </p:nvSpPr>
        <p:spPr>
          <a:xfrm>
            <a:off x="649224" y="3785616"/>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831336"/>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5</a:t>
            </a:r>
          </a:p>
        </p:txBody>
      </p:sp>
      <p:sp>
        <p:nvSpPr>
          <p:cNvPr id="19" name="TextBox 18"/>
          <p:cNvSpPr txBox="1"/>
          <p:nvPr/>
        </p:nvSpPr>
        <p:spPr>
          <a:xfrm>
            <a:off x="1389888" y="3822192"/>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결과 모양을 정한다   </a:t>
            </a:r>
            <a:r>
              <a:rPr sz="1700" b="0" i="0">
                <a:solidFill>
                  <a:srgbClr val="4E4F51"/>
                </a:solidFill>
                <a:latin typeface="Open Sans"/>
                <a:ea typeface="Noto Sans CJK KR"/>
              </a:rPr>
              <a:t>표, 스텝 번호, 통과/실패처럼 받고 싶은 형식을 적습니다.</a:t>
            </a:r>
          </a:p>
        </p:txBody>
      </p:sp>
      <p:sp>
        <p:nvSpPr>
          <p:cNvPr id="20" name="Rectangle 19"/>
          <p:cNvSpPr/>
          <p:nvPr/>
        </p:nvSpPr>
        <p:spPr>
          <a:xfrm>
            <a:off x="649224" y="4407408"/>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4453128"/>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6</a:t>
            </a:r>
          </a:p>
        </p:txBody>
      </p:sp>
      <p:sp>
        <p:nvSpPr>
          <p:cNvPr id="22" name="TextBox 21"/>
          <p:cNvSpPr txBox="1"/>
          <p:nvPr/>
        </p:nvSpPr>
        <p:spPr>
          <a:xfrm>
            <a:off x="1389888" y="4443984"/>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삭제·체크인 전에는 목록   </a:t>
            </a:r>
            <a:r>
              <a:rPr sz="1700" b="0" i="0">
                <a:solidFill>
                  <a:srgbClr val="4E4F51"/>
                </a:solidFill>
                <a:latin typeface="Open Sans"/>
                <a:ea typeface="Noto Sans CJK KR"/>
              </a:rPr>
              <a:t>대상 목록을 먼저 보고 나서 따로 승인합니다.</a:t>
            </a:r>
          </a:p>
        </p:txBody>
      </p:sp>
      <p:sp>
        <p:nvSpPr>
          <p:cNvPr id="23" name="Rectangle 22"/>
          <p:cNvSpPr/>
          <p:nvPr/>
        </p:nvSpPr>
        <p:spPr>
          <a:xfrm>
            <a:off x="649224" y="5029200"/>
            <a:ext cx="493776" cy="475488"/>
          </a:xfrm>
          <a:prstGeom prst="rect">
            <a:avLst/>
          </a:prstGeom>
          <a:solidFill>
            <a:srgbClr val="004C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074920"/>
            <a:ext cx="466344" cy="365760"/>
          </a:xfrm>
          <a:prstGeom prst="rect">
            <a:avLst/>
          </a:prstGeom>
          <a:noFill/>
        </p:spPr>
        <p:txBody>
          <a:bodyPr wrap="square" lIns="0" rIns="0" tIns="0" bIns="0" anchor="t">
            <a:spAutoFit/>
          </a:bodyPr>
          <a:lstStyle/>
          <a:p>
            <a:pPr algn="ctr">
              <a:lnSpc>
                <a:spcPct val="112000"/>
              </a:lnSpc>
              <a:spcBef>
                <a:spcPts val="0"/>
              </a:spcBef>
              <a:spcAft>
                <a:spcPts val="0"/>
              </a:spcAft>
            </a:pPr>
            <a:r>
              <a:rPr sz="2100" b="1" i="0">
                <a:solidFill>
                  <a:srgbClr val="FFFFFF"/>
                </a:solidFill>
                <a:latin typeface="Open Sans"/>
                <a:ea typeface="Noto Sans CJK KR"/>
              </a:rPr>
              <a:t>7</a:t>
            </a:r>
          </a:p>
        </p:txBody>
      </p:sp>
      <p:sp>
        <p:nvSpPr>
          <p:cNvPr id="25" name="TextBox 24"/>
          <p:cNvSpPr txBox="1"/>
          <p:nvPr/>
        </p:nvSpPr>
        <p:spPr>
          <a:xfrm>
            <a:off x="1389888" y="5065776"/>
            <a:ext cx="10140696" cy="566928"/>
          </a:xfrm>
          <a:prstGeom prst="rect">
            <a:avLst/>
          </a:prstGeom>
          <a:noFill/>
        </p:spPr>
        <p:txBody>
          <a:bodyPr wrap="square" lIns="0" rIns="0" tIns="0" bIns="0" anchor="t">
            <a:spAutoFit/>
          </a:bodyPr>
          <a:lstStyle/>
          <a:p>
            <a:pPr algn="l">
              <a:lnSpc>
                <a:spcPct val="112000"/>
              </a:lnSpc>
              <a:spcBef>
                <a:spcPts val="0"/>
              </a:spcBef>
              <a:spcAft>
                <a:spcPts val="400"/>
              </a:spcAft>
            </a:pPr>
            <a:r>
              <a:rPr sz="1700" b="1" i="0">
                <a:solidFill>
                  <a:srgbClr val="004C97"/>
                </a:solidFill>
                <a:latin typeface="Open Sans"/>
                <a:ea typeface="Noto Sans CJK KR"/>
              </a:rPr>
              <a:t>분석과 수정은 따로   </a:t>
            </a:r>
            <a:r>
              <a:rPr sz="1700" b="0" i="0">
                <a:solidFill>
                  <a:srgbClr val="4E4F51"/>
                </a:solidFill>
                <a:latin typeface="Open Sans"/>
                <a:ea typeface="Noto Sans CJK KR"/>
              </a:rPr>
              <a:t>"원인만 설명해줘" → 확인 → "이렇게 고쳐줘" 순서로 갑니다.</a:t>
            </a:r>
          </a:p>
        </p:txBody>
      </p:sp>
      <p:sp>
        <p:nvSpPr>
          <p:cNvPr id="26" name="TextBox 25"/>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가장 중요한 것은 3번입니다. 일곱 가지 요령은 T00 공통 머리말에 규칙으로 들어 있습니다.</a:t>
            </a:r>
          </a:p>
        </p:txBody>
      </p:sp>
      <p:sp>
        <p:nvSpPr>
          <p:cNvPr id="27" name="TextBox 26"/>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4.4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3800" b="0" i="0">
                <a:solidFill>
                  <a:srgbClr val="004C97"/>
                </a:solidFill>
                <a:latin typeface="Open Sans"/>
                <a:ea typeface="Noto Sans CJK KR"/>
              </a:rPr>
              <a:t>04</a:t>
            </a:r>
          </a:p>
          <a:p>
            <a:r>
              <a:rPr sz="3800" b="0" i="0">
                <a:solidFill>
                  <a:srgbClr val="004C97"/>
                </a:solidFill>
                <a:latin typeface="Open Sans"/>
                <a:ea typeface="Noto Sans CJK KR"/>
              </a:rPr>
              <a:t>프롬프트 템플릿</a:t>
            </a:r>
          </a:p>
        </p:txBody>
      </p:sp>
      <p:sp>
        <p:nvSpPr>
          <p:cNvPr id="3" name="TextBox 2"/>
          <p:cNvSpPr txBox="1"/>
          <p:nvPr/>
        </p:nvSpPr>
        <p:spPr>
          <a:xfrm>
            <a:off x="658368" y="3831336"/>
            <a:ext cx="6995160" cy="160020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Tricentis 공식 워크플로 18종과</a:t>
            </a:r>
          </a:p>
          <a:p>
            <a:pPr algn="l">
              <a:lnSpc>
                <a:spcPct val="112000"/>
              </a:lnSpc>
              <a:spcBef>
                <a:spcPts val="0"/>
              </a:spcBef>
              <a:spcAft>
                <a:spcPts val="400"/>
              </a:spcAft>
            </a:pPr>
            <a:r>
              <a:rPr sz="2300" b="0" i="0">
                <a:solidFill>
                  <a:srgbClr val="4E4F51"/>
                </a:solidFill>
                <a:latin typeface="Open Sans"/>
                <a:ea typeface="Noto Sans CJK KR"/>
              </a:rPr>
              <a:t>이 과정에서 만든 프롬프트 템플릿</a:t>
            </a:r>
          </a:p>
        </p:txBody>
      </p:sp>
      <p:sp>
        <p:nvSpPr>
          <p:cNvPr id="4" name="TextBox 3"/>
          <p:cNvSpPr txBox="1"/>
          <p:nvPr/>
        </p:nvSpPr>
        <p:spPr>
          <a:xfrm>
            <a:off x="658368" y="5815584"/>
            <a:ext cx="6766560" cy="402336"/>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Open Sans"/>
                <a:ea typeface="Noto Sans CJK KR"/>
              </a:rPr>
              <a:t>Tosca Commander MCP 입문 · 실습 자료 v1.0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공식 워크플로 18종과 프롬프트 템플릿</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41</a:t>
            </a:fld>
          </a:p>
        </p:txBody>
      </p:sp>
      <p:sp>
        <p:nvSpPr>
          <p:cNvPr id="5" name="Rectangle 4"/>
          <p:cNvSpPr/>
          <p:nvPr/>
        </p:nvSpPr>
        <p:spPr>
          <a:xfrm>
            <a:off x="649224" y="1298448"/>
            <a:ext cx="10881360" cy="6858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32104" y="1298448"/>
            <a:ext cx="10469880" cy="685800"/>
          </a:xfrm>
          <a:prstGeom prst="rect">
            <a:avLst/>
          </a:prstGeom>
          <a:noFill/>
        </p:spPr>
        <p:txBody>
          <a:bodyPr wrap="square" lIns="0" rIns="0" tIns="0" bIns="0" anchor="ctr">
            <a:spAutoFit/>
          </a:bodyPr>
          <a:lstStyle/>
          <a:p>
            <a:pPr algn="l">
              <a:lnSpc>
                <a:spcPct val="112000"/>
              </a:lnSpc>
              <a:spcBef>
                <a:spcPts val="0"/>
              </a:spcBef>
              <a:spcAft>
                <a:spcPts val="0"/>
              </a:spcAft>
            </a:pPr>
            <a:r>
              <a:rPr sz="1700" b="1" i="0">
                <a:solidFill>
                  <a:srgbClr val="004C97"/>
                </a:solidFill>
                <a:latin typeface="Open Sans"/>
                <a:ea typeface="Noto Sans CJK KR"/>
              </a:rPr>
              <a:t>Tricentis 제공  </a:t>
            </a:r>
            <a:r>
              <a:rPr sz="1700" b="0" i="0">
                <a:solidFill>
                  <a:srgbClr val="4E4F51"/>
                </a:solidFill>
                <a:latin typeface="Open Sans"/>
                <a:ea typeface="Noto Sans CJK KR"/>
              </a:rPr>
              <a:t>AI가 따라 하는 워크플로 18종      </a:t>
            </a:r>
            <a:r>
              <a:rPr sz="1700" b="1" i="0">
                <a:solidFill>
                  <a:srgbClr val="004C97"/>
                </a:solidFill>
                <a:latin typeface="Open Sans"/>
                <a:ea typeface="Noto Sans CJK KR"/>
              </a:rPr>
              <a:t>이 과정에서 작성  </a:t>
            </a:r>
            <a:r>
              <a:rPr sz="1700" b="0" i="0">
                <a:solidFill>
                  <a:srgbClr val="4E4F51"/>
                </a:solidFill>
                <a:latin typeface="Open Sans"/>
                <a:ea typeface="Noto Sans CJK KR"/>
              </a:rPr>
              <a:t>사람이 입력하는 프롬프트 템플릿 T00~T18</a:t>
            </a:r>
          </a:p>
        </p:txBody>
      </p:sp>
      <p:sp>
        <p:nvSpPr>
          <p:cNvPr id="7" name="Rectangle 6"/>
          <p:cNvSpPr/>
          <p:nvPr/>
        </p:nvSpPr>
        <p:spPr>
          <a:xfrm>
            <a:off x="649224" y="2240280"/>
            <a:ext cx="3474720" cy="73152"/>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 y="2450592"/>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조회  2</a:t>
            </a:r>
          </a:p>
        </p:txBody>
      </p:sp>
      <p:sp>
        <p:nvSpPr>
          <p:cNvPr id="9" name="TextBox 8"/>
          <p:cNvSpPr txBox="1"/>
          <p:nvPr/>
        </p:nvSpPr>
        <p:spPr>
          <a:xfrm>
            <a:off x="649224" y="28620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T01   </a:t>
            </a:r>
            <a:r>
              <a:rPr sz="1500" b="0" i="0">
                <a:solidFill>
                  <a:srgbClr val="4E4F51"/>
                </a:solidFill>
                <a:latin typeface="Open Sans"/>
                <a:ea typeface="Noto Sans CJK KR"/>
              </a:rPr>
              <a:t>워크스페이스 구조 파악</a:t>
            </a:r>
          </a:p>
        </p:txBody>
      </p:sp>
      <p:sp>
        <p:nvSpPr>
          <p:cNvPr id="10" name="TextBox 9"/>
          <p:cNvSpPr txBox="1"/>
          <p:nvPr/>
        </p:nvSpPr>
        <p:spPr>
          <a:xfrm>
            <a:off x="649224" y="32278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T07   </a:t>
            </a:r>
            <a:r>
              <a:rPr sz="1500" b="0" i="0">
                <a:solidFill>
                  <a:srgbClr val="4E4F51"/>
                </a:solidFill>
                <a:latin typeface="Open Sans"/>
                <a:ea typeface="Noto Sans CJK KR"/>
              </a:rPr>
              <a:t>테스트케이스 설명</a:t>
            </a:r>
          </a:p>
        </p:txBody>
      </p:sp>
      <p:sp>
        <p:nvSpPr>
          <p:cNvPr id="11" name="TextBox 10"/>
          <p:cNvSpPr txBox="1"/>
          <p:nvPr/>
        </p:nvSpPr>
        <p:spPr>
          <a:xfrm>
            <a:off x="649224" y="3703320"/>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편집  1</a:t>
            </a:r>
          </a:p>
        </p:txBody>
      </p:sp>
      <p:sp>
        <p:nvSpPr>
          <p:cNvPr id="12" name="TextBox 11"/>
          <p:cNvSpPr txBox="1"/>
          <p:nvPr/>
        </p:nvSpPr>
        <p:spPr>
          <a:xfrm>
            <a:off x="649224" y="4114800"/>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T04   </a:t>
            </a:r>
            <a:r>
              <a:rPr sz="1500" b="0" i="0">
                <a:solidFill>
                  <a:srgbClr val="4E4F51"/>
                </a:solidFill>
                <a:latin typeface="Open Sans"/>
                <a:ea typeface="Noto Sans CJK KR"/>
              </a:rPr>
              <a:t>TCP 설정</a:t>
            </a:r>
          </a:p>
        </p:txBody>
      </p:sp>
      <p:sp>
        <p:nvSpPr>
          <p:cNvPr id="13" name="TextBox 12"/>
          <p:cNvSpPr txBox="1"/>
          <p:nvPr/>
        </p:nvSpPr>
        <p:spPr>
          <a:xfrm>
            <a:off x="649224" y="4590288"/>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관리  2</a:t>
            </a:r>
          </a:p>
        </p:txBody>
      </p:sp>
      <p:sp>
        <p:nvSpPr>
          <p:cNvPr id="14" name="TextBox 13"/>
          <p:cNvSpPr txBox="1"/>
          <p:nvPr/>
        </p:nvSpPr>
        <p:spPr>
          <a:xfrm>
            <a:off x="649224" y="5001768"/>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T15   </a:t>
            </a:r>
            <a:r>
              <a:rPr sz="1500" b="0" i="0">
                <a:solidFill>
                  <a:srgbClr val="4E4F51"/>
                </a:solidFill>
                <a:latin typeface="Open Sans"/>
                <a:ea typeface="Noto Sans CJK KR"/>
              </a:rPr>
              <a:t>Commander 메뉴 작업 실행</a:t>
            </a:r>
          </a:p>
        </p:txBody>
      </p:sp>
      <p:sp>
        <p:nvSpPr>
          <p:cNvPr id="15" name="TextBox 14"/>
          <p:cNvSpPr txBox="1"/>
          <p:nvPr/>
        </p:nvSpPr>
        <p:spPr>
          <a:xfrm>
            <a:off x="649224" y="5367528"/>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T16   </a:t>
            </a:r>
            <a:r>
              <a:rPr sz="1500" b="0" i="0">
                <a:solidFill>
                  <a:srgbClr val="4E4F51"/>
                </a:solidFill>
                <a:latin typeface="Open Sans"/>
                <a:ea typeface="Noto Sans CJK KR"/>
              </a:rPr>
              <a:t>저장과 체크인</a:t>
            </a:r>
          </a:p>
        </p:txBody>
      </p:sp>
      <p:sp>
        <p:nvSpPr>
          <p:cNvPr id="16" name="Rectangle 15"/>
          <p:cNvSpPr/>
          <p:nvPr/>
        </p:nvSpPr>
        <p:spPr>
          <a:xfrm>
            <a:off x="4352544" y="2240280"/>
            <a:ext cx="3474720" cy="73152"/>
          </a:xfrm>
          <a:prstGeom prst="rect">
            <a:avLst/>
          </a:prstGeom>
          <a:solidFill>
            <a:srgbClr val="D2D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52544" y="2450592"/>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작성  4</a:t>
            </a:r>
          </a:p>
        </p:txBody>
      </p:sp>
      <p:sp>
        <p:nvSpPr>
          <p:cNvPr id="18" name="TextBox 17"/>
          <p:cNvSpPr txBox="1"/>
          <p:nvPr/>
        </p:nvSpPr>
        <p:spPr>
          <a:xfrm>
            <a:off x="4352544" y="28620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T02   </a:t>
            </a:r>
            <a:r>
              <a:rPr sz="1500" b="0" i="0">
                <a:solidFill>
                  <a:srgbClr val="4E4F51"/>
                </a:solidFill>
                <a:latin typeface="Open Sans"/>
                <a:ea typeface="Noto Sans CJK KR"/>
              </a:rPr>
              <a:t>테스트케이스 뼈대 만들기</a:t>
            </a:r>
          </a:p>
        </p:txBody>
      </p:sp>
      <p:sp>
        <p:nvSpPr>
          <p:cNvPr id="19" name="TextBox 18"/>
          <p:cNvSpPr txBox="1"/>
          <p:nvPr/>
        </p:nvSpPr>
        <p:spPr>
          <a:xfrm>
            <a:off x="4352544" y="32278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T03   </a:t>
            </a:r>
            <a:r>
              <a:rPr sz="1500" b="0" i="0">
                <a:solidFill>
                  <a:srgbClr val="4E4F51"/>
                </a:solidFill>
                <a:latin typeface="Open Sans"/>
                <a:ea typeface="Noto Sans CJK KR"/>
              </a:rPr>
              <a:t>기존 테스트케이스에 스텝 추가</a:t>
            </a:r>
          </a:p>
        </p:txBody>
      </p:sp>
      <p:sp>
        <p:nvSpPr>
          <p:cNvPr id="20" name="TextBox 19"/>
          <p:cNvSpPr txBox="1"/>
          <p:nvPr/>
        </p:nvSpPr>
        <p:spPr>
          <a:xfrm>
            <a:off x="4352544" y="359359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T05   </a:t>
            </a:r>
            <a:r>
              <a:rPr sz="1500" b="0" i="0">
                <a:solidFill>
                  <a:srgbClr val="4E4F51"/>
                </a:solidFill>
                <a:latin typeface="Open Sans"/>
                <a:ea typeface="Noto Sans CJK KR"/>
              </a:rPr>
              <a:t>수동 테스트케이스 작성</a:t>
            </a:r>
          </a:p>
        </p:txBody>
      </p:sp>
      <p:sp>
        <p:nvSpPr>
          <p:cNvPr id="21" name="TextBox 20"/>
          <p:cNvSpPr txBox="1"/>
          <p:nvPr/>
        </p:nvSpPr>
        <p:spPr>
          <a:xfrm>
            <a:off x="4352544" y="395935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T06   </a:t>
            </a:r>
            <a:r>
              <a:rPr sz="1500" b="0" i="0">
                <a:solidFill>
                  <a:srgbClr val="4E4F51"/>
                </a:solidFill>
                <a:latin typeface="Open Sans"/>
                <a:ea typeface="Noto Sans CJK KR"/>
              </a:rPr>
              <a:t>자동 테스트케이스 작성</a:t>
            </a:r>
          </a:p>
        </p:txBody>
      </p:sp>
      <p:sp>
        <p:nvSpPr>
          <p:cNvPr id="22" name="TextBox 21"/>
          <p:cNvSpPr txBox="1"/>
          <p:nvPr/>
        </p:nvSpPr>
        <p:spPr>
          <a:xfrm>
            <a:off x="4352544" y="4434840"/>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확장  2</a:t>
            </a:r>
          </a:p>
        </p:txBody>
      </p:sp>
      <p:sp>
        <p:nvSpPr>
          <p:cNvPr id="23" name="TextBox 22"/>
          <p:cNvSpPr txBox="1"/>
          <p:nvPr/>
        </p:nvSpPr>
        <p:spPr>
          <a:xfrm>
            <a:off x="4352544" y="4846320"/>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T17   </a:t>
            </a:r>
            <a:r>
              <a:rPr sz="1500" b="0" i="0">
                <a:solidFill>
                  <a:srgbClr val="4E4F51"/>
                </a:solidFill>
                <a:latin typeface="Open Sans"/>
                <a:ea typeface="Noto Sans CJK KR"/>
              </a:rPr>
              <a:t>Data Integrity 시작하기</a:t>
            </a:r>
          </a:p>
        </p:txBody>
      </p:sp>
      <p:sp>
        <p:nvSpPr>
          <p:cNvPr id="24" name="TextBox 23"/>
          <p:cNvSpPr txBox="1"/>
          <p:nvPr/>
        </p:nvSpPr>
        <p:spPr>
          <a:xfrm>
            <a:off x="4352544" y="5212080"/>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T18   </a:t>
            </a:r>
            <a:r>
              <a:rPr sz="1500" b="0" i="0">
                <a:solidFill>
                  <a:srgbClr val="4E4F51"/>
                </a:solidFill>
                <a:latin typeface="Open Sans"/>
                <a:ea typeface="Noto Sans CJK KR"/>
              </a:rPr>
              <a:t>DEX 에이전트 확인</a:t>
            </a:r>
          </a:p>
        </p:txBody>
      </p:sp>
      <p:sp>
        <p:nvSpPr>
          <p:cNvPr id="25" name="Rectangle 24"/>
          <p:cNvSpPr/>
          <p:nvPr/>
        </p:nvSpPr>
        <p:spPr>
          <a:xfrm>
            <a:off x="8055864" y="2240280"/>
            <a:ext cx="3474720" cy="73152"/>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55864" y="2450592"/>
            <a:ext cx="3474720" cy="365760"/>
          </a:xfrm>
          <a:prstGeom prst="rect">
            <a:avLst/>
          </a:prstGeom>
          <a:noFill/>
        </p:spPr>
        <p:txBody>
          <a:bodyPr wrap="square" lIns="0" rIns="0" tIns="0" bIns="0" anchor="t">
            <a:spAutoFit/>
          </a:bodyPr>
          <a:lstStyle/>
          <a:p>
            <a:pPr algn="l">
              <a:lnSpc>
                <a:spcPct val="112000"/>
              </a:lnSpc>
              <a:spcBef>
                <a:spcPts val="0"/>
              </a:spcBef>
              <a:spcAft>
                <a:spcPts val="400"/>
              </a:spcAft>
            </a:pPr>
            <a:r>
              <a:rPr sz="1800" b="1" i="0">
                <a:solidFill>
                  <a:srgbClr val="004C97"/>
                </a:solidFill>
                <a:latin typeface="Open Sans"/>
                <a:ea typeface="Noto Sans CJK KR"/>
              </a:rPr>
              <a:t>실행·분석  7</a:t>
            </a:r>
          </a:p>
        </p:txBody>
      </p:sp>
      <p:sp>
        <p:nvSpPr>
          <p:cNvPr id="27" name="TextBox 26"/>
          <p:cNvSpPr txBox="1"/>
          <p:nvPr/>
        </p:nvSpPr>
        <p:spPr>
          <a:xfrm>
            <a:off x="8055864" y="28620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T08   </a:t>
            </a:r>
            <a:r>
              <a:rPr sz="1500" b="0" i="0">
                <a:solidFill>
                  <a:srgbClr val="4E4F51"/>
                </a:solidFill>
                <a:latin typeface="Open Sans"/>
                <a:ea typeface="Noto Sans CJK KR"/>
              </a:rPr>
              <a:t>실행하고 결과 기다리기</a:t>
            </a:r>
          </a:p>
        </p:txBody>
      </p:sp>
      <p:sp>
        <p:nvSpPr>
          <p:cNvPr id="28" name="TextBox 27"/>
          <p:cNvSpPr txBox="1"/>
          <p:nvPr/>
        </p:nvSpPr>
        <p:spPr>
          <a:xfrm>
            <a:off x="8055864" y="32278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T09   </a:t>
            </a:r>
            <a:r>
              <a:rPr sz="1500" b="0" i="0">
                <a:solidFill>
                  <a:srgbClr val="4E4F51"/>
                </a:solidFill>
                <a:latin typeface="Open Sans"/>
                <a:ea typeface="Noto Sans CJK KR"/>
              </a:rPr>
              <a:t>실행 결과 찾기</a:t>
            </a:r>
          </a:p>
        </p:txBody>
      </p:sp>
      <p:sp>
        <p:nvSpPr>
          <p:cNvPr id="29" name="TextBox 28"/>
          <p:cNvSpPr txBox="1"/>
          <p:nvPr/>
        </p:nvSpPr>
        <p:spPr>
          <a:xfrm>
            <a:off x="8055864" y="359359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T10   </a:t>
            </a:r>
            <a:r>
              <a:rPr sz="1500" b="0" i="0">
                <a:solidFill>
                  <a:srgbClr val="4E4F51"/>
                </a:solidFill>
                <a:latin typeface="Open Sans"/>
                <a:ea typeface="Noto Sans CJK KR"/>
              </a:rPr>
              <a:t>실패 원인 분석</a:t>
            </a:r>
          </a:p>
        </p:txBody>
      </p:sp>
      <p:sp>
        <p:nvSpPr>
          <p:cNvPr id="30" name="TextBox 29"/>
          <p:cNvSpPr txBox="1"/>
          <p:nvPr/>
        </p:nvSpPr>
        <p:spPr>
          <a:xfrm>
            <a:off x="8055864" y="395935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T11   </a:t>
            </a:r>
            <a:r>
              <a:rPr sz="1500" b="0" i="0">
                <a:solidFill>
                  <a:srgbClr val="4E4F51"/>
                </a:solidFill>
                <a:latin typeface="Open Sans"/>
                <a:ea typeface="Noto Sans CJK KR"/>
              </a:rPr>
              <a:t>중단된 실행 진단</a:t>
            </a:r>
          </a:p>
        </p:txBody>
      </p:sp>
      <p:sp>
        <p:nvSpPr>
          <p:cNvPr id="31" name="TextBox 30"/>
          <p:cNvSpPr txBox="1"/>
          <p:nvPr/>
        </p:nvSpPr>
        <p:spPr>
          <a:xfrm>
            <a:off x="8055864" y="432511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T12   </a:t>
            </a:r>
            <a:r>
              <a:rPr sz="1500" b="0" i="0">
                <a:solidFill>
                  <a:srgbClr val="4E4F51"/>
                </a:solidFill>
                <a:latin typeface="Open Sans"/>
                <a:ea typeface="Noto Sans CJK KR"/>
              </a:rPr>
              <a:t>실행 이력 추세 분석</a:t>
            </a:r>
          </a:p>
        </p:txBody>
      </p:sp>
      <p:sp>
        <p:nvSpPr>
          <p:cNvPr id="32" name="TextBox 31"/>
          <p:cNvSpPr txBox="1"/>
          <p:nvPr/>
        </p:nvSpPr>
        <p:spPr>
          <a:xfrm>
            <a:off x="8055864" y="469087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T13   </a:t>
            </a:r>
            <a:r>
              <a:rPr sz="1500" b="0" i="0">
                <a:solidFill>
                  <a:srgbClr val="4E4F51"/>
                </a:solidFill>
                <a:latin typeface="Open Sans"/>
                <a:ea typeface="Noto Sans CJK KR"/>
              </a:rPr>
              <a:t>두 실행 비교</a:t>
            </a:r>
          </a:p>
        </p:txBody>
      </p:sp>
      <p:sp>
        <p:nvSpPr>
          <p:cNvPr id="33" name="TextBox 32"/>
          <p:cNvSpPr txBox="1"/>
          <p:nvPr/>
        </p:nvSpPr>
        <p:spPr>
          <a:xfrm>
            <a:off x="8055864" y="5056632"/>
            <a:ext cx="3474720" cy="347472"/>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0E88AE"/>
                </a:solidFill>
                <a:latin typeface="Open Sans"/>
                <a:ea typeface="Noto Sans CJK KR"/>
              </a:rPr>
              <a:t>T14   </a:t>
            </a:r>
            <a:r>
              <a:rPr sz="1500" b="0" i="0">
                <a:solidFill>
                  <a:srgbClr val="4E4F51"/>
                </a:solidFill>
                <a:latin typeface="Open Sans"/>
                <a:ea typeface="Noto Sans CJK KR"/>
              </a:rPr>
              <a:t>결과 기반 수정과 재검증</a:t>
            </a:r>
          </a:p>
        </p:txBody>
      </p:sp>
      <p:sp>
        <p:nvSpPr>
          <p:cNvPr id="34" name="TextBox 33"/>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T00 공통 머리말은 대화를 시작할 때 한 번 붙여 넣는 규칙 6줄입니다. 전체 문구는 워크북 5장에 있습니다.</a:t>
            </a:r>
          </a:p>
        </p:txBody>
      </p:sp>
      <p:sp>
        <p:nvSpPr>
          <p:cNvPr id="35" name="TextBox 34"/>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5장</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T00 공통 머리말: 대화를 시작할 때 한 번</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42</a:t>
            </a:fld>
          </a:p>
        </p:txBody>
      </p:sp>
      <p:sp>
        <p:nvSpPr>
          <p:cNvPr id="5" name="Rectangle 4"/>
          <p:cNvSpPr/>
          <p:nvPr/>
        </p:nvSpPr>
        <p:spPr>
          <a:xfrm>
            <a:off x="649224" y="1298448"/>
            <a:ext cx="10881360" cy="443484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444751"/>
            <a:ext cx="10479024"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T00 공통 머리말</a:t>
            </a:r>
          </a:p>
        </p:txBody>
      </p:sp>
      <p:sp>
        <p:nvSpPr>
          <p:cNvPr id="7" name="TextBox 6"/>
          <p:cNvSpPr txBox="1"/>
          <p:nvPr/>
        </p:nvSpPr>
        <p:spPr>
          <a:xfrm>
            <a:off x="850392" y="1801368"/>
            <a:ext cx="10479024" cy="3813048"/>
          </a:xfrm>
          <a:prstGeom prst="rect">
            <a:avLst/>
          </a:prstGeom>
          <a:noFill/>
        </p:spPr>
        <p:txBody>
          <a:bodyPr wrap="square" lIns="0" rIns="0" tIns="0" bIns="0" anchor="t">
            <a:spAutoFit/>
          </a:bodyPr>
          <a:lstStyle/>
          <a:p>
            <a:pPr algn="l">
              <a:lnSpc>
                <a:spcPct val="108000"/>
              </a:lnSpc>
              <a:spcBef>
                <a:spcPts val="0"/>
              </a:spcBef>
              <a:spcAft>
                <a:spcPts val="200"/>
              </a:spcAft>
            </a:pPr>
            <a:r>
              <a:rPr sz="1700" b="0" i="0">
                <a:solidFill>
                  <a:srgbClr val="4E4F51"/>
                </a:solidFill>
                <a:latin typeface="Open Sans"/>
                <a:ea typeface="Noto Sans CJK KR"/>
              </a:rPr>
              <a:t>앞으로 Tosca Commander MCP(tosca-commander)로 작업할 거야. 아래 규칙을 지켜줘.</a:t>
            </a:r>
          </a:p>
          <a:p>
            <a:pPr algn="l">
              <a:lnSpc>
                <a:spcPct val="108000"/>
              </a:lnSpc>
              <a:spcBef>
                <a:spcPts val="0"/>
              </a:spcBef>
              <a:spcAft>
                <a:spcPts val="200"/>
              </a:spcAft>
            </a:pPr>
            <a:r>
              <a:rPr sz="1700" b="0" i="0">
                <a:solidFill>
                  <a:srgbClr val="4E4F51"/>
                </a:solidFill>
                <a:latin typeface="Open Sans"/>
                <a:ea typeface="Noto Sans CJK KR"/>
              </a:rPr>
              <a:t>1. 객체는 내가 적은 경로로 찾고, Commander 화면에서 선택된 객체에 기대지 마.</a:t>
            </a:r>
          </a:p>
          <a:p>
            <a:pPr algn="l">
              <a:lnSpc>
                <a:spcPct val="108000"/>
              </a:lnSpc>
              <a:spcBef>
                <a:spcPts val="0"/>
              </a:spcBef>
              <a:spcAft>
                <a:spcPts val="200"/>
              </a:spcAft>
            </a:pPr>
            <a:r>
              <a:rPr sz="1700" b="0" i="0">
                <a:solidFill>
                  <a:srgbClr val="4E4F51"/>
                </a:solidFill>
                <a:latin typeface="Open Sans"/>
                <a:ea typeface="Noto Sans CJK KR"/>
              </a:rPr>
              <a:t>2. 무언가를 만들거나 바꾸기 전에는 쓸 도구와 대상을 표로 보여주고 내 승인을 기다려.</a:t>
            </a:r>
          </a:p>
          <a:p>
            <a:pPr algn="l">
              <a:lnSpc>
                <a:spcPct val="108000"/>
              </a:lnSpc>
              <a:spcBef>
                <a:spcPts val="0"/>
              </a:spcBef>
              <a:spcAft>
                <a:spcPts val="200"/>
              </a:spcAft>
            </a:pPr>
            <a:r>
              <a:rPr sz="1700" b="0" i="0">
                <a:solidFill>
                  <a:srgbClr val="4E4F51"/>
                </a:solidFill>
                <a:latin typeface="Open Sans"/>
                <a:ea typeface="Noto Sans CJK KR"/>
              </a:rPr>
              <a:t>3. 삭제, 체크인, Checkout Tree는 따로 한 번 더 확인받아.</a:t>
            </a:r>
          </a:p>
          <a:p>
            <a:pPr algn="l">
              <a:lnSpc>
                <a:spcPct val="108000"/>
              </a:lnSpc>
              <a:spcBef>
                <a:spcPts val="0"/>
              </a:spcBef>
              <a:spcAft>
                <a:spcPts val="200"/>
              </a:spcAft>
            </a:pPr>
            <a:r>
              <a:rPr sz="1700" b="0" i="0">
                <a:solidFill>
                  <a:srgbClr val="4E4F51"/>
                </a:solidFill>
                <a:latin typeface="Open Sans"/>
                <a:ea typeface="Noto Sans CJK KR"/>
              </a:rPr>
              <a:t>4. UI 모듈을 새로 스캔하지 마. 필요한 모듈이 없으면 없다고 알려줘.</a:t>
            </a:r>
          </a:p>
          <a:p>
            <a:pPr algn="l">
              <a:lnSpc>
                <a:spcPct val="108000"/>
              </a:lnSpc>
              <a:spcBef>
                <a:spcPts val="0"/>
              </a:spcBef>
              <a:spcAft>
                <a:spcPts val="200"/>
              </a:spcAft>
            </a:pPr>
            <a:r>
              <a:rPr sz="1700" b="0" i="0">
                <a:solidFill>
                  <a:srgbClr val="4E4F51"/>
                </a:solidFill>
                <a:latin typeface="Open Sans"/>
                <a:ea typeface="Noto Sans CJK KR"/>
              </a:rPr>
              <a:t>5. 이름, 설명, 작업 상태(TestCaseWorkState)는 메뉴 작업 말고 속성 변경(set_attribute)으로 바꿔.</a:t>
            </a:r>
          </a:p>
          <a:p>
            <a:pPr algn="l">
              <a:lnSpc>
                <a:spcPct val="108000"/>
              </a:lnSpc>
              <a:spcBef>
                <a:spcPts val="0"/>
              </a:spcBef>
              <a:spcAft>
                <a:spcPts val="200"/>
              </a:spcAft>
            </a:pPr>
            <a:r>
              <a:rPr sz="1700" b="0" i="0">
                <a:solidFill>
                  <a:srgbClr val="4E4F51"/>
                </a:solidFill>
                <a:latin typeface="Open Sans"/>
                <a:ea typeface="Noto Sans CJK KR"/>
              </a:rPr>
              <a:t>6. 작업이 끝나면 바뀐 객체와 경로를 정리하고, 저장했는지 알려줘.</a:t>
            </a:r>
          </a:p>
        </p:txBody>
      </p:sp>
      <p:sp>
        <p:nvSpPr>
          <p:cNvPr id="8" name="TextBox 7"/>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VS Code용 스킬팩은 짧은 지침 파일만 설치합니다. 새 채팅을 열 때마다 T00을 먼저 붙여 넣으세요.</a:t>
            </a:r>
          </a:p>
        </p:txBody>
      </p:sp>
      <p:sp>
        <p:nvSpPr>
          <p:cNvPr id="9" name="TextBox 8"/>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5장 T00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Title 5"/>
          <p:cNvSpPr>
            <a:spLocks noGrp="1"/>
          </p:cNvSpPr>
          <p:nvPr>
            <p:ph type="title"/>
          </p:nvPr>
        </p:nvSpPr>
        <p:spPr/>
        <p:txBody>
          <a:bodyPr/>
          <a:lstStyle/>
          <a:p>
            <a:r>
              <a:rPr sz="2800" b="0" i="0">
                <a:solidFill>
                  <a:srgbClr val="004C97"/>
                </a:solidFill>
                <a:latin typeface="Open Sans"/>
                <a:ea typeface="Noto Sans CJK KR"/>
              </a:rPr>
              <a:t>템플릿 하나 뜯어보기: T06 자동 테스트케이스 작성</a:t>
            </a:r>
          </a:p>
        </p:txBody>
      </p:sp>
      <p:sp>
        <p:nvSpPr>
          <p:cNvPr id="7" name="TextBox 6"/>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8" name="TextBox 7"/>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43</a:t>
            </a:fld>
          </a:p>
        </p:txBody>
      </p:sp>
      <p:sp>
        <p:nvSpPr>
          <p:cNvPr id="9" name="Rectangle 8"/>
          <p:cNvSpPr/>
          <p:nvPr/>
        </p:nvSpPr>
        <p:spPr>
          <a:xfrm>
            <a:off x="649224" y="1298448"/>
            <a:ext cx="6492240" cy="4480560"/>
          </a:xfrm>
          <a:prstGeom prst="rect">
            <a:avLst/>
          </a:prstGeom>
          <a:solidFill>
            <a:srgbClr val="F1F5F9"/>
          </a:solidFill>
          <a:ln w="10160">
            <a:solidFill>
              <a:srgbClr val="DCE5E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444751"/>
            <a:ext cx="6089903" cy="274320"/>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0E88AE"/>
                </a:solidFill>
                <a:latin typeface="Open Sans"/>
                <a:ea typeface="Noto Sans CJK KR"/>
              </a:rPr>
              <a:t>T06 본문</a:t>
            </a:r>
          </a:p>
        </p:txBody>
      </p:sp>
      <p:sp>
        <p:nvSpPr>
          <p:cNvPr id="11" name="TextBox 10"/>
          <p:cNvSpPr txBox="1"/>
          <p:nvPr/>
        </p:nvSpPr>
        <p:spPr>
          <a:xfrm>
            <a:off x="850392" y="1801368"/>
            <a:ext cx="6089903" cy="3858768"/>
          </a:xfrm>
          <a:prstGeom prst="rect">
            <a:avLst/>
          </a:prstGeom>
          <a:noFill/>
        </p:spPr>
        <p:txBody>
          <a:bodyPr wrap="square" lIns="0" rIns="0" tIns="0" bIns="0" anchor="t">
            <a:spAutoFit/>
          </a:bodyPr>
          <a:lstStyle/>
          <a:p>
            <a:pPr algn="l">
              <a:lnSpc>
                <a:spcPct val="108000"/>
              </a:lnSpc>
              <a:spcBef>
                <a:spcPts val="0"/>
              </a:spcBef>
              <a:spcAft>
                <a:spcPts val="200"/>
              </a:spcAft>
            </a:pPr>
            <a:r>
              <a:rPr sz="1500" b="1" i="0">
                <a:solidFill>
                  <a:srgbClr val="004C97"/>
                </a:solidFill>
                <a:latin typeface="Open Sans"/>
                <a:ea typeface="Noto Sans CJK KR"/>
              </a:rPr>
              <a:t>[폴더 경로]</a:t>
            </a:r>
            <a:r>
              <a:rPr sz="1500" b="0" i="0">
                <a:solidFill>
                  <a:srgbClr val="4E4F51"/>
                </a:solidFill>
                <a:latin typeface="Open Sans"/>
                <a:ea typeface="Noto Sans CJK KR"/>
              </a:rPr>
              <a:t>에 '</a:t>
            </a:r>
            <a:r>
              <a:rPr sz="1500" b="1" i="0">
                <a:solidFill>
                  <a:srgbClr val="004C97"/>
                </a:solidFill>
                <a:latin typeface="Open Sans"/>
                <a:ea typeface="Noto Sans CJK KR"/>
              </a:rPr>
              <a:t>[테스트케이스 이름]</a:t>
            </a:r>
            <a:r>
              <a:rPr sz="1500" b="0" i="0">
                <a:solidFill>
                  <a:srgbClr val="4E4F51"/>
                </a:solidFill>
                <a:latin typeface="Open Sans"/>
                <a:ea typeface="Noto Sans CJK KR"/>
              </a:rPr>
              <a:t>' 자동화 테스트케이스를 만들려고 해. 아직 만들지 말고 계획만 보여줘.</a:t>
            </a:r>
          </a:p>
          <a:p>
            <a:pPr algn="l">
              <a:lnSpc>
                <a:spcPct val="108000"/>
              </a:lnSpc>
              <a:spcBef>
                <a:spcPts val="0"/>
              </a:spcBef>
              <a:spcAft>
                <a:spcPts val="200"/>
              </a:spcAft>
            </a:pPr>
            <a:r>
              <a:rPr sz="1500" b="0" i="0">
                <a:solidFill>
                  <a:srgbClr val="4E4F51"/>
                </a:solidFill>
                <a:latin typeface="Open Sans"/>
                <a:ea typeface="Noto Sans CJK KR"/>
              </a:rPr>
              <a:t>- 모듈 범위: </a:t>
            </a:r>
            <a:r>
              <a:rPr sz="1500" b="1" i="0">
                <a:solidFill>
                  <a:srgbClr val="004C97"/>
                </a:solidFill>
                <a:latin typeface="Open Sans"/>
                <a:ea typeface="Noto Sans CJK KR"/>
              </a:rPr>
              <a:t>[모듈 폴더 경로]</a:t>
            </a:r>
            <a:r>
              <a:rPr sz="1500" b="0" i="0">
                <a:solidFill>
                  <a:srgbClr val="4E4F51"/>
                </a:solidFill>
                <a:latin typeface="Open Sans"/>
                <a:ea typeface="Noto Sans CJK KR"/>
              </a:rPr>
              <a:t>와 </a:t>
            </a:r>
            <a:r>
              <a:rPr sz="1500" b="1" i="0">
                <a:solidFill>
                  <a:srgbClr val="004C97"/>
                </a:solidFill>
                <a:latin typeface="Open Sans"/>
                <a:ea typeface="Noto Sans CJK KR"/>
              </a:rPr>
              <a:t>[표준 모듈]</a:t>
            </a:r>
            <a:r>
              <a:rPr sz="1500" b="0" i="0">
                <a:solidFill>
                  <a:srgbClr val="4E4F51"/>
                </a:solidFill>
                <a:latin typeface="Open Sans"/>
                <a:ea typeface="Noto Sans CJK KR"/>
              </a:rPr>
              <a:t>에서만 찾아. 새로 스캔하지 마.</a:t>
            </a:r>
          </a:p>
          <a:p>
            <a:pPr algn="l">
              <a:lnSpc>
                <a:spcPct val="108000"/>
              </a:lnSpc>
              <a:spcBef>
                <a:spcPts val="0"/>
              </a:spcBef>
              <a:spcAft>
                <a:spcPts val="200"/>
              </a:spcAft>
            </a:pPr>
            <a:r>
              <a:rPr sz="1500" b="0" i="0">
                <a:solidFill>
                  <a:srgbClr val="4E4F51"/>
                </a:solidFill>
                <a:latin typeface="Open Sans"/>
                <a:ea typeface="Noto Sans CJK KR"/>
              </a:rPr>
              <a:t>- 시나리오:</a:t>
            </a:r>
          </a:p>
          <a:p>
            <a:pPr algn="l">
              <a:lnSpc>
                <a:spcPct val="108000"/>
              </a:lnSpc>
              <a:spcBef>
                <a:spcPts val="0"/>
              </a:spcBef>
              <a:spcAft>
                <a:spcPts val="200"/>
              </a:spcAft>
            </a:pPr>
            <a:r>
              <a:rPr sz="1500" b="0" i="0">
                <a:solidFill>
                  <a:srgbClr val="4E4F51"/>
                </a:solidFill>
                <a:latin typeface="Open Sans"/>
                <a:ea typeface="Noto Sans CJK KR"/>
              </a:rPr>
              <a:t>  1. </a:t>
            </a:r>
            <a:r>
              <a:rPr sz="1500" b="1" i="0">
                <a:solidFill>
                  <a:srgbClr val="004C97"/>
                </a:solidFill>
                <a:latin typeface="Open Sans"/>
                <a:ea typeface="Noto Sans CJK KR"/>
              </a:rPr>
              <a:t>[동작]</a:t>
            </a:r>
          </a:p>
          <a:p>
            <a:pPr algn="l">
              <a:lnSpc>
                <a:spcPct val="108000"/>
              </a:lnSpc>
              <a:spcBef>
                <a:spcPts val="0"/>
              </a:spcBef>
              <a:spcAft>
                <a:spcPts val="200"/>
              </a:spcAft>
            </a:pPr>
            <a:r>
              <a:rPr sz="1500" b="0" i="0">
                <a:solidFill>
                  <a:srgbClr val="4E4F51"/>
                </a:solidFill>
                <a:latin typeface="Open Sans"/>
                <a:ea typeface="Noto Sans CJK KR"/>
              </a:rPr>
              <a:t>  2. </a:t>
            </a:r>
            <a:r>
              <a:rPr sz="1500" b="1" i="0">
                <a:solidFill>
                  <a:srgbClr val="004C97"/>
                </a:solidFill>
                <a:latin typeface="Open Sans"/>
                <a:ea typeface="Noto Sans CJK KR"/>
              </a:rPr>
              <a:t>[동작]</a:t>
            </a:r>
          </a:p>
          <a:p>
            <a:pPr algn="l">
              <a:lnSpc>
                <a:spcPct val="108000"/>
              </a:lnSpc>
              <a:spcBef>
                <a:spcPts val="0"/>
              </a:spcBef>
              <a:spcAft>
                <a:spcPts val="200"/>
              </a:spcAft>
            </a:pPr>
            <a:r>
              <a:rPr sz="1500" b="0" i="0">
                <a:solidFill>
                  <a:srgbClr val="4E4F51"/>
                </a:solidFill>
                <a:latin typeface="Open Sans"/>
                <a:ea typeface="Noto Sans CJK KR"/>
              </a:rPr>
              <a:t>- 검증: </a:t>
            </a:r>
            <a:r>
              <a:rPr sz="1500" b="1" i="0">
                <a:solidFill>
                  <a:srgbClr val="004C97"/>
                </a:solidFill>
                <a:latin typeface="Open Sans"/>
                <a:ea typeface="Noto Sans CJK KR"/>
              </a:rPr>
              <a:t>[어떤 화면 요소를 어떤 값으로 Verify]</a:t>
            </a:r>
          </a:p>
          <a:p>
            <a:pPr algn="l">
              <a:lnSpc>
                <a:spcPct val="108000"/>
              </a:lnSpc>
              <a:spcBef>
                <a:spcPts val="0"/>
              </a:spcBef>
              <a:spcAft>
                <a:spcPts val="200"/>
              </a:spcAft>
            </a:pPr>
            <a:r>
              <a:rPr sz="1500" b="0" i="0">
                <a:solidFill>
                  <a:srgbClr val="4E4F51"/>
                </a:solidFill>
                <a:latin typeface="Open Sans"/>
                <a:ea typeface="Noto Sans CJK KR"/>
              </a:rPr>
              <a:t>- 재사용할 값: </a:t>
            </a:r>
            <a:r>
              <a:rPr sz="1500" b="1" i="0">
                <a:solidFill>
                  <a:srgbClr val="004C97"/>
                </a:solidFill>
                <a:latin typeface="Open Sans"/>
                <a:ea typeface="Noto Sans CJK KR"/>
              </a:rPr>
              <a:t>[버퍼 이름과 대상, 없으면 없음]</a:t>
            </a:r>
          </a:p>
          <a:p>
            <a:pPr algn="l">
              <a:lnSpc>
                <a:spcPct val="108000"/>
              </a:lnSpc>
              <a:spcBef>
                <a:spcPts val="0"/>
              </a:spcBef>
              <a:spcAft>
                <a:spcPts val="200"/>
              </a:spcAft>
            </a:pPr>
            <a:r>
              <a:rPr sz="1500" b="0" i="0">
                <a:solidFill>
                  <a:srgbClr val="4E4F51"/>
                </a:solidFill>
                <a:latin typeface="Open Sans"/>
                <a:ea typeface="Noto Sans CJK KR"/>
              </a:rPr>
              <a:t>스텝별로 모듈, 속성, 값, ActionMode를 표로 보여주고, 맞는 모듈이 없는 스텝은 따로 표시해줘.</a:t>
            </a:r>
          </a:p>
        </p:txBody>
      </p:sp>
      <p:sp>
        <p:nvSpPr>
          <p:cNvPr id="12" name="TextBox 11"/>
          <p:cNvSpPr txBox="1"/>
          <p:nvPr/>
        </p:nvSpPr>
        <p:spPr>
          <a:xfrm>
            <a:off x="7406640" y="1298448"/>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언제 쓰나</a:t>
            </a:r>
          </a:p>
        </p:txBody>
      </p:sp>
      <p:sp>
        <p:nvSpPr>
          <p:cNvPr id="13" name="TextBox 12"/>
          <p:cNvSpPr txBox="1"/>
          <p:nvPr/>
        </p:nvSpPr>
        <p:spPr>
          <a:xfrm>
            <a:off x="7406640" y="1645919"/>
            <a:ext cx="4114800" cy="595335"/>
          </a:xfrm>
          <a:prstGeom prst="rect">
            <a:avLst/>
          </a:prstGeom>
          <a:noFill/>
        </p:spPr>
        <p:txBody>
          <a:bodyPr wrap="square" lIns="0" rIns="0" tIns="0" bIns="0" anchor="t">
            <a:spAutoFit/>
          </a:bodyPr>
          <a:lstStyle/>
          <a:p>
            <a:pPr algn="l">
              <a:lnSpc>
                <a:spcPct val="112000"/>
              </a:lnSpc>
              <a:spcBef>
                <a:spcPts val="0"/>
              </a:spcBef>
              <a:spcAft>
                <a:spcPts val="400"/>
              </a:spcAft>
            </a:pPr>
            <a:r>
              <a:rPr sz="1400" b="0" i="0">
                <a:solidFill>
                  <a:srgbClr val="4E4F51"/>
                </a:solidFill>
                <a:latin typeface="Open Sans"/>
                <a:ea typeface="Noto Sans CJK KR"/>
              </a:rPr>
              <a:t>시나리오 문장으로 자동화 테스트케이스 초안을 만들 때</a:t>
            </a:r>
          </a:p>
        </p:txBody>
      </p:sp>
      <p:sp>
        <p:nvSpPr>
          <p:cNvPr id="14" name="TextBox 13"/>
          <p:cNvSpPr txBox="1"/>
          <p:nvPr/>
        </p:nvSpPr>
        <p:spPr>
          <a:xfrm>
            <a:off x="7406640" y="2442423"/>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공식 워크플로</a:t>
            </a:r>
          </a:p>
        </p:txBody>
      </p:sp>
      <p:sp>
        <p:nvSpPr>
          <p:cNvPr id="15" name="TextBox 14"/>
          <p:cNvSpPr txBox="1"/>
          <p:nvPr/>
        </p:nvSpPr>
        <p:spPr>
          <a:xfrm>
            <a:off x="7406640" y="2789895"/>
            <a:ext cx="4114800" cy="300898"/>
          </a:xfrm>
          <a:prstGeom prst="rect">
            <a:avLst/>
          </a:prstGeom>
          <a:noFill/>
        </p:spPr>
        <p:txBody>
          <a:bodyPr wrap="square" lIns="0" rIns="0" tIns="0" bIns="0" anchor="t">
            <a:spAutoFit/>
          </a:bodyPr>
          <a:lstStyle/>
          <a:p>
            <a:pPr algn="l">
              <a:lnSpc>
                <a:spcPct val="112000"/>
              </a:lnSpc>
              <a:spcBef>
                <a:spcPts val="0"/>
              </a:spcBef>
              <a:spcAft>
                <a:spcPts val="400"/>
              </a:spcAft>
            </a:pPr>
            <a:r>
              <a:rPr sz="1300" b="0" i="0">
                <a:solidFill>
                  <a:srgbClr val="4E4F51"/>
                </a:solidFill>
                <a:latin typeface="Consolas"/>
                <a:ea typeface="Noto Sans CJK KR"/>
              </a:rPr>
              <a:t>author-automated-test-case.md</a:t>
            </a:r>
          </a:p>
        </p:txBody>
      </p:sp>
      <p:sp>
        <p:nvSpPr>
          <p:cNvPr id="16" name="TextBox 15"/>
          <p:cNvSpPr txBox="1"/>
          <p:nvPr/>
        </p:nvSpPr>
        <p:spPr>
          <a:xfrm>
            <a:off x="7406640" y="3291961"/>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AI가 주로 쓰는 도구</a:t>
            </a:r>
          </a:p>
        </p:txBody>
      </p:sp>
      <p:sp>
        <p:nvSpPr>
          <p:cNvPr id="17" name="TextBox 16"/>
          <p:cNvSpPr txBox="1"/>
          <p:nvPr/>
        </p:nvSpPr>
        <p:spPr>
          <a:xfrm>
            <a:off x="7406640" y="3639433"/>
            <a:ext cx="4114800" cy="752368"/>
          </a:xfrm>
          <a:prstGeom prst="rect">
            <a:avLst/>
          </a:prstGeom>
          <a:noFill/>
        </p:spPr>
        <p:txBody>
          <a:bodyPr wrap="square" lIns="0" rIns="0" tIns="0" bIns="0" anchor="t">
            <a:spAutoFit/>
          </a:bodyPr>
          <a:lstStyle/>
          <a:p>
            <a:pPr algn="l">
              <a:lnSpc>
                <a:spcPct val="112000"/>
              </a:lnSpc>
              <a:spcBef>
                <a:spcPts val="0"/>
              </a:spcBef>
              <a:spcAft>
                <a:spcPts val="400"/>
              </a:spcAft>
            </a:pPr>
            <a:r>
              <a:rPr sz="1200" b="0" i="0">
                <a:solidFill>
                  <a:srgbClr val="4E4F51"/>
                </a:solidFill>
                <a:latin typeface="Consolas"/>
                <a:ea typeface="Noto Sans CJK KR"/>
              </a:rPr>
              <a:t>list_assets, get_object_info, create_test_cases, set_attribute, execute_test_suite, execute_test_suite_status</a:t>
            </a:r>
          </a:p>
        </p:txBody>
      </p:sp>
      <p:sp>
        <p:nvSpPr>
          <p:cNvPr id="18" name="TextBox 17"/>
          <p:cNvSpPr txBox="1"/>
          <p:nvPr/>
        </p:nvSpPr>
        <p:spPr>
          <a:xfrm>
            <a:off x="7406640" y="4592970"/>
            <a:ext cx="4114800" cy="329184"/>
          </a:xfrm>
          <a:prstGeom prst="rect">
            <a:avLst/>
          </a:prstGeom>
          <a:noFill/>
        </p:spPr>
        <p:txBody>
          <a:bodyPr wrap="square" lIns="0" rIns="0" tIns="0" bIns="0" anchor="t">
            <a:spAutoFit/>
          </a:bodyPr>
          <a:lstStyle/>
          <a:p>
            <a:pPr algn="l">
              <a:lnSpc>
                <a:spcPct val="112000"/>
              </a:lnSpc>
              <a:spcBef>
                <a:spcPts val="0"/>
              </a:spcBef>
              <a:spcAft>
                <a:spcPts val="400"/>
              </a:spcAft>
            </a:pPr>
            <a:r>
              <a:rPr sz="1600" b="1" i="0">
                <a:solidFill>
                  <a:srgbClr val="004C97"/>
                </a:solidFill>
                <a:latin typeface="Open Sans"/>
                <a:ea typeface="Noto Sans CJK KR"/>
              </a:rPr>
              <a:t>확인할 점</a:t>
            </a:r>
          </a:p>
        </p:txBody>
      </p:sp>
      <p:sp>
        <p:nvSpPr>
          <p:cNvPr id="19" name="TextBox 18"/>
          <p:cNvSpPr txBox="1"/>
          <p:nvPr/>
        </p:nvSpPr>
        <p:spPr>
          <a:xfrm>
            <a:off x="7406640" y="4940442"/>
            <a:ext cx="4114800" cy="1066434"/>
          </a:xfrm>
          <a:prstGeom prst="rect">
            <a:avLst/>
          </a:prstGeom>
          <a:noFill/>
        </p:spPr>
        <p:txBody>
          <a:bodyPr wrap="square" lIns="0" rIns="0" tIns="0" bIns="0" anchor="t">
            <a:spAutoFit/>
          </a:bodyPr>
          <a:lstStyle/>
          <a:p>
            <a:pPr algn="l">
              <a:lnSpc>
                <a:spcPct val="112000"/>
              </a:lnSpc>
              <a:spcBef>
                <a:spcPts val="0"/>
              </a:spcBef>
              <a:spcAft>
                <a:spcPts val="400"/>
              </a:spcAft>
            </a:pPr>
            <a:r>
              <a:rPr sz="1300" b="0" i="0">
                <a:solidFill>
                  <a:srgbClr val="4E4F51"/>
                </a:solidFill>
                <a:latin typeface="Open Sans"/>
                <a:ea typeface="Noto Sans CJK KR"/>
              </a:rPr>
              <a:t>모듈이 없는 스텝은 사람이 XScan으로 스캔해야 합니다. 비밀번호 같은 값은 프롬프트에 쓰지 말고 TCP 참조 {CP[이름]}로 넣습니다. 버퍼 값은 소비하는 쪽에서 {B[이름]}으로 참조됩니다.</a:t>
            </a:r>
          </a:p>
        </p:txBody>
      </p:sp>
      <p:sp>
        <p:nvSpPr>
          <p:cNvPr id="20" name="TextBox 19"/>
          <p:cNvSpPr txBox="1"/>
          <p:nvPr/>
        </p:nvSpPr>
        <p:spPr>
          <a:xfrm>
            <a:off x="9784080" y="6373368"/>
            <a:ext cx="1737360" cy="109728"/>
          </a:xfrm>
          <a:prstGeom prst="rect">
            <a:avLst/>
          </a:prstGeom>
          <a:noFill/>
        </p:spPr>
        <p:txBody>
          <a:bodyPr wrap="square" lIns="0" rIns="0" tIns="0" bIns="0" anchor="t">
            <a:spAutoFit/>
          </a:bodyPr>
          <a:lstStyle/>
          <a:p>
            <a:pPr algn="r">
              <a:lnSpc>
                <a:spcPct val="112000"/>
              </a:lnSpc>
              <a:spcBef>
                <a:spcPts val="0"/>
              </a:spcBef>
              <a:spcAft>
                <a:spcPts val="0"/>
              </a:spcAft>
            </a:pPr>
            <a:r>
              <a:rPr sz="750" b="0" i="0">
                <a:solidFill>
                  <a:srgbClr val="4E4F51"/>
                </a:solidFill>
                <a:latin typeface="Open Sans"/>
                <a:ea typeface="Noto Sans CJK KR"/>
              </a:rPr>
              <a:t>워크북 5장 T06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템플릿 쓰는 순서</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44</a:t>
            </a:fld>
          </a:p>
        </p:txBody>
      </p:sp>
      <p:sp>
        <p:nvSpPr>
          <p:cNvPr id="5" name="Rectangle 4"/>
          <p:cNvSpPr/>
          <p:nvPr/>
        </p:nvSpPr>
        <p:spPr>
          <a:xfrm>
            <a:off x="649224"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T00</a:t>
            </a:r>
          </a:p>
          <a:p>
            <a:pPr algn="ctr">
              <a:lnSpc>
                <a:spcPct val="112000"/>
              </a:lnSpc>
              <a:spcBef>
                <a:spcPts val="0"/>
              </a:spcBef>
              <a:spcAft>
                <a:spcPts val="200"/>
              </a:spcAft>
            </a:pPr>
            <a:r>
              <a:rPr sz="1600" b="0" i="0">
                <a:solidFill>
                  <a:srgbClr val="4E4F51"/>
                </a:solidFill>
                <a:latin typeface="Open Sans"/>
                <a:ea typeface="Noto Sans CJK KR"/>
              </a:rPr>
              <a:t>붙여 넣기</a:t>
            </a:r>
          </a:p>
        </p:txBody>
      </p:sp>
      <p:sp>
        <p:nvSpPr>
          <p:cNvPr id="7" name="TextBox 6"/>
          <p:cNvSpPr txBox="1"/>
          <p:nvPr/>
        </p:nvSpPr>
        <p:spPr>
          <a:xfrm>
            <a:off x="2337816"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8" name="Rectangle 7"/>
          <p:cNvSpPr/>
          <p:nvPr/>
        </p:nvSpPr>
        <p:spPr>
          <a:xfrm>
            <a:off x="2488692"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98420"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템플릿</a:t>
            </a:r>
          </a:p>
          <a:p>
            <a:pPr algn="ctr">
              <a:lnSpc>
                <a:spcPct val="112000"/>
              </a:lnSpc>
              <a:spcBef>
                <a:spcPts val="0"/>
              </a:spcBef>
              <a:spcAft>
                <a:spcPts val="200"/>
              </a:spcAft>
            </a:pPr>
            <a:r>
              <a:rPr sz="1600" b="0" i="0">
                <a:solidFill>
                  <a:srgbClr val="4E4F51"/>
                </a:solidFill>
                <a:latin typeface="Open Sans"/>
                <a:ea typeface="Noto Sans CJK KR"/>
              </a:rPr>
              <a:t>고르기</a:t>
            </a:r>
          </a:p>
        </p:txBody>
      </p:sp>
      <p:sp>
        <p:nvSpPr>
          <p:cNvPr id="10" name="TextBox 9"/>
          <p:cNvSpPr txBox="1"/>
          <p:nvPr/>
        </p:nvSpPr>
        <p:spPr>
          <a:xfrm>
            <a:off x="4177284"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1" name="Rectangle 10"/>
          <p:cNvSpPr/>
          <p:nvPr/>
        </p:nvSpPr>
        <p:spPr>
          <a:xfrm>
            <a:off x="4328160"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7888"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 ]</a:t>
            </a:r>
          </a:p>
          <a:p>
            <a:pPr algn="ctr">
              <a:lnSpc>
                <a:spcPct val="112000"/>
              </a:lnSpc>
              <a:spcBef>
                <a:spcPts val="0"/>
              </a:spcBef>
              <a:spcAft>
                <a:spcPts val="200"/>
              </a:spcAft>
            </a:pPr>
            <a:r>
              <a:rPr sz="1600" b="0" i="0">
                <a:solidFill>
                  <a:srgbClr val="4E4F51"/>
                </a:solidFill>
                <a:latin typeface="Open Sans"/>
                <a:ea typeface="Noto Sans CJK KR"/>
              </a:rPr>
              <a:t>채우기</a:t>
            </a:r>
          </a:p>
        </p:txBody>
      </p:sp>
      <p:sp>
        <p:nvSpPr>
          <p:cNvPr id="13" name="TextBox 12"/>
          <p:cNvSpPr txBox="1"/>
          <p:nvPr/>
        </p:nvSpPr>
        <p:spPr>
          <a:xfrm>
            <a:off x="6016752"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4" name="Rectangle 13"/>
          <p:cNvSpPr/>
          <p:nvPr/>
        </p:nvSpPr>
        <p:spPr>
          <a:xfrm>
            <a:off x="6167628"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77356"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계획</a:t>
            </a:r>
          </a:p>
          <a:p>
            <a:pPr algn="ctr">
              <a:lnSpc>
                <a:spcPct val="112000"/>
              </a:lnSpc>
              <a:spcBef>
                <a:spcPts val="0"/>
              </a:spcBef>
              <a:spcAft>
                <a:spcPts val="200"/>
              </a:spcAft>
            </a:pPr>
            <a:r>
              <a:rPr sz="1600" b="0" i="0">
                <a:solidFill>
                  <a:srgbClr val="4E4F51"/>
                </a:solidFill>
                <a:latin typeface="Open Sans"/>
                <a:ea typeface="Noto Sans CJK KR"/>
              </a:rPr>
              <a:t>확인·승인</a:t>
            </a:r>
          </a:p>
        </p:txBody>
      </p:sp>
      <p:sp>
        <p:nvSpPr>
          <p:cNvPr id="16" name="TextBox 15"/>
          <p:cNvSpPr txBox="1"/>
          <p:nvPr/>
        </p:nvSpPr>
        <p:spPr>
          <a:xfrm>
            <a:off x="7856220"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17" name="Rectangle 16"/>
          <p:cNvSpPr/>
          <p:nvPr/>
        </p:nvSpPr>
        <p:spPr>
          <a:xfrm>
            <a:off x="8007096"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6824"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결과</a:t>
            </a:r>
          </a:p>
          <a:p>
            <a:pPr algn="ctr">
              <a:lnSpc>
                <a:spcPct val="112000"/>
              </a:lnSpc>
              <a:spcBef>
                <a:spcPts val="0"/>
              </a:spcBef>
              <a:spcAft>
                <a:spcPts val="200"/>
              </a:spcAft>
            </a:pPr>
            <a:r>
              <a:rPr sz="1600" b="0" i="0">
                <a:solidFill>
                  <a:srgbClr val="4E4F51"/>
                </a:solidFill>
                <a:latin typeface="Open Sans"/>
                <a:ea typeface="Noto Sans CJK KR"/>
              </a:rPr>
              <a:t>검토·저장</a:t>
            </a:r>
          </a:p>
        </p:txBody>
      </p:sp>
      <p:sp>
        <p:nvSpPr>
          <p:cNvPr id="19" name="TextBox 18"/>
          <p:cNvSpPr txBox="1"/>
          <p:nvPr/>
        </p:nvSpPr>
        <p:spPr>
          <a:xfrm>
            <a:off x="9695688" y="2084831"/>
            <a:ext cx="155448" cy="365760"/>
          </a:xfrm>
          <a:prstGeom prst="rect">
            <a:avLst/>
          </a:prstGeom>
          <a:noFill/>
        </p:spPr>
        <p:txBody>
          <a:bodyPr wrap="square" lIns="0" rIns="0" tIns="0" bIns="0" anchor="t">
            <a:spAutoFit/>
          </a:bodyPr>
          <a:lstStyle/>
          <a:p>
            <a:pPr algn="ctr">
              <a:lnSpc>
                <a:spcPct val="112000"/>
              </a:lnSpc>
              <a:spcBef>
                <a:spcPts val="0"/>
              </a:spcBef>
              <a:spcAft>
                <a:spcPts val="0"/>
              </a:spcAft>
            </a:pPr>
            <a:r>
              <a:rPr sz="2300" b="0" i="0">
                <a:solidFill>
                  <a:srgbClr val="0E88AE"/>
                </a:solidFill>
                <a:latin typeface="Open Sans"/>
                <a:ea typeface="Noto Sans CJK KR"/>
              </a:rPr>
              <a:t>›</a:t>
            </a:r>
          </a:p>
        </p:txBody>
      </p:sp>
      <p:sp>
        <p:nvSpPr>
          <p:cNvPr id="20" name="Rectangle 19"/>
          <p:cNvSpPr/>
          <p:nvPr/>
        </p:nvSpPr>
        <p:spPr>
          <a:xfrm>
            <a:off x="9846564" y="1645920"/>
            <a:ext cx="1684020" cy="128016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56292" y="1737360"/>
            <a:ext cx="1464564" cy="1097280"/>
          </a:xfrm>
          <a:prstGeom prst="rect">
            <a:avLst/>
          </a:prstGeom>
          <a:noFill/>
        </p:spPr>
        <p:txBody>
          <a:bodyPr wrap="square" lIns="0" rIns="0" tIns="0" bIns="0" anchor="ctr">
            <a:spAutoFit/>
          </a:bodyPr>
          <a:lstStyle/>
          <a:p>
            <a:pPr algn="ctr">
              <a:lnSpc>
                <a:spcPct val="112000"/>
              </a:lnSpc>
              <a:spcBef>
                <a:spcPts val="0"/>
              </a:spcBef>
              <a:spcAft>
                <a:spcPts val="200"/>
              </a:spcAft>
            </a:pPr>
            <a:r>
              <a:rPr sz="2000" b="1" i="0">
                <a:solidFill>
                  <a:srgbClr val="004C97"/>
                </a:solidFill>
                <a:latin typeface="Open Sans"/>
                <a:ea typeface="Noto Sans CJK KR"/>
              </a:rPr>
              <a:t>팀 템플릿</a:t>
            </a:r>
          </a:p>
          <a:p>
            <a:pPr algn="ctr">
              <a:lnSpc>
                <a:spcPct val="112000"/>
              </a:lnSpc>
              <a:spcBef>
                <a:spcPts val="0"/>
              </a:spcBef>
              <a:spcAft>
                <a:spcPts val="200"/>
              </a:spcAft>
            </a:pPr>
            <a:r>
              <a:rPr sz="1600" b="0" i="0">
                <a:solidFill>
                  <a:srgbClr val="4E4F51"/>
                </a:solidFill>
                <a:latin typeface="Open Sans"/>
                <a:ea typeface="Noto Sans CJK KR"/>
              </a:rPr>
              <a:t>추가</a:t>
            </a:r>
          </a:p>
        </p:txBody>
      </p:sp>
      <p:sp>
        <p:nvSpPr>
          <p:cNvPr id="22" name="TextBox 21"/>
          <p:cNvSpPr txBox="1"/>
          <p:nvPr/>
        </p:nvSpPr>
        <p:spPr>
          <a:xfrm>
            <a:off x="777240" y="3456432"/>
            <a:ext cx="10332720" cy="1691640"/>
          </a:xfrm>
          <a:prstGeom prst="rect">
            <a:avLst/>
          </a:prstGeom>
          <a:noFill/>
        </p:spPr>
        <p:txBody>
          <a:bodyPr wrap="square" lIns="0" rIns="0" tIns="0" bIns="0" anchor="t">
            <a:spAutoFit/>
          </a:bodyPr>
          <a:lstStyle/>
          <a:p>
            <a:pPr algn="l">
              <a:lnSpc>
                <a:spcPct val="112000"/>
              </a:lnSpc>
              <a:spcBef>
                <a:spcPts val="0"/>
              </a:spcBef>
              <a:spcAft>
                <a:spcPts val="400"/>
              </a:spcAft>
            </a:pPr>
            <a:r>
              <a:rPr sz="2300" b="0" i="0">
                <a:solidFill>
                  <a:srgbClr val="4E4F51"/>
                </a:solidFill>
                <a:latin typeface="Open Sans"/>
                <a:ea typeface="Noto Sans CJK KR"/>
              </a:rPr>
              <a:t>VS Code용 팩에는 공식 워크플로 문서가 들어 있지 않습니다.</a:t>
            </a:r>
          </a:p>
          <a:p>
            <a:pPr algn="l">
              <a:lnSpc>
                <a:spcPct val="112000"/>
              </a:lnSpc>
              <a:spcBef>
                <a:spcPts val="0"/>
              </a:spcBef>
              <a:spcAft>
                <a:spcPts val="400"/>
              </a:spcAft>
            </a:pPr>
            <a:r>
              <a:rPr sz="2300" b="0" i="0">
                <a:solidFill>
                  <a:srgbClr val="4E4F51"/>
                </a:solidFill>
                <a:latin typeface="Open Sans"/>
                <a:ea typeface="Noto Sans CJK KR"/>
              </a:rPr>
              <a:t>그래서 범위, 확인 방식, 하지 말 일을 템플릿 문장에 직접 넣었습니다.</a:t>
            </a:r>
          </a:p>
        </p:txBody>
      </p:sp>
      <p:sp>
        <p:nvSpPr>
          <p:cNvPr id="23" name="TextBox 22"/>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사내에서 만든 템플릿이 있다면 같은 형식(언제 쓰나, 본문, 예시, 도구, 확인할 점)으로 워크북 5장에 추가합니다.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마무리: 오늘 가져갈 세 가지</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45</a:t>
            </a:fld>
          </a:p>
        </p:txBody>
      </p:sp>
      <p:sp>
        <p:nvSpPr>
          <p:cNvPr id="5" name="Rectangle 4"/>
          <p:cNvSpPr/>
          <p:nvPr/>
        </p:nvSpPr>
        <p:spPr>
          <a:xfrm>
            <a:off x="649224" y="1491615"/>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7" y="1371600"/>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MCP는 AI가 Commander를 다루게 해 주는 연결 규격입니다. Commander 2026.1 Patch 1부터 애드인으로 들어 있습니다.</a:t>
            </a:r>
          </a:p>
        </p:txBody>
      </p:sp>
      <p:sp>
        <p:nvSpPr>
          <p:cNvPr id="7" name="Rectangle 6"/>
          <p:cNvSpPr/>
          <p:nvPr/>
        </p:nvSpPr>
        <p:spPr>
          <a:xfrm>
            <a:off x="649224" y="2636078"/>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2516063"/>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AI가 만들고, 사람은 계획과 결과를 확인합니다. 화면 스캔, 비밀번호, 삭제, 결함 판단은 사람이 합니다.</a:t>
            </a:r>
          </a:p>
        </p:txBody>
      </p:sp>
      <p:sp>
        <p:nvSpPr>
          <p:cNvPr id="9" name="Rectangle 8"/>
          <p:cNvSpPr/>
          <p:nvPr/>
        </p:nvSpPr>
        <p:spPr>
          <a:xfrm>
            <a:off x="649224" y="3780541"/>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3660526"/>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템플릿으로 시작해서 우리 업무에 맞게 고칩니다. 잘 된 프롬프트는 팀 템플릿에 추가합니다.</a:t>
            </a:r>
          </a:p>
        </p:txBody>
      </p:sp>
      <p:sp>
        <p:nvSpPr>
          <p:cNvPr id="11" name="Rectangle 10"/>
          <p:cNvSpPr/>
          <p:nvPr/>
        </p:nvSpPr>
        <p:spPr>
          <a:xfrm>
            <a:off x="649224" y="4925004"/>
            <a:ext cx="64008" cy="64008"/>
          </a:xfrm>
          <a:prstGeom prst="rect">
            <a:avLst/>
          </a:prstGeom>
          <a:solidFill>
            <a:srgbClr val="0E8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7" y="4804989"/>
            <a:ext cx="10689336" cy="870143"/>
          </a:xfrm>
          <a:prstGeom prst="rect">
            <a:avLst/>
          </a:prstGeom>
          <a:noFill/>
        </p:spPr>
        <p:txBody>
          <a:bodyPr wrap="square" lIns="0" rIns="0" tIns="0" bIns="0" anchor="t">
            <a:spAutoFit/>
          </a:bodyPr>
          <a:lstStyle/>
          <a:p>
            <a:pPr algn="l">
              <a:lnSpc>
                <a:spcPct val="112000"/>
              </a:lnSpc>
              <a:spcBef>
                <a:spcPts val="0"/>
              </a:spcBef>
              <a:spcAft>
                <a:spcPts val="400"/>
              </a:spcAft>
            </a:pPr>
            <a:r>
              <a:rPr sz="2100" b="0" i="0">
                <a:solidFill>
                  <a:srgbClr val="4E4F51"/>
                </a:solidFill>
                <a:latin typeface="Open Sans"/>
                <a:ea typeface="Noto Sans CJK KR"/>
              </a:rPr>
              <a:t>다음 단계: 사내 앱 모듈을 XScan으로 준비하고, 반복 업무 하나에 템플릿을 적용해 봅니다.</a:t>
            </a:r>
          </a:p>
        </p:txBody>
      </p:sp>
      <p:sp>
        <p:nvSpPr>
          <p:cNvPr id="13" name="TextBox 12"/>
          <p:cNvSpPr txBox="1"/>
          <p:nvPr/>
        </p:nvSpPr>
        <p:spPr>
          <a:xfrm>
            <a:off x="649224" y="5925312"/>
            <a:ext cx="10881360" cy="420624"/>
          </a:xfrm>
          <a:prstGeom prst="rect">
            <a:avLst/>
          </a:prstGeom>
          <a:noFill/>
        </p:spPr>
        <p:txBody>
          <a:bodyPr wrap="square" lIns="0" rIns="0" tIns="0" bIns="0" anchor="t">
            <a:spAutoFit/>
          </a:bodyPr>
          <a:lstStyle/>
          <a:p>
            <a:pPr algn="l">
              <a:lnSpc>
                <a:spcPct val="112000"/>
              </a:lnSpc>
              <a:spcBef>
                <a:spcPts val="0"/>
              </a:spcBef>
              <a:spcAft>
                <a:spcPts val="400"/>
              </a:spcAft>
            </a:pPr>
            <a:r>
              <a:rPr sz="1250" b="0" i="0">
                <a:solidFill>
                  <a:srgbClr val="4E4F51"/>
                </a:solidFill>
                <a:latin typeface="Open Sans"/>
                <a:ea typeface="Noto Sans CJK KR"/>
              </a:rPr>
              <a:t>워크북 5장 템플릿과 부록 B 문제 해결은 교육 뒤 업무에서 그대로 쓰면 됩니다.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100" b="0" i="0">
                <a:solidFill>
                  <a:srgbClr val="004C97"/>
                </a:solidFill>
                <a:latin typeface="Open Sans"/>
                <a:ea typeface="Noto Sans CJK KR"/>
              </a:rPr>
              <a:t>출처와 참고</a:t>
            </a:r>
          </a:p>
        </p:txBody>
      </p:sp>
      <p:sp>
        <p:nvSpPr>
          <p:cNvPr id="3" name="TextBox 2"/>
          <p:cNvSpPr txBox="1"/>
          <p:nvPr/>
        </p:nvSpPr>
        <p:spPr>
          <a:xfrm>
            <a:off x="1828800" y="6510528"/>
            <a:ext cx="8046720" cy="210312"/>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FFFFFF"/>
                </a:solidFill>
                <a:latin typeface="Open Sans"/>
                <a:ea typeface="Noto Sans CJK KR"/>
              </a:rPr>
              <a:t>Tosca Commander MCP 입문  |  VS Code + GitHub Copilot</a:t>
            </a:r>
          </a:p>
        </p:txBody>
      </p:sp>
      <p:sp>
        <p:nvSpPr>
          <p:cNvPr id="4" name="TextBox 3"/>
          <p:cNvSpPr txBox="1"/>
          <p:nvPr/>
        </p:nvSpPr>
        <p:spPr>
          <a:xfrm>
            <a:off x="11503152" y="6510528"/>
            <a:ext cx="292608" cy="228600"/>
          </a:xfrm>
          <a:prstGeom prst="rect">
            <a:avLst/>
          </a:prstGeom>
          <a:noFill/>
        </p:spPr>
        <p:txBody>
          <a:bodyPr wrap="none" lIns="0" rIns="0" tIns="0" bIns="0">
            <a:spAutoFit/>
          </a:bodyPr>
          <a:lstStyle/>
          <a:p>
            <a:pPr algn="l"/>
            <a:fld id="{5C7A3F71-3D8E-4C1B-9A44-2E5B7D0F6A11}" type="slidenum">
              <a:rPr lang="ko-KR" sz="1100">
                <a:solidFill>
                  <a:srgbClr val="FFFFFF"/>
                </a:solidFill>
                <a:latin typeface="Open Sans"/>
                <a:ea typeface="Noto Sans CJK KR"/>
              </a:rPr>
              <a:t>46</a:t>
            </a:fld>
          </a:p>
        </p:txBody>
      </p:sp>
      <p:graphicFrame>
        <p:nvGraphicFramePr>
          <p:cNvPr id="5" name="Table 4"/>
          <p:cNvGraphicFramePr>
            <a:graphicFrameLocks noGrp="1"/>
          </p:cNvGraphicFramePr>
          <p:nvPr/>
        </p:nvGraphicFramePr>
        <p:xfrm>
          <a:off x="649224" y="1298448"/>
          <a:ext cx="10881360" cy="4656976"/>
        </p:xfrm>
        <a:graphic>
          <a:graphicData uri="http://schemas.openxmlformats.org/drawingml/2006/table">
            <a:tbl>
              <a:tblPr firstRow="1" bandRow="1">
                <a:tableStyleId>{5C22544A-7EE6-4342-B048-85BDC9FD1C3A}</a:tableStyleId>
              </a:tblPr>
              <a:tblGrid>
                <a:gridCol w="3931920"/>
                <a:gridCol w="6949440"/>
              </a:tblGrid>
              <a:tr h="457200">
                <a:tc>
                  <a:txBody>
                    <a:bodyPr wrap="square"/>
                    <a:lstStyle/>
                    <a:p>
                      <a:pPr>
                        <a:lnSpc>
                          <a:spcPct val="106000"/>
                        </a:lnSpc>
                        <a:spcAft>
                          <a:spcPts val="0"/>
                        </a:spcAft>
                      </a:pPr>
                      <a:r>
                        <a:rPr sz="1450" b="1" i="0">
                          <a:solidFill>
                            <a:srgbClr val="FFFFFF"/>
                          </a:solidFill>
                          <a:latin typeface="Open Sans"/>
                          <a:ea typeface="Noto Sans CJK KR"/>
                        </a:rPr>
                        <a:t>자료</a:t>
                      </a:r>
                    </a:p>
                  </a:txBody>
                  <a:tcPr marL="109728" marR="91440" marT="54864" marB="45720" anchor="ctr">
                    <a:solidFill>
                      <a:srgbClr val="004C97"/>
                    </a:solidFill>
                  </a:tcPr>
                </a:tc>
                <a:tc>
                  <a:txBody>
                    <a:bodyPr wrap="square"/>
                    <a:lstStyle/>
                    <a:p>
                      <a:pPr>
                        <a:lnSpc>
                          <a:spcPct val="106000"/>
                        </a:lnSpc>
                        <a:spcAft>
                          <a:spcPts val="0"/>
                        </a:spcAft>
                      </a:pPr>
                      <a:r>
                        <a:rPr sz="1450" b="1" i="0">
                          <a:solidFill>
                            <a:srgbClr val="FFFFFF"/>
                          </a:solidFill>
                          <a:latin typeface="Open Sans"/>
                          <a:ea typeface="Noto Sans CJK KR"/>
                        </a:rPr>
                        <a:t>주소</a:t>
                      </a:r>
                    </a:p>
                  </a:txBody>
                  <a:tcPr marL="109728" marR="91440" marT="54864" marB="45720" anchor="ctr">
                    <a:solidFill>
                      <a:srgbClr val="004C97"/>
                    </a:solidFill>
                  </a:tcPr>
                </a:tc>
              </a:tr>
              <a:tr h="611032">
                <a:tc>
                  <a:txBody>
                    <a:bodyPr wrap="square"/>
                    <a:lstStyle/>
                    <a:p>
                      <a:pPr>
                        <a:lnSpc>
                          <a:spcPct val="106000"/>
                        </a:lnSpc>
                        <a:spcAft>
                          <a:spcPts val="0"/>
                        </a:spcAft>
                      </a:pPr>
                      <a:r>
                        <a:rPr sz="1300" b="0" i="0">
                          <a:solidFill>
                            <a:srgbClr val="4E4F51"/>
                          </a:solidFill>
                          <a:latin typeface="Open Sans"/>
                          <a:ea typeface="Noto Sans CJK KR"/>
                        </a:rPr>
                        <a:t>Tosca 2026.1 문서: Model Context Protocol integration</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docs.tricentis.com/tosca-2026.1/en-us/content/mcp/overview.htm</a:t>
                      </a:r>
                    </a:p>
                  </a:txBody>
                  <a:tcPr marL="109728" marR="91440" marT="54864" marB="45720" anchor="ctr">
                    <a:solidFill>
                      <a:srgbClr val="F1F5F9"/>
                    </a:solidFill>
                  </a:tcPr>
                </a:tc>
              </a:tr>
              <a:tr h="438912">
                <a:tc>
                  <a:txBody>
                    <a:bodyPr wrap="square"/>
                    <a:lstStyle/>
                    <a:p>
                      <a:pPr>
                        <a:lnSpc>
                          <a:spcPct val="106000"/>
                        </a:lnSpc>
                        <a:spcAft>
                          <a:spcPts val="0"/>
                        </a:spcAft>
                      </a:pPr>
                      <a:r>
                        <a:rPr sz="1300" b="0" i="0">
                          <a:solidFill>
                            <a:srgbClr val="4E4F51"/>
                          </a:solidFill>
                          <a:latin typeface="Open Sans"/>
                          <a:ea typeface="Noto Sans CJK KR"/>
                        </a:rPr>
                        <a:t>Tosca 2026.1 문서: Use Tosca MCP Server</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docs.tricentis.com/tosca-2026.1/en-us/content/mcp/use_mcp_server.htm</a:t>
                      </a:r>
                    </a:p>
                  </a:txBody>
                  <a:tcPr marL="109728" marR="91440" marT="54864" marB="45720" anchor="ctr">
                    <a:solidFill>
                      <a:srgbClr val="FFFFFF"/>
                    </a:solidFill>
                  </a:tcPr>
                </a:tc>
              </a:tr>
              <a:tr h="611032">
                <a:tc>
                  <a:txBody>
                    <a:bodyPr wrap="square"/>
                    <a:lstStyle/>
                    <a:p>
                      <a:pPr>
                        <a:lnSpc>
                          <a:spcPct val="106000"/>
                        </a:lnSpc>
                        <a:spcAft>
                          <a:spcPts val="0"/>
                        </a:spcAft>
                      </a:pPr>
                      <a:r>
                        <a:rPr sz="1300" b="0" i="0">
                          <a:solidFill>
                            <a:srgbClr val="4E4F51"/>
                          </a:solidFill>
                          <a:latin typeface="Open Sans"/>
                          <a:ea typeface="Noto Sans CJK KR"/>
                        </a:rPr>
                        <a:t>Tosca 2026.1 LTS 클라이언트 패치 노트</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docs.tricentis.com/tosca-2026.1/en-us/content/resources/webhelp/patch_notes_testsuite.htm</a:t>
                      </a:r>
                    </a:p>
                  </a:txBody>
                  <a:tcPr marL="109728" marR="91440" marT="54864" marB="45720" anchor="ctr">
                    <a:solidFill>
                      <a:srgbClr val="F1F5F9"/>
                    </a:solidFill>
                  </a:tcPr>
                </a:tc>
              </a:tr>
              <a:tr h="438912">
                <a:tc>
                  <a:txBody>
                    <a:bodyPr wrap="square"/>
                    <a:lstStyle/>
                    <a:p>
                      <a:pPr>
                        <a:lnSpc>
                          <a:spcPct val="106000"/>
                        </a:lnSpc>
                        <a:spcAft>
                          <a:spcPts val="0"/>
                        </a:spcAft>
                      </a:pPr>
                      <a:r>
                        <a:rPr sz="1300" b="0" i="0">
                          <a:solidFill>
                            <a:srgbClr val="4E4F51"/>
                          </a:solidFill>
                          <a:latin typeface="Open Sans"/>
                          <a:ea typeface="Noto Sans CJK KR"/>
                        </a:rPr>
                        <a:t>Tricentis mcp-skills (Commander MCP 스킬팩)</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github.com/Tricentis/mcp-skills/tree/main/Tosca/Commander/MCP</a:t>
                      </a:r>
                    </a:p>
                  </a:txBody>
                  <a:tcPr marL="109728" marR="91440" marT="54864" marB="45720" anchor="ctr">
                    <a:solidFill>
                      <a:srgbClr val="FFFFFF"/>
                    </a:solidFill>
                  </a:tcPr>
                </a:tc>
              </a:tr>
              <a:tr h="438912">
                <a:tc>
                  <a:txBody>
                    <a:bodyPr wrap="square"/>
                    <a:lstStyle/>
                    <a:p>
                      <a:pPr>
                        <a:lnSpc>
                          <a:spcPct val="106000"/>
                        </a:lnSpc>
                        <a:spcAft>
                          <a:spcPts val="0"/>
                        </a:spcAft>
                      </a:pPr>
                      <a:r>
                        <a:rPr sz="1300" b="0" i="0">
                          <a:solidFill>
                            <a:srgbClr val="4E4F51"/>
                          </a:solidFill>
                          <a:latin typeface="Open Sans"/>
                          <a:ea typeface="Noto Sans CJK KR"/>
                        </a:rPr>
                        <a:t>VS Code 문서: Add MCP servers</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code.visualstudio.com/docs/agent-customization/mcp-servers</a:t>
                      </a:r>
                    </a:p>
                  </a:txBody>
                  <a:tcPr marL="109728" marR="91440" marT="54864" marB="45720" anchor="ctr">
                    <a:solidFill>
                      <a:srgbClr val="F1F5F9"/>
                    </a:solidFill>
                  </a:tcPr>
                </a:tc>
              </a:tr>
              <a:tr h="611032">
                <a:tc>
                  <a:txBody>
                    <a:bodyPr wrap="square"/>
                    <a:lstStyle/>
                    <a:p>
                      <a:pPr>
                        <a:lnSpc>
                          <a:spcPct val="106000"/>
                        </a:lnSpc>
                        <a:spcAft>
                          <a:spcPts val="0"/>
                        </a:spcAft>
                      </a:pPr>
                      <a:r>
                        <a:rPr sz="1300" b="0" i="0">
                          <a:solidFill>
                            <a:srgbClr val="4E4F51"/>
                          </a:solidFill>
                          <a:latin typeface="Open Sans"/>
                          <a:ea typeface="Noto Sans CJK KR"/>
                        </a:rPr>
                        <a:t>VS Code 문서: Manage approvals and permissions</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code.visualstudio.com/docs/agents/run/approvals</a:t>
                      </a:r>
                    </a:p>
                  </a:txBody>
                  <a:tcPr marL="109728" marR="91440" marT="54864" marB="45720" anchor="ctr">
                    <a:solidFill>
                      <a:srgbClr val="FFFFFF"/>
                    </a:solidFill>
                  </a:tcPr>
                </a:tc>
              </a:tr>
              <a:tr h="611032">
                <a:tc>
                  <a:txBody>
                    <a:bodyPr wrap="square"/>
                    <a:lstStyle/>
                    <a:p>
                      <a:pPr>
                        <a:lnSpc>
                          <a:spcPct val="106000"/>
                        </a:lnSpc>
                        <a:spcAft>
                          <a:spcPts val="0"/>
                        </a:spcAft>
                      </a:pPr>
                      <a:r>
                        <a:rPr sz="1300" b="0" i="0">
                          <a:solidFill>
                            <a:srgbClr val="4E4F51"/>
                          </a:solidFill>
                          <a:latin typeface="Open Sans"/>
                          <a:ea typeface="Noto Sans CJK KR"/>
                        </a:rPr>
                        <a:t>GitHub 문서: Copilot의 MCP 사용 정책</a:t>
                      </a:r>
                    </a:p>
                  </a:txBody>
                  <a:tcPr marL="109728" marR="91440" marT="54864" marB="45720" anchor="ctr">
                    <a:solidFill>
                      <a:srgbClr val="F1F5F9"/>
                    </a:solidFill>
                  </a:tcPr>
                </a:tc>
                <a:tc>
                  <a:txBody>
                    <a:bodyPr wrap="square"/>
                    <a:lstStyle/>
                    <a:p>
                      <a:pPr>
                        <a:lnSpc>
                          <a:spcPct val="106000"/>
                        </a:lnSpc>
                        <a:spcAft>
                          <a:spcPts val="0"/>
                        </a:spcAft>
                      </a:pPr>
                      <a:r>
                        <a:rPr sz="1300" b="0" i="0">
                          <a:solidFill>
                            <a:srgbClr val="4E4F51"/>
                          </a:solidFill>
                          <a:latin typeface="Consolas"/>
                          <a:ea typeface="Noto Sans CJK KR"/>
                        </a:rPr>
                        <a:t>docs.github.com/en/copilot/how-tos/administer-copilot/manage-mcp-usage/configure-mcp-server-access</a:t>
                      </a:r>
                    </a:p>
                  </a:txBody>
                  <a:tcPr marL="109728" marR="91440" marT="54864" marB="45720" anchor="ctr">
                    <a:solidFill>
                      <a:srgbClr val="F1F5F9"/>
                    </a:solidFill>
                  </a:tcPr>
                </a:tc>
              </a:tr>
              <a:tr h="438912">
                <a:tc>
                  <a:txBody>
                    <a:bodyPr wrap="square"/>
                    <a:lstStyle/>
                    <a:p>
                      <a:pPr>
                        <a:lnSpc>
                          <a:spcPct val="106000"/>
                        </a:lnSpc>
                        <a:spcAft>
                          <a:spcPts val="0"/>
                        </a:spcAft>
                      </a:pPr>
                      <a:r>
                        <a:rPr sz="1300" b="0" i="0">
                          <a:solidFill>
                            <a:srgbClr val="4E4F51"/>
                          </a:solidFill>
                          <a:latin typeface="Open Sans"/>
                          <a:ea typeface="Noto Sans CJK KR"/>
                        </a:rPr>
                        <a:t>Model Context Protocol 소개</a:t>
                      </a:r>
                    </a:p>
                  </a:txBody>
                  <a:tcPr marL="109728" marR="91440" marT="54864" marB="45720" anchor="ctr">
                    <a:solidFill>
                      <a:srgbClr val="FFFFFF"/>
                    </a:solidFill>
                  </a:tcPr>
                </a:tc>
                <a:tc>
                  <a:txBody>
                    <a:bodyPr wrap="square"/>
                    <a:lstStyle/>
                    <a:p>
                      <a:pPr>
                        <a:lnSpc>
                          <a:spcPct val="106000"/>
                        </a:lnSpc>
                        <a:spcAft>
                          <a:spcPts val="0"/>
                        </a:spcAft>
                      </a:pPr>
                      <a:r>
                        <a:rPr sz="1300" b="0" i="0">
                          <a:solidFill>
                            <a:srgbClr val="4E4F51"/>
                          </a:solidFill>
                          <a:latin typeface="Consolas"/>
                          <a:ea typeface="Noto Sans CJK KR"/>
                        </a:rPr>
                        <a:t>modelcontextprotocol.io</a:t>
                      </a:r>
                    </a:p>
                  </a:txBody>
                  <a:tcPr marL="109728" marR="91440" marT="54864" marB="45720"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Tricentis Theme">
  <a:themeElements>
    <a:clrScheme name="Tricentis 2023">
      <a:dk1>
        <a:srgbClr val="181816"/>
      </a:dk1>
      <a:lt1>
        <a:srgbClr val="FFFFFF"/>
      </a:lt1>
      <a:dk2>
        <a:srgbClr val="4E4F51"/>
      </a:dk2>
      <a:lt2>
        <a:srgbClr val="898D8D"/>
      </a:lt2>
      <a:accent1>
        <a:srgbClr val="004C97"/>
      </a:accent1>
      <a:accent2>
        <a:srgbClr val="1C375D"/>
      </a:accent2>
      <a:accent3>
        <a:srgbClr val="007FFD"/>
      </a:accent3>
      <a:accent4>
        <a:srgbClr val="0E88AE"/>
      </a:accent4>
      <a:accent5>
        <a:srgbClr val="5BC9E6"/>
      </a:accent5>
      <a:accent6>
        <a:srgbClr val="D2D755"/>
      </a:accent6>
      <a:hlink>
        <a:srgbClr val="0E88AE"/>
      </a:hlink>
      <a:folHlink>
        <a:srgbClr val="5BC9E6"/>
      </a:folHlink>
    </a:clrScheme>
    <a:fontScheme name="Tricentis Font Theme">
      <a:majorFont>
        <a:latin typeface="Open Sans"/>
        <a:ea typeface=""/>
        <a:cs typeface=""/>
      </a:majorFont>
      <a:minorFont>
        <a:latin typeface="Open San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9525"/>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dirty="0" err="1" smtClean="0">
            <a:solidFill>
              <a:schemeClr val="tx2"/>
            </a:solidFill>
          </a:defRPr>
        </a:defPPr>
      </a:lstStyle>
    </a:txDef>
  </a:objectDefaults>
  <a:extraClrSchemeLst/>
  <a:custClrLst>
    <a:custClr name="Accelerate">
      <a:srgbClr val="FF6C0E"/>
    </a:custClr>
    <a:custClr name="Fusion">
      <a:srgbClr val="FFB400"/>
    </a:custClr>
    <a:custClr name="Chestnut">
      <a:srgbClr val="988078"/>
    </a:custClr>
  </a:custClrLst>
  <a:extLst>
    <a:ext uri="{05A4C25C-085E-4340-85A3-A5531E510DB2}">
      <thm15:themeFamily xmlns:thm15="http://schemas.microsoft.com/office/thememl/2012/main" name="00. TRI_Master 2023_ A_Left justified" id="{1DF7233C-37B4-0442-B6B4-D31D7D0EA779}" vid="{8E2B58B7-BF77-4E47-969E-90B0CCE0BA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46</Slides>
  <Notes>46</Notes>
  <Company/>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Tosca Commander MCP 입문</dc:title>
  <dc:creator>QA 교육</dc:creator>
  <cp:lastModifiedBy>QA 교육</cp:lastModifiedBy>
  <cp:revision>1</cp:revision>
  <dcterms:created xsi:type="dcterms:W3CDTF">2026-10-26T07:49:23Z</dcterms:created>
  <dcterms:modified xsi:type="dcterms:W3CDTF">2026-10-26T07:49:23Z</dcterms:modified>
  <dc:subject>VS Code + GitHub Copilot으로 테스트케이스 만들기</dc:subject>
  <cp:keywords>Tosca Commander, MCP, VS Code, GitHub Copilot, 교육</cp:keywords>
</cp:coreProperties>
</file>